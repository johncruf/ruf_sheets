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drawings/drawing1.xml" ContentType="application/vnd.openxmlformats-officedocument.drawingml.chartshape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853" r:id="rId2"/>
    <p:sldMasterId id="2147483865" r:id="rId3"/>
    <p:sldMasterId id="2147483877" r:id="rId4"/>
  </p:sldMasterIdLst>
  <p:notesMasterIdLst>
    <p:notesMasterId r:id="rId20"/>
  </p:notesMasterIdLst>
  <p:sldIdLst>
    <p:sldId id="384" r:id="rId5"/>
    <p:sldId id="343" r:id="rId6"/>
    <p:sldId id="267" r:id="rId7"/>
    <p:sldId id="385" r:id="rId8"/>
    <p:sldId id="386" r:id="rId9"/>
    <p:sldId id="387" r:id="rId10"/>
    <p:sldId id="382" r:id="rId11"/>
    <p:sldId id="389" r:id="rId12"/>
    <p:sldId id="388" r:id="rId13"/>
    <p:sldId id="463" r:id="rId14"/>
    <p:sldId id="390" r:id="rId15"/>
    <p:sldId id="391" r:id="rId16"/>
    <p:sldId id="392" r:id="rId17"/>
    <p:sldId id="462" r:id="rId18"/>
    <p:sldId id="339" r:id="rId19"/>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charset="0"/>
        <a:ea typeface="+mn-ea"/>
        <a:cs typeface="+mn-cs"/>
      </a:defRPr>
    </a:lvl1pPr>
    <a:lvl2pPr marL="457200" algn="l" rtl="0" fontAlgn="base">
      <a:spcBef>
        <a:spcPct val="0"/>
      </a:spcBef>
      <a:spcAft>
        <a:spcPct val="0"/>
      </a:spcAft>
      <a:defRPr sz="2400" kern="1200">
        <a:solidFill>
          <a:schemeClr val="tx1"/>
        </a:solidFill>
        <a:latin typeface="Times New Roman" charset="0"/>
        <a:ea typeface="+mn-ea"/>
        <a:cs typeface="+mn-cs"/>
      </a:defRPr>
    </a:lvl2pPr>
    <a:lvl3pPr marL="914400" algn="l" rtl="0" fontAlgn="base">
      <a:spcBef>
        <a:spcPct val="0"/>
      </a:spcBef>
      <a:spcAft>
        <a:spcPct val="0"/>
      </a:spcAft>
      <a:defRPr sz="2400" kern="1200">
        <a:solidFill>
          <a:schemeClr val="tx1"/>
        </a:solidFill>
        <a:latin typeface="Times New Roman" charset="0"/>
        <a:ea typeface="+mn-ea"/>
        <a:cs typeface="+mn-cs"/>
      </a:defRPr>
    </a:lvl3pPr>
    <a:lvl4pPr marL="1371600" algn="l" rtl="0" fontAlgn="base">
      <a:spcBef>
        <a:spcPct val="0"/>
      </a:spcBef>
      <a:spcAft>
        <a:spcPct val="0"/>
      </a:spcAft>
      <a:defRPr sz="2400" kern="1200">
        <a:solidFill>
          <a:schemeClr val="tx1"/>
        </a:solidFill>
        <a:latin typeface="Times New Roman" charset="0"/>
        <a:ea typeface="+mn-ea"/>
        <a:cs typeface="+mn-cs"/>
      </a:defRPr>
    </a:lvl4pPr>
    <a:lvl5pPr marL="1828800" algn="l" rtl="0" fontAlgn="base">
      <a:spcBef>
        <a:spcPct val="0"/>
      </a:spcBef>
      <a:spcAft>
        <a:spcPct val="0"/>
      </a:spcAft>
      <a:defRPr sz="2400" kern="1200">
        <a:solidFill>
          <a:schemeClr val="tx1"/>
        </a:solidFill>
        <a:latin typeface="Times New Roman" charset="0"/>
        <a:ea typeface="+mn-ea"/>
        <a:cs typeface="+mn-cs"/>
      </a:defRPr>
    </a:lvl5pPr>
    <a:lvl6pPr marL="2286000" algn="l" defTabSz="914400" rtl="0" eaLnBrk="1" latinLnBrk="0" hangingPunct="1">
      <a:defRPr sz="2400" kern="1200">
        <a:solidFill>
          <a:schemeClr val="tx1"/>
        </a:solidFill>
        <a:latin typeface="Times New Roman" charset="0"/>
        <a:ea typeface="+mn-ea"/>
        <a:cs typeface="+mn-cs"/>
      </a:defRPr>
    </a:lvl6pPr>
    <a:lvl7pPr marL="2743200" algn="l" defTabSz="914400" rtl="0" eaLnBrk="1" latinLnBrk="0" hangingPunct="1">
      <a:defRPr sz="2400" kern="1200">
        <a:solidFill>
          <a:schemeClr val="tx1"/>
        </a:solidFill>
        <a:latin typeface="Times New Roman" charset="0"/>
        <a:ea typeface="+mn-ea"/>
        <a:cs typeface="+mn-cs"/>
      </a:defRPr>
    </a:lvl7pPr>
    <a:lvl8pPr marL="3200400" algn="l" defTabSz="914400" rtl="0" eaLnBrk="1" latinLnBrk="0" hangingPunct="1">
      <a:defRPr sz="2400" kern="1200">
        <a:solidFill>
          <a:schemeClr val="tx1"/>
        </a:solidFill>
        <a:latin typeface="Times New Roman" charset="0"/>
        <a:ea typeface="+mn-ea"/>
        <a:cs typeface="+mn-cs"/>
      </a:defRPr>
    </a:lvl8pPr>
    <a:lvl9pPr marL="3657600" algn="l" defTabSz="914400" rtl="0" eaLnBrk="1" latinLnBrk="0" hangingPunct="1">
      <a:defRPr sz="2400" kern="1200">
        <a:solidFill>
          <a:schemeClr val="tx1"/>
        </a:solidFill>
        <a:latin typeface="Times New Roman" charset="0"/>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303030"/>
    <a:srgbClr val="1F497D"/>
    <a:srgbClr val="003399"/>
    <a:srgbClr val="0099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73"/>
    <p:restoredTop sz="91127"/>
  </p:normalViewPr>
  <p:slideViewPr>
    <p:cSldViewPr snapToGrid="0" snapToObjects="1">
      <p:cViewPr varScale="1">
        <p:scale>
          <a:sx n="81" d="100"/>
          <a:sy n="81" d="100"/>
        </p:scale>
        <p:origin x="-546" y="-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asey Mulligan" userId="b1a7e7a662de0c22" providerId="LiveId" clId="{0ABBE5CB-8830-3443-8DB0-AA5DDD77F319}"/>
    <pc:docChg chg="custSel addSld modSld sldOrd">
      <pc:chgData name="Casey Mulligan" userId="b1a7e7a662de0c22" providerId="LiveId" clId="{0ABBE5CB-8830-3443-8DB0-AA5DDD77F319}" dt="2021-11-10T19:46:41.531" v="1064" actId="20577"/>
      <pc:docMkLst>
        <pc:docMk/>
      </pc:docMkLst>
      <pc:sldChg chg="modNotesTx">
        <pc:chgData name="Casey Mulligan" userId="b1a7e7a662de0c22" providerId="LiveId" clId="{0ABBE5CB-8830-3443-8DB0-AA5DDD77F319}" dt="2021-11-10T19:46:41.531" v="1064" actId="20577"/>
        <pc:sldMkLst>
          <pc:docMk/>
          <pc:sldMk cId="2263729591" sldId="382"/>
        </pc:sldMkLst>
      </pc:sldChg>
      <pc:sldChg chg="modNotesTx">
        <pc:chgData name="Casey Mulligan" userId="b1a7e7a662de0c22" providerId="LiveId" clId="{0ABBE5CB-8830-3443-8DB0-AA5DDD77F319}" dt="2021-11-10T19:45:49.870" v="988" actId="20577"/>
        <pc:sldMkLst>
          <pc:docMk/>
          <pc:sldMk cId="4186448167" sldId="385"/>
        </pc:sldMkLst>
      </pc:sldChg>
      <pc:sldChg chg="modSp modAnim">
        <pc:chgData name="Casey Mulligan" userId="b1a7e7a662de0c22" providerId="LiveId" clId="{0ABBE5CB-8830-3443-8DB0-AA5DDD77F319}" dt="2021-11-01T19:48:30.131" v="799" actId="313"/>
        <pc:sldMkLst>
          <pc:docMk/>
          <pc:sldMk cId="3534002715" sldId="386"/>
        </pc:sldMkLst>
        <pc:spChg chg="mod">
          <ac:chgData name="Casey Mulligan" userId="b1a7e7a662de0c22" providerId="LiveId" clId="{0ABBE5CB-8830-3443-8DB0-AA5DDD77F319}" dt="2021-11-01T19:21:04.704" v="674" actId="1076"/>
          <ac:spMkLst>
            <pc:docMk/>
            <pc:sldMk cId="3534002715" sldId="386"/>
            <ac:spMk id="4" creationId="{00F5DE65-ED37-5244-8EF7-ACCD9FE9ABAA}"/>
          </ac:spMkLst>
        </pc:spChg>
        <pc:spChg chg="mod">
          <ac:chgData name="Casey Mulligan" userId="b1a7e7a662de0c22" providerId="LiveId" clId="{0ABBE5CB-8830-3443-8DB0-AA5DDD77F319}" dt="2021-11-01T19:21:04.704" v="674" actId="1076"/>
          <ac:spMkLst>
            <pc:docMk/>
            <pc:sldMk cId="3534002715" sldId="386"/>
            <ac:spMk id="5" creationId="{8B9B25AF-4C60-A645-97E1-43F51ECFD869}"/>
          </ac:spMkLst>
        </pc:spChg>
        <pc:spChg chg="mod">
          <ac:chgData name="Casey Mulligan" userId="b1a7e7a662de0c22" providerId="LiveId" clId="{0ABBE5CB-8830-3443-8DB0-AA5DDD77F319}" dt="2021-11-01T19:21:04.704" v="674" actId="1076"/>
          <ac:spMkLst>
            <pc:docMk/>
            <pc:sldMk cId="3534002715" sldId="386"/>
            <ac:spMk id="6" creationId="{F2CA0C73-B3B6-0345-9F72-4ADA8882551A}"/>
          </ac:spMkLst>
        </pc:spChg>
        <pc:spChg chg="mod">
          <ac:chgData name="Casey Mulligan" userId="b1a7e7a662de0c22" providerId="LiveId" clId="{0ABBE5CB-8830-3443-8DB0-AA5DDD77F319}" dt="2021-11-01T19:48:30.131" v="799" actId="313"/>
          <ac:spMkLst>
            <pc:docMk/>
            <pc:sldMk cId="3534002715" sldId="386"/>
            <ac:spMk id="18435" creationId="{00000000-0000-0000-0000-000000000000}"/>
          </ac:spMkLst>
        </pc:spChg>
      </pc:sldChg>
      <pc:sldChg chg="ord">
        <pc:chgData name="Casey Mulligan" userId="b1a7e7a662de0c22" providerId="LiveId" clId="{0ABBE5CB-8830-3443-8DB0-AA5DDD77F319}" dt="2021-11-08T14:28:32.972" v="833" actId="20578"/>
        <pc:sldMkLst>
          <pc:docMk/>
          <pc:sldMk cId="999656255" sldId="388"/>
        </pc:sldMkLst>
      </pc:sldChg>
      <pc:sldChg chg="modNotesTx">
        <pc:chgData name="Casey Mulligan" userId="b1a7e7a662de0c22" providerId="LiveId" clId="{0ABBE5CB-8830-3443-8DB0-AA5DDD77F319}" dt="2021-11-03T13:54:22.172" v="831" actId="20577"/>
        <pc:sldMkLst>
          <pc:docMk/>
          <pc:sldMk cId="1369386095" sldId="391"/>
        </pc:sldMkLst>
      </pc:sldChg>
      <pc:sldChg chg="modSp add mod ord modAnim modNotesTx">
        <pc:chgData name="Casey Mulligan" userId="b1a7e7a662de0c22" providerId="LiveId" clId="{0ABBE5CB-8830-3443-8DB0-AA5DDD77F319}" dt="2021-11-01T19:28:10.256" v="754" actId="20577"/>
        <pc:sldMkLst>
          <pc:docMk/>
          <pc:sldMk cId="91780053" sldId="392"/>
        </pc:sldMkLst>
        <pc:spChg chg="mod">
          <ac:chgData name="Casey Mulligan" userId="b1a7e7a662de0c22" providerId="LiveId" clId="{0ABBE5CB-8830-3443-8DB0-AA5DDD77F319}" dt="2021-11-01T19:22:50.735" v="709" actId="6549"/>
          <ac:spMkLst>
            <pc:docMk/>
            <pc:sldMk cId="91780053" sldId="392"/>
            <ac:spMk id="18435" creationId="{00000000-0000-0000-0000-000000000000}"/>
          </ac:spMkLst>
        </pc:spChg>
        <pc:spChg chg="mod">
          <ac:chgData name="Casey Mulligan" userId="b1a7e7a662de0c22" providerId="LiveId" clId="{0ABBE5CB-8830-3443-8DB0-AA5DDD77F319}" dt="2021-11-01T19:17:36.424" v="504" actId="20577"/>
          <ac:spMkLst>
            <pc:docMk/>
            <pc:sldMk cId="91780053" sldId="392"/>
            <ac:spMk id="21506" creationId="{00000000-0000-0000-0000-000000000000}"/>
          </ac:spMkLst>
        </pc:spChg>
      </pc:sldChg>
      <pc:sldChg chg="add">
        <pc:chgData name="Casey Mulligan" userId="b1a7e7a662de0c22" providerId="LiveId" clId="{0ABBE5CB-8830-3443-8DB0-AA5DDD77F319}" dt="2021-11-01T19:23:28.932" v="710"/>
        <pc:sldMkLst>
          <pc:docMk/>
          <pc:sldMk cId="2062015508" sldId="462"/>
        </pc:sldMkLst>
      </pc:sldChg>
      <pc:sldChg chg="modSp add modAnim modNotesTx">
        <pc:chgData name="Casey Mulligan" userId="b1a7e7a662de0c22" providerId="LiveId" clId="{0ABBE5CB-8830-3443-8DB0-AA5DDD77F319}" dt="2021-11-08T15:06:33.726" v="910" actId="20577"/>
        <pc:sldMkLst>
          <pc:docMk/>
          <pc:sldMk cId="4232237504" sldId="463"/>
        </pc:sldMkLst>
        <pc:spChg chg="mod">
          <ac:chgData name="Casey Mulligan" userId="b1a7e7a662de0c22" providerId="LiveId" clId="{0ABBE5CB-8830-3443-8DB0-AA5DDD77F319}" dt="2021-11-08T15:04:07.203" v="847" actId="404"/>
          <ac:spMkLst>
            <pc:docMk/>
            <pc:sldMk cId="4232237504" sldId="463"/>
            <ac:spMk id="18435" creationId="{00000000-0000-0000-0000-000000000000}"/>
          </ac:spMkLst>
        </pc:spChg>
      </pc:sldChg>
    </pc:docChg>
  </pc:docChgLst>
  <pc:docChgLst>
    <pc:chgData name="Casey Mulligan" userId="b1a7e7a662de0c22" providerId="LiveId" clId="{5774B7A2-EFCC-2E4E-8121-7371531D657C}"/>
    <pc:docChg chg="undo custSel addSld delSld modSld delMainMaster">
      <pc:chgData name="Casey Mulligan" userId="b1a7e7a662de0c22" providerId="LiveId" clId="{5774B7A2-EFCC-2E4E-8121-7371531D657C}" dt="2019-09-27T21:05:24.436" v="1623"/>
      <pc:docMkLst>
        <pc:docMk/>
      </pc:docMkLst>
      <pc:sldChg chg="modSp">
        <pc:chgData name="Casey Mulligan" userId="b1a7e7a662de0c22" providerId="LiveId" clId="{5774B7A2-EFCC-2E4E-8121-7371531D657C}" dt="2019-09-27T19:43:02.573" v="27" actId="20577"/>
        <pc:sldMkLst>
          <pc:docMk/>
          <pc:sldMk cId="0" sldId="266"/>
        </pc:sldMkLst>
        <pc:spChg chg="mod">
          <ac:chgData name="Casey Mulligan" userId="b1a7e7a662de0c22" providerId="LiveId" clId="{5774B7A2-EFCC-2E4E-8121-7371531D657C}" dt="2019-09-27T19:43:02.573" v="27" actId="20577"/>
          <ac:spMkLst>
            <pc:docMk/>
            <pc:sldMk cId="0" sldId="266"/>
            <ac:spMk id="19459" creationId="{00000000-0000-0000-0000-000000000000}"/>
          </ac:spMkLst>
        </pc:spChg>
      </pc:sldChg>
      <pc:sldChg chg="modSp modAnim modNotesTx">
        <pc:chgData name="Casey Mulligan" userId="b1a7e7a662de0c22" providerId="LiveId" clId="{5774B7A2-EFCC-2E4E-8121-7371531D657C}" dt="2019-09-27T21:05:01.912" v="1619"/>
        <pc:sldMkLst>
          <pc:docMk/>
          <pc:sldMk cId="0" sldId="267"/>
        </pc:sldMkLst>
        <pc:spChg chg="mod">
          <ac:chgData name="Casey Mulligan" userId="b1a7e7a662de0c22" providerId="LiveId" clId="{5774B7A2-EFCC-2E4E-8121-7371531D657C}" dt="2019-09-27T20:44:44.129" v="1346" actId="6549"/>
          <ac:spMkLst>
            <pc:docMk/>
            <pc:sldMk cId="0" sldId="267"/>
            <ac:spMk id="18435" creationId="{00000000-0000-0000-0000-000000000000}"/>
          </ac:spMkLst>
        </pc:spChg>
        <pc:spChg chg="mod">
          <ac:chgData name="Casey Mulligan" userId="b1a7e7a662de0c22" providerId="LiveId" clId="{5774B7A2-EFCC-2E4E-8121-7371531D657C}" dt="2019-09-27T19:48:00.851" v="210" actId="6549"/>
          <ac:spMkLst>
            <pc:docMk/>
            <pc:sldMk cId="0" sldId="267"/>
            <ac:spMk id="21506" creationId="{00000000-0000-0000-0000-000000000000}"/>
          </ac:spMkLst>
        </pc:spChg>
      </pc:sldChg>
      <pc:sldChg chg="modSp modAnim">
        <pc:chgData name="Casey Mulligan" userId="b1a7e7a662de0c22" providerId="LiveId" clId="{5774B7A2-EFCC-2E4E-8121-7371531D657C}" dt="2019-09-27T21:05:10.737" v="1620"/>
        <pc:sldMkLst>
          <pc:docMk/>
          <pc:sldMk cId="4276617165" sldId="334"/>
        </pc:sldMkLst>
        <pc:spChg chg="mod">
          <ac:chgData name="Casey Mulligan" userId="b1a7e7a662de0c22" providerId="LiveId" clId="{5774B7A2-EFCC-2E4E-8121-7371531D657C}" dt="2019-09-27T19:58:49.211" v="925" actId="20577"/>
          <ac:spMkLst>
            <pc:docMk/>
            <pc:sldMk cId="4276617165" sldId="334"/>
            <ac:spMk id="18435" creationId="{00000000-0000-0000-0000-000000000000}"/>
          </ac:spMkLst>
        </pc:spChg>
        <pc:spChg chg="mod">
          <ac:chgData name="Casey Mulligan" userId="b1a7e7a662de0c22" providerId="LiveId" clId="{5774B7A2-EFCC-2E4E-8121-7371531D657C}" dt="2019-09-27T19:48:36.716" v="254" actId="20577"/>
          <ac:spMkLst>
            <pc:docMk/>
            <pc:sldMk cId="4276617165" sldId="334"/>
            <ac:spMk id="21506" creationId="{00000000-0000-0000-0000-000000000000}"/>
          </ac:spMkLst>
        </pc:spChg>
      </pc:sldChg>
      <pc:sldChg chg="modSp add modAnim">
        <pc:chgData name="Casey Mulligan" userId="b1a7e7a662de0c22" providerId="LiveId" clId="{5774B7A2-EFCC-2E4E-8121-7371531D657C}" dt="2019-09-27T21:05:24.436" v="1623"/>
        <pc:sldMkLst>
          <pc:docMk/>
          <pc:sldMk cId="421186318" sldId="335"/>
        </pc:sldMkLst>
        <pc:spChg chg="mod">
          <ac:chgData name="Casey Mulligan" userId="b1a7e7a662de0c22" providerId="LiveId" clId="{5774B7A2-EFCC-2E4E-8121-7371531D657C}" dt="2019-09-27T20:50:20.872" v="1618" actId="20577"/>
          <ac:spMkLst>
            <pc:docMk/>
            <pc:sldMk cId="421186318" sldId="335"/>
            <ac:spMk id="18435" creationId="{00000000-0000-0000-0000-000000000000}"/>
          </ac:spMkLst>
        </pc:spChg>
        <pc:spChg chg="mod">
          <ac:chgData name="Casey Mulligan" userId="b1a7e7a662de0c22" providerId="LiveId" clId="{5774B7A2-EFCC-2E4E-8121-7371531D657C}" dt="2019-09-27T20:18:44.915" v="1045" actId="20577"/>
          <ac:spMkLst>
            <pc:docMk/>
            <pc:sldMk cId="421186318" sldId="335"/>
            <ac:spMk id="21506" creationId="{00000000-0000-0000-0000-000000000000}"/>
          </ac:spMkLst>
        </pc:spChg>
      </pc:sldChg>
      <pc:sldChg chg="modSp add">
        <pc:chgData name="Casey Mulligan" userId="b1a7e7a662de0c22" providerId="LiveId" clId="{5774B7A2-EFCC-2E4E-8121-7371531D657C}" dt="2019-09-27T20:43:34.437" v="1328" actId="20577"/>
        <pc:sldMkLst>
          <pc:docMk/>
          <pc:sldMk cId="2923918630" sldId="336"/>
        </pc:sldMkLst>
        <pc:spChg chg="mod">
          <ac:chgData name="Casey Mulligan" userId="b1a7e7a662de0c22" providerId="LiveId" clId="{5774B7A2-EFCC-2E4E-8121-7371531D657C}" dt="2019-09-27T20:43:34.437" v="1328" actId="20577"/>
          <ac:spMkLst>
            <pc:docMk/>
            <pc:sldMk cId="2923918630" sldId="336"/>
            <ac:spMk id="18435" creationId="{00000000-0000-0000-0000-000000000000}"/>
          </ac:spMkLst>
        </pc:spChg>
        <pc:spChg chg="mod">
          <ac:chgData name="Casey Mulligan" userId="b1a7e7a662de0c22" providerId="LiveId" clId="{5774B7A2-EFCC-2E4E-8121-7371531D657C}" dt="2019-09-27T20:41:37.888" v="1186" actId="20577"/>
          <ac:spMkLst>
            <pc:docMk/>
            <pc:sldMk cId="2923918630" sldId="336"/>
            <ac:spMk id="21506" creationId="{00000000-0000-0000-0000-000000000000}"/>
          </ac:spMkLst>
        </pc:spChg>
      </pc:sldChg>
    </pc:docChg>
  </pc:docChgLst>
  <pc:docChgLst>
    <pc:chgData name="Casey Mulligan" userId="b1a7e7a662de0c22" providerId="LiveId" clId="{701DB885-4157-674C-8D9F-C88EAF2BE6E8}"/>
    <pc:docChg chg="custSel addSld modSld">
      <pc:chgData name="Casey Mulligan" userId="b1a7e7a662de0c22" providerId="LiveId" clId="{701DB885-4157-674C-8D9F-C88EAF2BE6E8}" dt="2021-10-27T19:43:13.210" v="175"/>
      <pc:docMkLst>
        <pc:docMk/>
      </pc:docMkLst>
      <pc:sldChg chg="add">
        <pc:chgData name="Casey Mulligan" userId="b1a7e7a662de0c22" providerId="LiveId" clId="{701DB885-4157-674C-8D9F-C88EAF2BE6E8}" dt="2021-10-27T19:43:13.210" v="175"/>
        <pc:sldMkLst>
          <pc:docMk/>
          <pc:sldMk cId="3213882515" sldId="296"/>
        </pc:sldMkLst>
      </pc:sldChg>
      <pc:sldChg chg="mod modShow">
        <pc:chgData name="Casey Mulligan" userId="b1a7e7a662de0c22" providerId="LiveId" clId="{701DB885-4157-674C-8D9F-C88EAF2BE6E8}" dt="2021-10-27T19:40:31.592" v="53" actId="729"/>
        <pc:sldMkLst>
          <pc:docMk/>
          <pc:sldMk cId="3628679868" sldId="331"/>
        </pc:sldMkLst>
      </pc:sldChg>
      <pc:sldChg chg="modNotesTx">
        <pc:chgData name="Casey Mulligan" userId="b1a7e7a662de0c22" providerId="LiveId" clId="{701DB885-4157-674C-8D9F-C88EAF2BE6E8}" dt="2021-10-27T19:41:37.276" v="173" actId="20577"/>
        <pc:sldMkLst>
          <pc:docMk/>
          <pc:sldMk cId="421186318" sldId="335"/>
        </pc:sldMkLst>
      </pc:sldChg>
      <pc:sldChg chg="modSp mod">
        <pc:chgData name="Casey Mulligan" userId="b1a7e7a662de0c22" providerId="LiveId" clId="{701DB885-4157-674C-8D9F-C88EAF2BE6E8}" dt="2021-10-27T19:39:18.361" v="37" actId="20577"/>
        <pc:sldMkLst>
          <pc:docMk/>
          <pc:sldMk cId="1825133553" sldId="344"/>
        </pc:sldMkLst>
        <pc:spChg chg="mod">
          <ac:chgData name="Casey Mulligan" userId="b1a7e7a662de0c22" providerId="LiveId" clId="{701DB885-4157-674C-8D9F-C88EAF2BE6E8}" dt="2021-10-27T19:39:18.361" v="37" actId="20577"/>
          <ac:spMkLst>
            <pc:docMk/>
            <pc:sldMk cId="1825133553" sldId="344"/>
            <ac:spMk id="18435" creationId="{00000000-0000-0000-0000-000000000000}"/>
          </ac:spMkLst>
        </pc:spChg>
      </pc:sldChg>
      <pc:sldChg chg="modSp mod">
        <pc:chgData name="Casey Mulligan" userId="b1a7e7a662de0c22" providerId="LiveId" clId="{701DB885-4157-674C-8D9F-C88EAF2BE6E8}" dt="2021-10-27T19:39:28.071" v="41"/>
        <pc:sldMkLst>
          <pc:docMk/>
          <pc:sldMk cId="795539793" sldId="345"/>
        </pc:sldMkLst>
        <pc:spChg chg="mod">
          <ac:chgData name="Casey Mulligan" userId="b1a7e7a662de0c22" providerId="LiveId" clId="{701DB885-4157-674C-8D9F-C88EAF2BE6E8}" dt="2021-10-27T19:39:28.071" v="41"/>
          <ac:spMkLst>
            <pc:docMk/>
            <pc:sldMk cId="795539793" sldId="345"/>
            <ac:spMk id="18435" creationId="{00000000-0000-0000-0000-000000000000}"/>
          </ac:spMkLst>
        </pc:spChg>
      </pc:sldChg>
      <pc:sldChg chg="modSp mod">
        <pc:chgData name="Casey Mulligan" userId="b1a7e7a662de0c22" providerId="LiveId" clId="{701DB885-4157-674C-8D9F-C88EAF2BE6E8}" dt="2021-10-27T19:39:36.398" v="45"/>
        <pc:sldMkLst>
          <pc:docMk/>
          <pc:sldMk cId="3521485154" sldId="346"/>
        </pc:sldMkLst>
        <pc:spChg chg="mod">
          <ac:chgData name="Casey Mulligan" userId="b1a7e7a662de0c22" providerId="LiveId" clId="{701DB885-4157-674C-8D9F-C88EAF2BE6E8}" dt="2021-10-27T19:39:36.398" v="45"/>
          <ac:spMkLst>
            <pc:docMk/>
            <pc:sldMk cId="3521485154" sldId="346"/>
            <ac:spMk id="18435" creationId="{00000000-0000-0000-0000-000000000000}"/>
          </ac:spMkLst>
        </pc:spChg>
      </pc:sldChg>
      <pc:sldChg chg="modSp mod">
        <pc:chgData name="Casey Mulligan" userId="b1a7e7a662de0c22" providerId="LiveId" clId="{701DB885-4157-674C-8D9F-C88EAF2BE6E8}" dt="2021-10-27T19:39:45.212" v="49"/>
        <pc:sldMkLst>
          <pc:docMk/>
          <pc:sldMk cId="1762999413" sldId="347"/>
        </pc:sldMkLst>
        <pc:spChg chg="mod">
          <ac:chgData name="Casey Mulligan" userId="b1a7e7a662de0c22" providerId="LiveId" clId="{701DB885-4157-674C-8D9F-C88EAF2BE6E8}" dt="2021-10-27T19:39:45.212" v="49"/>
          <ac:spMkLst>
            <pc:docMk/>
            <pc:sldMk cId="1762999413" sldId="347"/>
            <ac:spMk id="18435" creationId="{00000000-0000-0000-0000-000000000000}"/>
          </ac:spMkLst>
        </pc:spChg>
      </pc:sldChg>
      <pc:sldChg chg="modSp add mod">
        <pc:chgData name="Casey Mulligan" userId="b1a7e7a662de0c22" providerId="LiveId" clId="{701DB885-4157-674C-8D9F-C88EAF2BE6E8}" dt="2021-10-27T19:40:09.062" v="52" actId="207"/>
        <pc:sldMkLst>
          <pc:docMk/>
          <pc:sldMk cId="1027104541" sldId="348"/>
        </pc:sldMkLst>
        <pc:spChg chg="mod">
          <ac:chgData name="Casey Mulligan" userId="b1a7e7a662de0c22" providerId="LiveId" clId="{701DB885-4157-674C-8D9F-C88EAF2BE6E8}" dt="2021-10-27T19:40:09.062" v="52" actId="207"/>
          <ac:spMkLst>
            <pc:docMk/>
            <pc:sldMk cId="1027104541" sldId="348"/>
            <ac:spMk id="18435" creationId="{00000000-0000-0000-0000-000000000000}"/>
          </ac:spMkLst>
        </pc:spChg>
      </pc:sldChg>
      <pc:sldChg chg="add">
        <pc:chgData name="Casey Mulligan" userId="b1a7e7a662de0c22" providerId="LiveId" clId="{701DB885-4157-674C-8D9F-C88EAF2BE6E8}" dt="2021-10-27T19:42:29.285" v="174"/>
        <pc:sldMkLst>
          <pc:docMk/>
          <pc:sldMk cId="1992052758" sldId="349"/>
        </pc:sldMkLst>
      </pc:sldChg>
      <pc:sldChg chg="add">
        <pc:chgData name="Casey Mulligan" userId="b1a7e7a662de0c22" providerId="LiveId" clId="{701DB885-4157-674C-8D9F-C88EAF2BE6E8}" dt="2021-10-27T19:43:13.210" v="175"/>
        <pc:sldMkLst>
          <pc:docMk/>
          <pc:sldMk cId="4174265879" sldId="351"/>
        </pc:sldMkLst>
      </pc:sldChg>
      <pc:sldChg chg="add">
        <pc:chgData name="Casey Mulligan" userId="b1a7e7a662de0c22" providerId="LiveId" clId="{701DB885-4157-674C-8D9F-C88EAF2BE6E8}" dt="2021-10-27T19:43:13.210" v="175"/>
        <pc:sldMkLst>
          <pc:docMk/>
          <pc:sldMk cId="135117050" sldId="352"/>
        </pc:sldMkLst>
      </pc:sldChg>
      <pc:sldChg chg="add">
        <pc:chgData name="Casey Mulligan" userId="b1a7e7a662de0c22" providerId="LiveId" clId="{701DB885-4157-674C-8D9F-C88EAF2BE6E8}" dt="2021-10-27T19:43:13.210" v="175"/>
        <pc:sldMkLst>
          <pc:docMk/>
          <pc:sldMk cId="803251054" sldId="353"/>
        </pc:sldMkLst>
      </pc:sldChg>
    </pc:docChg>
  </pc:docChgLst>
  <pc:docChgLst>
    <pc:chgData name="Casey Mulligan" userId="b1a7e7a662de0c22" providerId="LiveId" clId="{608BC30F-EA2F-7944-AF8C-3B9ECC70EC8F}"/>
    <pc:docChg chg="custSel addSld delSld modSld sldOrd delMainMaster">
      <pc:chgData name="Casey Mulligan" userId="b1a7e7a662de0c22" providerId="LiveId" clId="{608BC30F-EA2F-7944-AF8C-3B9ECC70EC8F}" dt="2021-11-11T14:43:07.995" v="4206"/>
      <pc:docMkLst>
        <pc:docMk/>
      </pc:docMkLst>
      <pc:sldChg chg="del">
        <pc:chgData name="Casey Mulligan" userId="b1a7e7a662de0c22" providerId="LiveId" clId="{608BC30F-EA2F-7944-AF8C-3B9ECC70EC8F}" dt="2021-10-31T01:16:35.611" v="20" actId="2696"/>
        <pc:sldMkLst>
          <pc:docMk/>
          <pc:sldMk cId="0" sldId="266"/>
        </pc:sldMkLst>
      </pc:sldChg>
      <pc:sldChg chg="modSp">
        <pc:chgData name="Casey Mulligan" userId="b1a7e7a662de0c22" providerId="LiveId" clId="{608BC30F-EA2F-7944-AF8C-3B9ECC70EC8F}" dt="2021-10-30T21:55:41.729" v="17" actId="20577"/>
        <pc:sldMkLst>
          <pc:docMk/>
          <pc:sldMk cId="0" sldId="267"/>
        </pc:sldMkLst>
        <pc:spChg chg="mod">
          <ac:chgData name="Casey Mulligan" userId="b1a7e7a662de0c22" providerId="LiveId" clId="{608BC30F-EA2F-7944-AF8C-3B9ECC70EC8F}" dt="2021-10-30T21:55:41.729" v="17" actId="20577"/>
          <ac:spMkLst>
            <pc:docMk/>
            <pc:sldMk cId="0" sldId="267"/>
            <ac:spMk id="18435" creationId="{00000000-0000-0000-0000-000000000000}"/>
          </ac:spMkLst>
        </pc:spChg>
      </pc:sldChg>
      <pc:sldChg chg="del">
        <pc:chgData name="Casey Mulligan" userId="b1a7e7a662de0c22" providerId="LiveId" clId="{608BC30F-EA2F-7944-AF8C-3B9ECC70EC8F}" dt="2021-10-31T01:19:36.968" v="60" actId="2696"/>
        <pc:sldMkLst>
          <pc:docMk/>
          <pc:sldMk cId="3213882515" sldId="296"/>
        </pc:sldMkLst>
      </pc:sldChg>
      <pc:sldChg chg="del">
        <pc:chgData name="Casey Mulligan" userId="b1a7e7a662de0c22" providerId="LiveId" clId="{608BC30F-EA2F-7944-AF8C-3B9ECC70EC8F}" dt="2021-10-31T01:17:44.922" v="57" actId="2696"/>
        <pc:sldMkLst>
          <pc:docMk/>
          <pc:sldMk cId="3628679868" sldId="331"/>
        </pc:sldMkLst>
      </pc:sldChg>
      <pc:sldChg chg="del">
        <pc:chgData name="Casey Mulligan" userId="b1a7e7a662de0c22" providerId="LiveId" clId="{608BC30F-EA2F-7944-AF8C-3B9ECC70EC8F}" dt="2021-10-31T01:18:23.474" v="58" actId="2696"/>
        <pc:sldMkLst>
          <pc:docMk/>
          <pc:sldMk cId="4276617165" sldId="334"/>
        </pc:sldMkLst>
      </pc:sldChg>
      <pc:sldChg chg="del">
        <pc:chgData name="Casey Mulligan" userId="b1a7e7a662de0c22" providerId="LiveId" clId="{608BC30F-EA2F-7944-AF8C-3B9ECC70EC8F}" dt="2021-10-31T01:18:26.185" v="59" actId="2696"/>
        <pc:sldMkLst>
          <pc:docMk/>
          <pc:sldMk cId="421186318" sldId="335"/>
        </pc:sldMkLst>
      </pc:sldChg>
      <pc:sldChg chg="modSp mod modAnim modNotesTx">
        <pc:chgData name="Casey Mulligan" userId="b1a7e7a662de0c22" providerId="LiveId" clId="{608BC30F-EA2F-7944-AF8C-3B9ECC70EC8F}" dt="2021-11-11T14:43:07.995" v="4206"/>
        <pc:sldMkLst>
          <pc:docMk/>
          <pc:sldMk cId="458016875" sldId="339"/>
        </pc:sldMkLst>
        <pc:spChg chg="mod">
          <ac:chgData name="Casey Mulligan" userId="b1a7e7a662de0c22" providerId="LiveId" clId="{608BC30F-EA2F-7944-AF8C-3B9ECC70EC8F}" dt="2021-10-31T02:36:28.286" v="1720" actId="14100"/>
          <ac:spMkLst>
            <pc:docMk/>
            <pc:sldMk cId="458016875" sldId="339"/>
            <ac:spMk id="18435" creationId="{00000000-0000-0000-0000-000000000000}"/>
          </ac:spMkLst>
        </pc:spChg>
        <pc:spChg chg="mod">
          <ac:chgData name="Casey Mulligan" userId="b1a7e7a662de0c22" providerId="LiveId" clId="{608BC30F-EA2F-7944-AF8C-3B9ECC70EC8F}" dt="2021-10-31T02:36:05.227" v="1703" actId="6549"/>
          <ac:spMkLst>
            <pc:docMk/>
            <pc:sldMk cId="458016875" sldId="339"/>
            <ac:spMk id="21506" creationId="{00000000-0000-0000-0000-000000000000}"/>
          </ac:spMkLst>
        </pc:spChg>
      </pc:sldChg>
      <pc:sldChg chg="del">
        <pc:chgData name="Casey Mulligan" userId="b1a7e7a662de0c22" providerId="LiveId" clId="{608BC30F-EA2F-7944-AF8C-3B9ECC70EC8F}" dt="2021-10-31T01:17:42.972" v="56" actId="2696"/>
        <pc:sldMkLst>
          <pc:docMk/>
          <pc:sldMk cId="892760988" sldId="342"/>
        </pc:sldMkLst>
      </pc:sldChg>
      <pc:sldChg chg="del">
        <pc:chgData name="Casey Mulligan" userId="b1a7e7a662de0c22" providerId="LiveId" clId="{608BC30F-EA2F-7944-AF8C-3B9ECC70EC8F}" dt="2021-10-31T01:19:36.968" v="60" actId="2696"/>
        <pc:sldMkLst>
          <pc:docMk/>
          <pc:sldMk cId="1825133553" sldId="344"/>
        </pc:sldMkLst>
      </pc:sldChg>
      <pc:sldChg chg="del">
        <pc:chgData name="Casey Mulligan" userId="b1a7e7a662de0c22" providerId="LiveId" clId="{608BC30F-EA2F-7944-AF8C-3B9ECC70EC8F}" dt="2021-10-31T01:19:36.968" v="60" actId="2696"/>
        <pc:sldMkLst>
          <pc:docMk/>
          <pc:sldMk cId="795539793" sldId="345"/>
        </pc:sldMkLst>
      </pc:sldChg>
      <pc:sldChg chg="del">
        <pc:chgData name="Casey Mulligan" userId="b1a7e7a662de0c22" providerId="LiveId" clId="{608BC30F-EA2F-7944-AF8C-3B9ECC70EC8F}" dt="2021-10-31T01:19:36.968" v="60" actId="2696"/>
        <pc:sldMkLst>
          <pc:docMk/>
          <pc:sldMk cId="3521485154" sldId="346"/>
        </pc:sldMkLst>
      </pc:sldChg>
      <pc:sldChg chg="del">
        <pc:chgData name="Casey Mulligan" userId="b1a7e7a662de0c22" providerId="LiveId" clId="{608BC30F-EA2F-7944-AF8C-3B9ECC70EC8F}" dt="2021-10-31T01:19:36.968" v="60" actId="2696"/>
        <pc:sldMkLst>
          <pc:docMk/>
          <pc:sldMk cId="1762999413" sldId="347"/>
        </pc:sldMkLst>
      </pc:sldChg>
      <pc:sldChg chg="del">
        <pc:chgData name="Casey Mulligan" userId="b1a7e7a662de0c22" providerId="LiveId" clId="{608BC30F-EA2F-7944-AF8C-3B9ECC70EC8F}" dt="2021-10-31T01:19:36.968" v="60" actId="2696"/>
        <pc:sldMkLst>
          <pc:docMk/>
          <pc:sldMk cId="1027104541" sldId="348"/>
        </pc:sldMkLst>
      </pc:sldChg>
      <pc:sldChg chg="del">
        <pc:chgData name="Casey Mulligan" userId="b1a7e7a662de0c22" providerId="LiveId" clId="{608BC30F-EA2F-7944-AF8C-3B9ECC70EC8F}" dt="2021-10-31T01:16:48.235" v="55" actId="2696"/>
        <pc:sldMkLst>
          <pc:docMk/>
          <pc:sldMk cId="1992052758" sldId="349"/>
        </pc:sldMkLst>
      </pc:sldChg>
      <pc:sldChg chg="del">
        <pc:chgData name="Casey Mulligan" userId="b1a7e7a662de0c22" providerId="LiveId" clId="{608BC30F-EA2F-7944-AF8C-3B9ECC70EC8F}" dt="2021-10-31T01:19:36.968" v="60" actId="2696"/>
        <pc:sldMkLst>
          <pc:docMk/>
          <pc:sldMk cId="4174265879" sldId="351"/>
        </pc:sldMkLst>
      </pc:sldChg>
      <pc:sldChg chg="del">
        <pc:chgData name="Casey Mulligan" userId="b1a7e7a662de0c22" providerId="LiveId" clId="{608BC30F-EA2F-7944-AF8C-3B9ECC70EC8F}" dt="2021-10-31T01:19:36.968" v="60" actId="2696"/>
        <pc:sldMkLst>
          <pc:docMk/>
          <pc:sldMk cId="135117050" sldId="352"/>
        </pc:sldMkLst>
      </pc:sldChg>
      <pc:sldChg chg="del">
        <pc:chgData name="Casey Mulligan" userId="b1a7e7a662de0c22" providerId="LiveId" clId="{608BC30F-EA2F-7944-AF8C-3B9ECC70EC8F}" dt="2021-10-31T01:19:36.968" v="60" actId="2696"/>
        <pc:sldMkLst>
          <pc:docMk/>
          <pc:sldMk cId="803251054" sldId="353"/>
        </pc:sldMkLst>
      </pc:sldChg>
      <pc:sldChg chg="addSp delSp modSp add mod modAnim modNotesTx">
        <pc:chgData name="Casey Mulligan" userId="b1a7e7a662de0c22" providerId="LiveId" clId="{608BC30F-EA2F-7944-AF8C-3B9ECC70EC8F}" dt="2021-11-02T13:44:52.052" v="3416" actId="1076"/>
        <pc:sldMkLst>
          <pc:docMk/>
          <pc:sldMk cId="2263729591" sldId="382"/>
        </pc:sldMkLst>
        <pc:spChg chg="del">
          <ac:chgData name="Casey Mulligan" userId="b1a7e7a662de0c22" providerId="LiveId" clId="{608BC30F-EA2F-7944-AF8C-3B9ECC70EC8F}" dt="2021-10-31T02:00:44.317" v="886" actId="478"/>
          <ac:spMkLst>
            <pc:docMk/>
            <pc:sldMk cId="2263729591" sldId="382"/>
            <ac:spMk id="32" creationId="{3D01A546-0BAD-2947-B093-66EE7D7BB3D1}"/>
          </ac:spMkLst>
        </pc:spChg>
        <pc:spChg chg="del">
          <ac:chgData name="Casey Mulligan" userId="b1a7e7a662de0c22" providerId="LiveId" clId="{608BC30F-EA2F-7944-AF8C-3B9ECC70EC8F}" dt="2021-10-31T02:00:44.317" v="886" actId="478"/>
          <ac:spMkLst>
            <pc:docMk/>
            <pc:sldMk cId="2263729591" sldId="382"/>
            <ac:spMk id="36" creationId="{1A6A0A21-38FA-754D-988D-9AB1787E03AF}"/>
          </ac:spMkLst>
        </pc:spChg>
        <pc:spChg chg="del">
          <ac:chgData name="Casey Mulligan" userId="b1a7e7a662de0c22" providerId="LiveId" clId="{608BC30F-EA2F-7944-AF8C-3B9ECC70EC8F}" dt="2021-10-31T02:00:29.341" v="882" actId="478"/>
          <ac:spMkLst>
            <pc:docMk/>
            <pc:sldMk cId="2263729591" sldId="382"/>
            <ac:spMk id="38" creationId="{DA234365-0D5A-1C44-98C1-F3D1F5A94D8D}"/>
          </ac:spMkLst>
        </pc:spChg>
        <pc:spChg chg="add mod">
          <ac:chgData name="Casey Mulligan" userId="b1a7e7a662de0c22" providerId="LiveId" clId="{608BC30F-EA2F-7944-AF8C-3B9ECC70EC8F}" dt="2021-10-31T02:09:42.521" v="964" actId="1076"/>
          <ac:spMkLst>
            <pc:docMk/>
            <pc:sldMk cId="2263729591" sldId="382"/>
            <ac:spMk id="39" creationId="{AE576DCC-21F7-814A-92C0-306592B059A6}"/>
          </ac:spMkLst>
        </pc:spChg>
        <pc:spChg chg="del">
          <ac:chgData name="Casey Mulligan" userId="b1a7e7a662de0c22" providerId="LiveId" clId="{608BC30F-EA2F-7944-AF8C-3B9ECC70EC8F}" dt="2021-10-31T02:00:39.664" v="885" actId="478"/>
          <ac:spMkLst>
            <pc:docMk/>
            <pc:sldMk cId="2263729591" sldId="382"/>
            <ac:spMk id="51" creationId="{B9725F44-0072-0246-9AF8-9C62CB8567D6}"/>
          </ac:spMkLst>
        </pc:spChg>
        <pc:spChg chg="del">
          <ac:chgData name="Casey Mulligan" userId="b1a7e7a662de0c22" providerId="LiveId" clId="{608BC30F-EA2F-7944-AF8C-3B9ECC70EC8F}" dt="2021-10-31T02:00:37.540" v="884" actId="478"/>
          <ac:spMkLst>
            <pc:docMk/>
            <pc:sldMk cId="2263729591" sldId="382"/>
            <ac:spMk id="53" creationId="{7B830E13-B66A-2742-9352-D4A39F95CB89}"/>
          </ac:spMkLst>
        </pc:spChg>
        <pc:spChg chg="mod">
          <ac:chgData name="Casey Mulligan" userId="b1a7e7a662de0c22" providerId="LiveId" clId="{608BC30F-EA2F-7944-AF8C-3B9ECC70EC8F}" dt="2021-11-02T13:44:52.052" v="3416" actId="1076"/>
          <ac:spMkLst>
            <pc:docMk/>
            <pc:sldMk cId="2263729591" sldId="382"/>
            <ac:spMk id="57" creationId="{431C02C3-2FCF-D545-9BBA-756DDB601391}"/>
          </ac:spMkLst>
        </pc:spChg>
        <pc:spChg chg="del">
          <ac:chgData name="Casey Mulligan" userId="b1a7e7a662de0c22" providerId="LiveId" clId="{608BC30F-EA2F-7944-AF8C-3B9ECC70EC8F}" dt="2021-10-31T02:00:37.540" v="884" actId="478"/>
          <ac:spMkLst>
            <pc:docMk/>
            <pc:sldMk cId="2263729591" sldId="382"/>
            <ac:spMk id="59" creationId="{972645DE-049C-934B-A38D-84E2F192E243}"/>
          </ac:spMkLst>
        </pc:spChg>
        <pc:spChg chg="del">
          <ac:chgData name="Casey Mulligan" userId="b1a7e7a662de0c22" providerId="LiveId" clId="{608BC30F-EA2F-7944-AF8C-3B9ECC70EC8F}" dt="2021-10-31T02:00:49.452" v="887" actId="478"/>
          <ac:spMkLst>
            <pc:docMk/>
            <pc:sldMk cId="2263729591" sldId="382"/>
            <ac:spMk id="60" creationId="{F50DDF7D-F672-5542-A171-30E926E77BA0}"/>
          </ac:spMkLst>
        </pc:spChg>
        <pc:spChg chg="del">
          <ac:chgData name="Casey Mulligan" userId="b1a7e7a662de0c22" providerId="LiveId" clId="{608BC30F-EA2F-7944-AF8C-3B9ECC70EC8F}" dt="2021-10-31T02:02:31.859" v="896" actId="478"/>
          <ac:spMkLst>
            <pc:docMk/>
            <pc:sldMk cId="2263729591" sldId="382"/>
            <ac:spMk id="61" creationId="{81443991-451D-8142-AC87-B3FEC91C4F34}"/>
          </ac:spMkLst>
        </pc:spChg>
        <pc:spChg chg="del">
          <ac:chgData name="Casey Mulligan" userId="b1a7e7a662de0c22" providerId="LiveId" clId="{608BC30F-EA2F-7944-AF8C-3B9ECC70EC8F}" dt="2021-10-31T02:00:49.452" v="887" actId="478"/>
          <ac:spMkLst>
            <pc:docMk/>
            <pc:sldMk cId="2263729591" sldId="382"/>
            <ac:spMk id="62" creationId="{FFABC2C8-6B50-7D4E-A4E5-D4D3D9198239}"/>
          </ac:spMkLst>
        </pc:spChg>
        <pc:spChg chg="del">
          <ac:chgData name="Casey Mulligan" userId="b1a7e7a662de0c22" providerId="LiveId" clId="{608BC30F-EA2F-7944-AF8C-3B9ECC70EC8F}" dt="2021-10-31T02:00:32.329" v="883" actId="478"/>
          <ac:spMkLst>
            <pc:docMk/>
            <pc:sldMk cId="2263729591" sldId="382"/>
            <ac:spMk id="63" creationId="{F3E042F5-9954-CF49-A425-24319248A015}"/>
          </ac:spMkLst>
        </pc:spChg>
      </pc:sldChg>
      <pc:sldChg chg="modSp add mod">
        <pc:chgData name="Casey Mulligan" userId="b1a7e7a662de0c22" providerId="LiveId" clId="{608BC30F-EA2F-7944-AF8C-3B9ECC70EC8F}" dt="2021-10-31T01:16:44.407" v="54" actId="20577"/>
        <pc:sldMkLst>
          <pc:docMk/>
          <pc:sldMk cId="1573341006" sldId="384"/>
        </pc:sldMkLst>
        <pc:spChg chg="mod">
          <ac:chgData name="Casey Mulligan" userId="b1a7e7a662de0c22" providerId="LiveId" clId="{608BC30F-EA2F-7944-AF8C-3B9ECC70EC8F}" dt="2021-10-31T01:16:44.407" v="54" actId="20577"/>
          <ac:spMkLst>
            <pc:docMk/>
            <pc:sldMk cId="1573341006" sldId="384"/>
            <ac:spMk id="58369" creationId="{00000000-0000-0000-0000-000000000000}"/>
          </ac:spMkLst>
        </pc:spChg>
      </pc:sldChg>
      <pc:sldChg chg="addSp modSp add mod modAnim modNotesTx">
        <pc:chgData name="Casey Mulligan" userId="b1a7e7a662de0c22" providerId="LiveId" clId="{608BC30F-EA2F-7944-AF8C-3B9ECC70EC8F}" dt="2021-10-31T01:45:43.359" v="566"/>
        <pc:sldMkLst>
          <pc:docMk/>
          <pc:sldMk cId="4186448167" sldId="385"/>
        </pc:sldMkLst>
        <pc:spChg chg="add mod">
          <ac:chgData name="Casey Mulligan" userId="b1a7e7a662de0c22" providerId="LiveId" clId="{608BC30F-EA2F-7944-AF8C-3B9ECC70EC8F}" dt="2021-10-31T01:44:02.784" v="559" actId="1076"/>
          <ac:spMkLst>
            <pc:docMk/>
            <pc:sldMk cId="4186448167" sldId="385"/>
            <ac:spMk id="4" creationId="{00F5DE65-ED37-5244-8EF7-ACCD9FE9ABAA}"/>
          </ac:spMkLst>
        </pc:spChg>
        <pc:spChg chg="add mod">
          <ac:chgData name="Casey Mulligan" userId="b1a7e7a662de0c22" providerId="LiveId" clId="{608BC30F-EA2F-7944-AF8C-3B9ECC70EC8F}" dt="2021-10-31T01:44:02.784" v="559" actId="1076"/>
          <ac:spMkLst>
            <pc:docMk/>
            <pc:sldMk cId="4186448167" sldId="385"/>
            <ac:spMk id="5" creationId="{8B9B25AF-4C60-A645-97E1-43F51ECFD869}"/>
          </ac:spMkLst>
        </pc:spChg>
        <pc:spChg chg="mod">
          <ac:chgData name="Casey Mulligan" userId="b1a7e7a662de0c22" providerId="LiveId" clId="{608BC30F-EA2F-7944-AF8C-3B9ECC70EC8F}" dt="2021-10-31T01:43:43.279" v="557" actId="1076"/>
          <ac:spMkLst>
            <pc:docMk/>
            <pc:sldMk cId="4186448167" sldId="385"/>
            <ac:spMk id="18435" creationId="{00000000-0000-0000-0000-000000000000}"/>
          </ac:spMkLst>
        </pc:spChg>
        <pc:spChg chg="mod">
          <ac:chgData name="Casey Mulligan" userId="b1a7e7a662de0c22" providerId="LiveId" clId="{608BC30F-EA2F-7944-AF8C-3B9ECC70EC8F}" dt="2021-10-31T01:20:47.687" v="73" actId="20577"/>
          <ac:spMkLst>
            <pc:docMk/>
            <pc:sldMk cId="4186448167" sldId="385"/>
            <ac:spMk id="21506" creationId="{00000000-0000-0000-0000-000000000000}"/>
          </ac:spMkLst>
        </pc:spChg>
      </pc:sldChg>
      <pc:sldChg chg="addSp modSp add mod modAnim modNotesTx">
        <pc:chgData name="Casey Mulligan" userId="b1a7e7a662de0c22" providerId="LiveId" clId="{608BC30F-EA2F-7944-AF8C-3B9ECC70EC8F}" dt="2021-11-11T14:28:54.762" v="3870" actId="20577"/>
        <pc:sldMkLst>
          <pc:docMk/>
          <pc:sldMk cId="3534002715" sldId="386"/>
        </pc:sldMkLst>
        <pc:spChg chg="mod">
          <ac:chgData name="Casey Mulligan" userId="b1a7e7a662de0c22" providerId="LiveId" clId="{608BC30F-EA2F-7944-AF8C-3B9ECC70EC8F}" dt="2021-10-31T01:52:33.310" v="714" actId="1076"/>
          <ac:spMkLst>
            <pc:docMk/>
            <pc:sldMk cId="3534002715" sldId="386"/>
            <ac:spMk id="4" creationId="{00F5DE65-ED37-5244-8EF7-ACCD9FE9ABAA}"/>
          </ac:spMkLst>
        </pc:spChg>
        <pc:spChg chg="mod">
          <ac:chgData name="Casey Mulligan" userId="b1a7e7a662de0c22" providerId="LiveId" clId="{608BC30F-EA2F-7944-AF8C-3B9ECC70EC8F}" dt="2021-10-31T01:52:29.089" v="713" actId="1076"/>
          <ac:spMkLst>
            <pc:docMk/>
            <pc:sldMk cId="3534002715" sldId="386"/>
            <ac:spMk id="5" creationId="{8B9B25AF-4C60-A645-97E1-43F51ECFD869}"/>
          </ac:spMkLst>
        </pc:spChg>
        <pc:spChg chg="add mod">
          <ac:chgData name="Casey Mulligan" userId="b1a7e7a662de0c22" providerId="LiveId" clId="{608BC30F-EA2F-7944-AF8C-3B9ECC70EC8F}" dt="2021-10-31T01:53:37.287" v="761" actId="20577"/>
          <ac:spMkLst>
            <pc:docMk/>
            <pc:sldMk cId="3534002715" sldId="386"/>
            <ac:spMk id="6" creationId="{F2CA0C73-B3B6-0345-9F72-4ADA8882551A}"/>
          </ac:spMkLst>
        </pc:spChg>
        <pc:spChg chg="mod">
          <ac:chgData name="Casey Mulligan" userId="b1a7e7a662de0c22" providerId="LiveId" clId="{608BC30F-EA2F-7944-AF8C-3B9ECC70EC8F}" dt="2021-11-11T14:27:00.193" v="3634" actId="20577"/>
          <ac:spMkLst>
            <pc:docMk/>
            <pc:sldMk cId="3534002715" sldId="386"/>
            <ac:spMk id="18435" creationId="{00000000-0000-0000-0000-000000000000}"/>
          </ac:spMkLst>
        </pc:spChg>
        <pc:spChg chg="mod">
          <ac:chgData name="Casey Mulligan" userId="b1a7e7a662de0c22" providerId="LiveId" clId="{608BC30F-EA2F-7944-AF8C-3B9ECC70EC8F}" dt="2021-11-11T14:28:30.459" v="3782" actId="20577"/>
          <ac:spMkLst>
            <pc:docMk/>
            <pc:sldMk cId="3534002715" sldId="386"/>
            <ac:spMk id="21506" creationId="{00000000-0000-0000-0000-000000000000}"/>
          </ac:spMkLst>
        </pc:spChg>
      </pc:sldChg>
      <pc:sldChg chg="delSp modSp add mod modAnim modNotesTx">
        <pc:chgData name="Casey Mulligan" userId="b1a7e7a662de0c22" providerId="LiveId" clId="{608BC30F-EA2F-7944-AF8C-3B9ECC70EC8F}" dt="2021-10-31T01:57:54.759" v="876" actId="6549"/>
        <pc:sldMkLst>
          <pc:docMk/>
          <pc:sldMk cId="2687021242" sldId="387"/>
        </pc:sldMkLst>
        <pc:spChg chg="mod">
          <ac:chgData name="Casey Mulligan" userId="b1a7e7a662de0c22" providerId="LiveId" clId="{608BC30F-EA2F-7944-AF8C-3B9ECC70EC8F}" dt="2021-10-31T01:57:01.954" v="871" actId="1076"/>
          <ac:spMkLst>
            <pc:docMk/>
            <pc:sldMk cId="2687021242" sldId="387"/>
            <ac:spMk id="4" creationId="{00F5DE65-ED37-5244-8EF7-ACCD9FE9ABAA}"/>
          </ac:spMkLst>
        </pc:spChg>
        <pc:spChg chg="del">
          <ac:chgData name="Casey Mulligan" userId="b1a7e7a662de0c22" providerId="LiveId" clId="{608BC30F-EA2F-7944-AF8C-3B9ECC70EC8F}" dt="2021-10-31T01:55:47.920" v="815" actId="478"/>
          <ac:spMkLst>
            <pc:docMk/>
            <pc:sldMk cId="2687021242" sldId="387"/>
            <ac:spMk id="5" creationId="{8B9B25AF-4C60-A645-97E1-43F51ECFD869}"/>
          </ac:spMkLst>
        </pc:spChg>
        <pc:spChg chg="mod">
          <ac:chgData name="Casey Mulligan" userId="b1a7e7a662de0c22" providerId="LiveId" clId="{608BC30F-EA2F-7944-AF8C-3B9ECC70EC8F}" dt="2021-10-31T01:57:45.141" v="875" actId="1076"/>
          <ac:spMkLst>
            <pc:docMk/>
            <pc:sldMk cId="2687021242" sldId="387"/>
            <ac:spMk id="6" creationId="{F2CA0C73-B3B6-0345-9F72-4ADA8882551A}"/>
          </ac:spMkLst>
        </pc:spChg>
        <pc:spChg chg="mod">
          <ac:chgData name="Casey Mulligan" userId="b1a7e7a662de0c22" providerId="LiveId" clId="{608BC30F-EA2F-7944-AF8C-3B9ECC70EC8F}" dt="2021-10-31T01:57:39.481" v="874" actId="6549"/>
          <ac:spMkLst>
            <pc:docMk/>
            <pc:sldMk cId="2687021242" sldId="387"/>
            <ac:spMk id="18435" creationId="{00000000-0000-0000-0000-000000000000}"/>
          </ac:spMkLst>
        </pc:spChg>
        <pc:spChg chg="mod">
          <ac:chgData name="Casey Mulligan" userId="b1a7e7a662de0c22" providerId="LiveId" clId="{608BC30F-EA2F-7944-AF8C-3B9ECC70EC8F}" dt="2021-10-31T01:55:27.713" v="812" actId="404"/>
          <ac:spMkLst>
            <pc:docMk/>
            <pc:sldMk cId="2687021242" sldId="387"/>
            <ac:spMk id="21506" creationId="{00000000-0000-0000-0000-000000000000}"/>
          </ac:spMkLst>
        </pc:spChg>
      </pc:sldChg>
      <pc:sldChg chg="addSp delSp modSp add mod modAnim modNotesTx">
        <pc:chgData name="Casey Mulligan" userId="b1a7e7a662de0c22" providerId="LiveId" clId="{608BC30F-EA2F-7944-AF8C-3B9ECC70EC8F}" dt="2021-11-02T13:25:54.018" v="3097" actId="14100"/>
        <pc:sldMkLst>
          <pc:docMk/>
          <pc:sldMk cId="999656255" sldId="388"/>
        </pc:sldMkLst>
        <pc:spChg chg="add mod">
          <ac:chgData name="Casey Mulligan" userId="b1a7e7a662de0c22" providerId="LiveId" clId="{608BC30F-EA2F-7944-AF8C-3B9ECC70EC8F}" dt="2021-10-31T02:33:38.309" v="1605" actId="1076"/>
          <ac:spMkLst>
            <pc:docMk/>
            <pc:sldMk cId="999656255" sldId="388"/>
            <ac:spMk id="2" creationId="{95A316C8-0319-4C48-A0F4-660196075AE3}"/>
          </ac:spMkLst>
        </pc:spChg>
        <pc:spChg chg="mod">
          <ac:chgData name="Casey Mulligan" userId="b1a7e7a662de0c22" providerId="LiveId" clId="{608BC30F-EA2F-7944-AF8C-3B9ECC70EC8F}" dt="2021-11-02T13:25:54.018" v="3097" actId="14100"/>
          <ac:spMkLst>
            <pc:docMk/>
            <pc:sldMk cId="999656255" sldId="388"/>
            <ac:spMk id="38" creationId="{DA234365-0D5A-1C44-98C1-F3D1F5A94D8D}"/>
          </ac:spMkLst>
        </pc:spChg>
        <pc:spChg chg="add mod">
          <ac:chgData name="Casey Mulligan" userId="b1a7e7a662de0c22" providerId="LiveId" clId="{608BC30F-EA2F-7944-AF8C-3B9ECC70EC8F}" dt="2021-10-31T02:34:38.889" v="1642" actId="1076"/>
          <ac:spMkLst>
            <pc:docMk/>
            <pc:sldMk cId="999656255" sldId="388"/>
            <ac:spMk id="39" creationId="{27D205D3-E32C-334C-BBDF-3DC8C3ABEED7}"/>
          </ac:spMkLst>
        </pc:spChg>
        <pc:spChg chg="mod">
          <ac:chgData name="Casey Mulligan" userId="b1a7e7a662de0c22" providerId="LiveId" clId="{608BC30F-EA2F-7944-AF8C-3B9ECC70EC8F}" dt="2021-11-02T13:25:38.459" v="3096" actId="14100"/>
          <ac:spMkLst>
            <pc:docMk/>
            <pc:sldMk cId="999656255" sldId="388"/>
            <ac:spMk id="40" creationId="{D0CDC0DA-DC8F-C34F-9D26-54D1E2451897}"/>
          </ac:spMkLst>
        </pc:spChg>
        <pc:spChg chg="del">
          <ac:chgData name="Casey Mulligan" userId="b1a7e7a662de0c22" providerId="LiveId" clId="{608BC30F-EA2F-7944-AF8C-3B9ECC70EC8F}" dt="2021-11-02T13:25:26.331" v="3094" actId="478"/>
          <ac:spMkLst>
            <pc:docMk/>
            <pc:sldMk cId="999656255" sldId="388"/>
            <ac:spMk id="43" creationId="{A85F0705-DBBA-DA47-A1CF-91AE49C75D8A}"/>
          </ac:spMkLst>
        </pc:spChg>
        <pc:spChg chg="del">
          <ac:chgData name="Casey Mulligan" userId="b1a7e7a662de0c22" providerId="LiveId" clId="{608BC30F-EA2F-7944-AF8C-3B9ECC70EC8F}" dt="2021-11-02T13:25:20.189" v="3092" actId="478"/>
          <ac:spMkLst>
            <pc:docMk/>
            <pc:sldMk cId="999656255" sldId="388"/>
            <ac:spMk id="52" creationId="{FB2BD190-61A3-5E45-93BC-07A0971B9020}"/>
          </ac:spMkLst>
        </pc:spChg>
        <pc:spChg chg="del">
          <ac:chgData name="Casey Mulligan" userId="b1a7e7a662de0c22" providerId="LiveId" clId="{608BC30F-EA2F-7944-AF8C-3B9ECC70EC8F}" dt="2021-11-02T13:25:22.837" v="3093" actId="478"/>
          <ac:spMkLst>
            <pc:docMk/>
            <pc:sldMk cId="999656255" sldId="388"/>
            <ac:spMk id="54" creationId="{0FE1C01D-EB9D-1043-BC73-D427FFD735F0}"/>
          </ac:spMkLst>
        </pc:spChg>
        <pc:spChg chg="del">
          <ac:chgData name="Casey Mulligan" userId="b1a7e7a662de0c22" providerId="LiveId" clId="{608BC30F-EA2F-7944-AF8C-3B9ECC70EC8F}" dt="2021-11-02T13:25:31.330" v="3095" actId="478"/>
          <ac:spMkLst>
            <pc:docMk/>
            <pc:sldMk cId="999656255" sldId="388"/>
            <ac:spMk id="56" creationId="{F4A61005-A783-154D-81A9-6AB62C371F62}"/>
          </ac:spMkLst>
        </pc:spChg>
        <pc:spChg chg="del mod">
          <ac:chgData name="Casey Mulligan" userId="b1a7e7a662de0c22" providerId="LiveId" clId="{608BC30F-EA2F-7944-AF8C-3B9ECC70EC8F}" dt="2021-11-02T13:25:17.534" v="3091" actId="478"/>
          <ac:spMkLst>
            <pc:docMk/>
            <pc:sldMk cId="999656255" sldId="388"/>
            <ac:spMk id="57" creationId="{431C02C3-2FCF-D545-9BBA-756DDB601391}"/>
          </ac:spMkLst>
        </pc:spChg>
        <pc:spChg chg="mod">
          <ac:chgData name="Casey Mulligan" userId="b1a7e7a662de0c22" providerId="LiveId" clId="{608BC30F-EA2F-7944-AF8C-3B9ECC70EC8F}" dt="2021-10-31T02:32:32.984" v="1599" actId="167"/>
          <ac:spMkLst>
            <pc:docMk/>
            <pc:sldMk cId="999656255" sldId="388"/>
            <ac:spMk id="59" creationId="{972645DE-049C-934B-A38D-84E2F192E243}"/>
          </ac:spMkLst>
        </pc:spChg>
        <pc:spChg chg="mod">
          <ac:chgData name="Casey Mulligan" userId="b1a7e7a662de0c22" providerId="LiveId" clId="{608BC30F-EA2F-7944-AF8C-3B9ECC70EC8F}" dt="2021-10-31T02:23:46.863" v="1410" actId="14100"/>
          <ac:spMkLst>
            <pc:docMk/>
            <pc:sldMk cId="999656255" sldId="388"/>
            <ac:spMk id="61" creationId="{81443991-451D-8142-AC87-B3FEC91C4F34}"/>
          </ac:spMkLst>
        </pc:spChg>
        <pc:spChg chg="mod">
          <ac:chgData name="Casey Mulligan" userId="b1a7e7a662de0c22" providerId="LiveId" clId="{608BC30F-EA2F-7944-AF8C-3B9ECC70EC8F}" dt="2021-10-31T02:33:22.687" v="1602" actId="167"/>
          <ac:spMkLst>
            <pc:docMk/>
            <pc:sldMk cId="999656255" sldId="388"/>
            <ac:spMk id="2070" creationId="{00000000-0000-0000-0000-000000000000}"/>
          </ac:spMkLst>
        </pc:spChg>
      </pc:sldChg>
      <pc:sldChg chg="delSp modSp add mod ord modAnim">
        <pc:chgData name="Casey Mulligan" userId="b1a7e7a662de0c22" providerId="LiveId" clId="{608BC30F-EA2F-7944-AF8C-3B9ECC70EC8F}" dt="2021-10-31T02:30:26.976" v="1572" actId="20577"/>
        <pc:sldMkLst>
          <pc:docMk/>
          <pc:sldMk cId="1705553157" sldId="389"/>
        </pc:sldMkLst>
        <pc:spChg chg="del">
          <ac:chgData name="Casey Mulligan" userId="b1a7e7a662de0c22" providerId="LiveId" clId="{608BC30F-EA2F-7944-AF8C-3B9ECC70EC8F}" dt="2021-10-31T02:21:45.728" v="1294" actId="478"/>
          <ac:spMkLst>
            <pc:docMk/>
            <pc:sldMk cId="1705553157" sldId="389"/>
            <ac:spMk id="4" creationId="{00F5DE65-ED37-5244-8EF7-ACCD9FE9ABAA}"/>
          </ac:spMkLst>
        </pc:spChg>
        <pc:spChg chg="del">
          <ac:chgData name="Casey Mulligan" userId="b1a7e7a662de0c22" providerId="LiveId" clId="{608BC30F-EA2F-7944-AF8C-3B9ECC70EC8F}" dt="2021-10-31T02:23:05.751" v="1399" actId="478"/>
          <ac:spMkLst>
            <pc:docMk/>
            <pc:sldMk cId="1705553157" sldId="389"/>
            <ac:spMk id="6" creationId="{F2CA0C73-B3B6-0345-9F72-4ADA8882551A}"/>
          </ac:spMkLst>
        </pc:spChg>
        <pc:spChg chg="mod">
          <ac:chgData name="Casey Mulligan" userId="b1a7e7a662de0c22" providerId="LiveId" clId="{608BC30F-EA2F-7944-AF8C-3B9ECC70EC8F}" dt="2021-10-31T02:30:26.976" v="1572" actId="20577"/>
          <ac:spMkLst>
            <pc:docMk/>
            <pc:sldMk cId="1705553157" sldId="389"/>
            <ac:spMk id="18435" creationId="{00000000-0000-0000-0000-000000000000}"/>
          </ac:spMkLst>
        </pc:spChg>
        <pc:spChg chg="mod">
          <ac:chgData name="Casey Mulligan" userId="b1a7e7a662de0c22" providerId="LiveId" clId="{608BC30F-EA2F-7944-AF8C-3B9ECC70EC8F}" dt="2021-10-31T02:13:42.408" v="1099" actId="20577"/>
          <ac:spMkLst>
            <pc:docMk/>
            <pc:sldMk cId="1705553157" sldId="389"/>
            <ac:spMk id="21506" creationId="{00000000-0000-0000-0000-000000000000}"/>
          </ac:spMkLst>
        </pc:spChg>
      </pc:sldChg>
      <pc:sldChg chg="addSp delSp modSp add mod ord modAnim modNotesTx">
        <pc:chgData name="Casey Mulligan" userId="b1a7e7a662de0c22" providerId="LiveId" clId="{608BC30F-EA2F-7944-AF8C-3B9ECC70EC8F}" dt="2021-11-02T14:21:01.268" v="3515" actId="20577"/>
        <pc:sldMkLst>
          <pc:docMk/>
          <pc:sldMk cId="1375259352" sldId="390"/>
        </pc:sldMkLst>
        <pc:spChg chg="add del mod">
          <ac:chgData name="Casey Mulligan" userId="b1a7e7a662de0c22" providerId="LiveId" clId="{608BC30F-EA2F-7944-AF8C-3B9ECC70EC8F}" dt="2021-10-31T02:35:22.961" v="1645"/>
          <ac:spMkLst>
            <pc:docMk/>
            <pc:sldMk cId="1375259352" sldId="390"/>
            <ac:spMk id="4" creationId="{80AFB7AD-7099-E745-BA56-1942068CDA10}"/>
          </ac:spMkLst>
        </pc:spChg>
        <pc:spChg chg="mod">
          <ac:chgData name="Casey Mulligan" userId="b1a7e7a662de0c22" providerId="LiveId" clId="{608BC30F-EA2F-7944-AF8C-3B9ECC70EC8F}" dt="2021-11-02T13:31:30.623" v="3176" actId="20577"/>
          <ac:spMkLst>
            <pc:docMk/>
            <pc:sldMk cId="1375259352" sldId="390"/>
            <ac:spMk id="18435" creationId="{00000000-0000-0000-0000-000000000000}"/>
          </ac:spMkLst>
        </pc:spChg>
        <pc:spChg chg="mod">
          <ac:chgData name="Casey Mulligan" userId="b1a7e7a662de0c22" providerId="LiveId" clId="{608BC30F-EA2F-7944-AF8C-3B9ECC70EC8F}" dt="2021-10-31T02:37:31.241" v="1730" actId="403"/>
          <ac:spMkLst>
            <pc:docMk/>
            <pc:sldMk cId="1375259352" sldId="390"/>
            <ac:spMk id="21506" creationId="{00000000-0000-0000-0000-000000000000}"/>
          </ac:spMkLst>
        </pc:spChg>
      </pc:sldChg>
      <pc:sldChg chg="modSp add mod modAnim modNotesTx">
        <pc:chgData name="Casey Mulligan" userId="b1a7e7a662de0c22" providerId="LiveId" clId="{608BC30F-EA2F-7944-AF8C-3B9ECC70EC8F}" dt="2021-11-11T14:40:12.217" v="4174" actId="20577"/>
        <pc:sldMkLst>
          <pc:docMk/>
          <pc:sldMk cId="1369386095" sldId="391"/>
        </pc:sldMkLst>
        <pc:spChg chg="mod">
          <ac:chgData name="Casey Mulligan" userId="b1a7e7a662de0c22" providerId="LiveId" clId="{608BC30F-EA2F-7944-AF8C-3B9ECC70EC8F}" dt="2021-10-31T03:07:25.152" v="2902" actId="1076"/>
          <ac:spMkLst>
            <pc:docMk/>
            <pc:sldMk cId="1369386095" sldId="391"/>
            <ac:spMk id="18435" creationId="{00000000-0000-0000-0000-000000000000}"/>
          </ac:spMkLst>
        </pc:spChg>
        <pc:spChg chg="mod">
          <ac:chgData name="Casey Mulligan" userId="b1a7e7a662de0c22" providerId="LiveId" clId="{608BC30F-EA2F-7944-AF8C-3B9ECC70EC8F}" dt="2021-10-31T02:58:22.467" v="2202" actId="6549"/>
          <ac:spMkLst>
            <pc:docMk/>
            <pc:sldMk cId="1369386095" sldId="391"/>
            <ac:spMk id="21506" creationId="{00000000-0000-0000-0000-000000000000}"/>
          </ac:spMkLst>
        </pc:spChg>
      </pc:sldChg>
      <pc:sldChg chg="modAnim modNotesTx">
        <pc:chgData name="Casey Mulligan" userId="b1a7e7a662de0c22" providerId="LiveId" clId="{608BC30F-EA2F-7944-AF8C-3B9ECC70EC8F}" dt="2021-11-11T14:41:45.844" v="4205"/>
        <pc:sldMkLst>
          <pc:docMk/>
          <pc:sldMk cId="91780053" sldId="392"/>
        </pc:sldMkLst>
      </pc:sldChg>
      <pc:sldChg chg="modNotesTx">
        <pc:chgData name="Casey Mulligan" userId="b1a7e7a662de0c22" providerId="LiveId" clId="{608BC30F-EA2F-7944-AF8C-3B9ECC70EC8F}" dt="2021-11-11T14:37:30.436" v="3941" actId="20577"/>
        <pc:sldMkLst>
          <pc:docMk/>
          <pc:sldMk cId="4232237504" sldId="463"/>
        </pc:sldMkLst>
      </pc:sldChg>
      <pc:sldMasterChg chg="del delSldLayout">
        <pc:chgData name="Casey Mulligan" userId="b1a7e7a662de0c22" providerId="LiveId" clId="{608BC30F-EA2F-7944-AF8C-3B9ECC70EC8F}" dt="2021-10-31T01:17:44.922" v="57" actId="2696"/>
        <pc:sldMasterMkLst>
          <pc:docMk/>
          <pc:sldMasterMk cId="3771989171" sldId="2147483839"/>
        </pc:sldMasterMkLst>
        <pc:sldLayoutChg chg="del">
          <pc:chgData name="Casey Mulligan" userId="b1a7e7a662de0c22" providerId="LiveId" clId="{608BC30F-EA2F-7944-AF8C-3B9ECC70EC8F}" dt="2021-10-31T01:17:44.922" v="57" actId="2696"/>
          <pc:sldLayoutMkLst>
            <pc:docMk/>
            <pc:sldMasterMk cId="3771989171" sldId="2147483839"/>
            <pc:sldLayoutMk cId="1433922758" sldId="2147483840"/>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2032564024" sldId="2147483841"/>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3669955121" sldId="2147483842"/>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2683757797" sldId="2147483843"/>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2715812718" sldId="2147483844"/>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1791089072" sldId="2147483845"/>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825317245" sldId="2147483846"/>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1177285124" sldId="2147483847"/>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4220646209" sldId="2147483848"/>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945944146" sldId="2147483849"/>
          </pc:sldLayoutMkLst>
        </pc:sldLayoutChg>
        <pc:sldLayoutChg chg="del">
          <pc:chgData name="Casey Mulligan" userId="b1a7e7a662de0c22" providerId="LiveId" clId="{608BC30F-EA2F-7944-AF8C-3B9ECC70EC8F}" dt="2021-10-31T01:17:44.922" v="57" actId="2696"/>
          <pc:sldLayoutMkLst>
            <pc:docMk/>
            <pc:sldMasterMk cId="3771989171" sldId="2147483839"/>
            <pc:sldLayoutMk cId="1470596669" sldId="2147483850"/>
          </pc:sldLayoutMkLst>
        </pc:sldLayoutChg>
      </pc:sldMasterChg>
      <pc:sldMasterChg chg="del delSldLayout">
        <pc:chgData name="Casey Mulligan" userId="b1a7e7a662de0c22" providerId="LiveId" clId="{608BC30F-EA2F-7944-AF8C-3B9ECC70EC8F}" dt="2021-10-31T01:19:36.968" v="60" actId="2696"/>
        <pc:sldMasterMkLst>
          <pc:docMk/>
          <pc:sldMasterMk cId="3746376863" sldId="2147483851"/>
        </pc:sldMasterMkLst>
        <pc:sldLayoutChg chg="del">
          <pc:chgData name="Casey Mulligan" userId="b1a7e7a662de0c22" providerId="LiveId" clId="{608BC30F-EA2F-7944-AF8C-3B9ECC70EC8F}" dt="2021-10-31T01:19:36.968" v="60" actId="2696"/>
          <pc:sldLayoutMkLst>
            <pc:docMk/>
            <pc:sldMasterMk cId="3746376863" sldId="2147483851"/>
            <pc:sldLayoutMk cId="567714038" sldId="2147483852"/>
          </pc:sldLayoutMkLst>
        </pc:sldLayoutChg>
      </pc:sldMasterChg>
    </pc:docChg>
  </pc:docChgLst>
  <pc:docChgLst>
    <pc:chgData name="Casey Mulligan" userId="b1a7e7a662de0c22" providerId="LiveId" clId="{23664824-2CBD-774C-8C83-0D3494103A45}"/>
    <pc:docChg chg="modSld">
      <pc:chgData name="Casey Mulligan" userId="b1a7e7a662de0c22" providerId="LiveId" clId="{23664824-2CBD-774C-8C83-0D3494103A45}" dt="2020-05-13T20:04:16.566" v="71" actId="20577"/>
      <pc:docMkLst>
        <pc:docMk/>
      </pc:docMkLst>
      <pc:sldChg chg="modSp">
        <pc:chgData name="Casey Mulligan" userId="b1a7e7a662de0c22" providerId="LiveId" clId="{23664824-2CBD-774C-8C83-0D3494103A45}" dt="2020-05-13T20:03:47.563" v="29" actId="20577"/>
        <pc:sldMkLst>
          <pc:docMk/>
          <pc:sldMk cId="4276617165" sldId="334"/>
        </pc:sldMkLst>
        <pc:spChg chg="mod">
          <ac:chgData name="Casey Mulligan" userId="b1a7e7a662de0c22" providerId="LiveId" clId="{23664824-2CBD-774C-8C83-0D3494103A45}" dt="2020-05-13T20:03:47.563" v="29" actId="20577"/>
          <ac:spMkLst>
            <pc:docMk/>
            <pc:sldMk cId="4276617165" sldId="334"/>
            <ac:spMk id="21506" creationId="{00000000-0000-0000-0000-000000000000}"/>
          </ac:spMkLst>
        </pc:spChg>
      </pc:sldChg>
      <pc:sldChg chg="modSp">
        <pc:chgData name="Casey Mulligan" userId="b1a7e7a662de0c22" providerId="LiveId" clId="{23664824-2CBD-774C-8C83-0D3494103A45}" dt="2020-05-13T20:04:16.566" v="71" actId="20577"/>
        <pc:sldMkLst>
          <pc:docMk/>
          <pc:sldMk cId="421186318" sldId="335"/>
        </pc:sldMkLst>
        <pc:spChg chg="mod">
          <ac:chgData name="Casey Mulligan" userId="b1a7e7a662de0c22" providerId="LiveId" clId="{23664824-2CBD-774C-8C83-0D3494103A45}" dt="2020-05-13T20:04:16.566" v="71" actId="20577"/>
          <ac:spMkLst>
            <pc:docMk/>
            <pc:sldMk cId="421186318" sldId="335"/>
            <ac:spMk id="21506" creationId="{00000000-0000-0000-0000-000000000000}"/>
          </ac:spMkLst>
        </pc:spChg>
      </pc:sldChg>
    </pc:docChg>
  </pc:docChgLst>
  <pc:docChgLst>
    <pc:chgData name="Casey Mulligan" userId="b1a7e7a662de0c22" providerId="LiveId" clId="{24F052E3-DAF7-164E-B875-89525C006D57}"/>
    <pc:docChg chg="modSld">
      <pc:chgData name="Casey Mulligan" userId="b1a7e7a662de0c22" providerId="LiveId" clId="{24F052E3-DAF7-164E-B875-89525C006D57}" dt="2019-09-24T03:08:21.750" v="10" actId="20577"/>
      <pc:docMkLst>
        <pc:docMk/>
      </pc:docMkLst>
      <pc:sldChg chg="modSp">
        <pc:chgData name="Casey Mulligan" userId="b1a7e7a662de0c22" providerId="LiveId" clId="{24F052E3-DAF7-164E-B875-89525C006D57}" dt="2019-09-24T03:08:21.750" v="10" actId="20577"/>
        <pc:sldMkLst>
          <pc:docMk/>
          <pc:sldMk cId="0" sldId="266"/>
        </pc:sldMkLst>
        <pc:spChg chg="mod">
          <ac:chgData name="Casey Mulligan" userId="b1a7e7a662de0c22" providerId="LiveId" clId="{24F052E3-DAF7-164E-B875-89525C006D57}" dt="2019-09-24T03:08:13.039" v="0"/>
          <ac:spMkLst>
            <pc:docMk/>
            <pc:sldMk cId="0" sldId="266"/>
            <ac:spMk id="19458" creationId="{00000000-0000-0000-0000-000000000000}"/>
          </ac:spMkLst>
        </pc:spChg>
        <pc:spChg chg="mod">
          <ac:chgData name="Casey Mulligan" userId="b1a7e7a662de0c22" providerId="LiveId" clId="{24F052E3-DAF7-164E-B875-89525C006D57}" dt="2019-09-24T03:08:21.750" v="10" actId="20577"/>
          <ac:spMkLst>
            <pc:docMk/>
            <pc:sldMk cId="0" sldId="266"/>
            <ac:spMk id="19459" creationId="{00000000-0000-0000-0000-000000000000}"/>
          </ac:spMkLst>
        </pc:spChg>
      </pc:sldChg>
    </pc:docChg>
  </pc:docChgLst>
  <pc:docChgLst>
    <pc:chgData name="Casey Mulligan" userId="b1a7e7a662de0c22" providerId="LiveId" clId="{ED2818AC-A77D-E941-8141-872888A9C126}"/>
    <pc:docChg chg="undo custSel addSld modSld sldOrd">
      <pc:chgData name="Casey Mulligan" userId="b1a7e7a662de0c22" providerId="LiveId" clId="{ED2818AC-A77D-E941-8141-872888A9C126}" dt="2019-10-27T01:16:22.047" v="2062" actId="20577"/>
      <pc:docMkLst>
        <pc:docMk/>
      </pc:docMkLst>
      <pc:sldChg chg="modSp modAnim">
        <pc:chgData name="Casey Mulligan" userId="b1a7e7a662de0c22" providerId="LiveId" clId="{ED2818AC-A77D-E941-8141-872888A9C126}" dt="2019-10-27T01:14:07.047" v="2045" actId="20577"/>
        <pc:sldMkLst>
          <pc:docMk/>
          <pc:sldMk cId="421186318" sldId="335"/>
        </pc:sldMkLst>
        <pc:spChg chg="mod">
          <ac:chgData name="Casey Mulligan" userId="b1a7e7a662de0c22" providerId="LiveId" clId="{ED2818AC-A77D-E941-8141-872888A9C126}" dt="2019-10-27T01:14:07.047" v="2045" actId="20577"/>
          <ac:spMkLst>
            <pc:docMk/>
            <pc:sldMk cId="421186318" sldId="335"/>
            <ac:spMk id="18435" creationId="{00000000-0000-0000-0000-000000000000}"/>
          </ac:spMkLst>
        </pc:spChg>
      </pc:sldChg>
      <pc:sldChg chg="modSp">
        <pc:chgData name="Casey Mulligan" userId="b1a7e7a662de0c22" providerId="LiveId" clId="{ED2818AC-A77D-E941-8141-872888A9C126}" dt="2019-10-27T01:16:22.047" v="2062" actId="20577"/>
        <pc:sldMkLst>
          <pc:docMk/>
          <pc:sldMk cId="2923918630" sldId="336"/>
        </pc:sldMkLst>
        <pc:spChg chg="mod">
          <ac:chgData name="Casey Mulligan" userId="b1a7e7a662de0c22" providerId="LiveId" clId="{ED2818AC-A77D-E941-8141-872888A9C126}" dt="2019-10-27T01:16:22.047" v="2062" actId="20577"/>
          <ac:spMkLst>
            <pc:docMk/>
            <pc:sldMk cId="2923918630" sldId="336"/>
            <ac:spMk id="18435" creationId="{00000000-0000-0000-0000-000000000000}"/>
          </ac:spMkLst>
        </pc:spChg>
      </pc:sldChg>
      <pc:sldChg chg="modSp add modAnim">
        <pc:chgData name="Casey Mulligan" userId="b1a7e7a662de0c22" providerId="LiveId" clId="{ED2818AC-A77D-E941-8141-872888A9C126}" dt="2019-10-26T18:21:49.989" v="1419"/>
        <pc:sldMkLst>
          <pc:docMk/>
          <pc:sldMk cId="4208682032" sldId="337"/>
        </pc:sldMkLst>
        <pc:spChg chg="mod">
          <ac:chgData name="Casey Mulligan" userId="b1a7e7a662de0c22" providerId="LiveId" clId="{ED2818AC-A77D-E941-8141-872888A9C126}" dt="2019-10-26T18:14:30.850" v="1417" actId="20577"/>
          <ac:spMkLst>
            <pc:docMk/>
            <pc:sldMk cId="4208682032" sldId="337"/>
            <ac:spMk id="18435" creationId="{00000000-0000-0000-0000-000000000000}"/>
          </ac:spMkLst>
        </pc:spChg>
        <pc:spChg chg="mod">
          <ac:chgData name="Casey Mulligan" userId="b1a7e7a662de0c22" providerId="LiveId" clId="{ED2818AC-A77D-E941-8141-872888A9C126}" dt="2019-10-25T17:15:24.688" v="189" actId="20577"/>
          <ac:spMkLst>
            <pc:docMk/>
            <pc:sldMk cId="4208682032" sldId="337"/>
            <ac:spMk id="21506" creationId="{00000000-0000-0000-0000-000000000000}"/>
          </ac:spMkLst>
        </pc:spChg>
      </pc:sldChg>
      <pc:sldChg chg="addSp delSp modSp add ord addAnim delAnim modAnim modNotesTx">
        <pc:chgData name="Casey Mulligan" userId="b1a7e7a662de0c22" providerId="LiveId" clId="{ED2818AC-A77D-E941-8141-872888A9C126}" dt="2019-10-26T17:54:54.892" v="606"/>
        <pc:sldMkLst>
          <pc:docMk/>
          <pc:sldMk cId="2667862104" sldId="338"/>
        </pc:sldMkLst>
        <pc:spChg chg="add del mod">
          <ac:chgData name="Casey Mulligan" userId="b1a7e7a662de0c22" providerId="LiveId" clId="{ED2818AC-A77D-E941-8141-872888A9C126}" dt="2019-10-26T17:46:51.205" v="539" actId="478"/>
          <ac:spMkLst>
            <pc:docMk/>
            <pc:sldMk cId="2667862104" sldId="338"/>
            <ac:spMk id="9" creationId="{0B323D76-42BA-0D4B-8989-275F6E63D2FA}"/>
          </ac:spMkLst>
        </pc:spChg>
        <pc:spChg chg="add del mod">
          <ac:chgData name="Casey Mulligan" userId="b1a7e7a662de0c22" providerId="LiveId" clId="{ED2818AC-A77D-E941-8141-872888A9C126}" dt="2019-10-26T17:46:59.051" v="542" actId="167"/>
          <ac:spMkLst>
            <pc:docMk/>
            <pc:sldMk cId="2667862104" sldId="338"/>
            <ac:spMk id="13" creationId="{7F07977E-95FD-DC40-988F-6E584719C6D1}"/>
          </ac:spMkLst>
        </pc:spChg>
        <pc:spChg chg="mod">
          <ac:chgData name="Casey Mulligan" userId="b1a7e7a662de0c22" providerId="LiveId" clId="{ED2818AC-A77D-E941-8141-872888A9C126}" dt="2019-10-26T17:46:16.378" v="533" actId="20577"/>
          <ac:spMkLst>
            <pc:docMk/>
            <pc:sldMk cId="2667862104" sldId="338"/>
            <ac:spMk id="18435" creationId="{00000000-0000-0000-0000-000000000000}"/>
          </ac:spMkLst>
        </pc:spChg>
        <pc:picChg chg="add mod">
          <ac:chgData name="Casey Mulligan" userId="b1a7e7a662de0c22" providerId="LiveId" clId="{ED2818AC-A77D-E941-8141-872888A9C126}" dt="2019-10-26T17:47:06.346" v="544" actId="167"/>
          <ac:picMkLst>
            <pc:docMk/>
            <pc:sldMk cId="2667862104" sldId="338"/>
            <ac:picMk id="2" creationId="{AFDFFEAE-0BEB-C647-82DD-B232B27A945B}"/>
          </ac:picMkLst>
        </pc:picChg>
        <pc:cxnChg chg="add del mod">
          <ac:chgData name="Casey Mulligan" userId="b1a7e7a662de0c22" providerId="LiveId" clId="{ED2818AC-A77D-E941-8141-872888A9C126}" dt="2019-10-26T17:47:03.771" v="543" actId="478"/>
          <ac:cxnSpMkLst>
            <pc:docMk/>
            <pc:sldMk cId="2667862104" sldId="338"/>
            <ac:cxnSpMk id="4" creationId="{E0250BDE-0FEC-0D48-AE7A-67B2E2E00EBB}"/>
          </ac:cxnSpMkLst>
        </pc:cxnChg>
        <pc:cxnChg chg="add del mod">
          <ac:chgData name="Casey Mulligan" userId="b1a7e7a662de0c22" providerId="LiveId" clId="{ED2818AC-A77D-E941-8141-872888A9C126}" dt="2019-10-26T17:46:47.610" v="538" actId="478"/>
          <ac:cxnSpMkLst>
            <pc:docMk/>
            <pc:sldMk cId="2667862104" sldId="338"/>
            <ac:cxnSpMk id="12" creationId="{0DB37AA0-4744-FA49-8237-5D9CFCD32ED5}"/>
          </ac:cxnSpMkLst>
        </pc:cxnChg>
      </pc:sldChg>
      <pc:sldChg chg="modSp add modAnim modNotesTx">
        <pc:chgData name="Casey Mulligan" userId="b1a7e7a662de0c22" providerId="LiveId" clId="{ED2818AC-A77D-E941-8141-872888A9C126}" dt="2019-10-27T00:54:26.935" v="1711" actId="20577"/>
        <pc:sldMkLst>
          <pc:docMk/>
          <pc:sldMk cId="458016875" sldId="339"/>
        </pc:sldMkLst>
        <pc:spChg chg="mod">
          <ac:chgData name="Casey Mulligan" userId="b1a7e7a662de0c22" providerId="LiveId" clId="{ED2818AC-A77D-E941-8141-872888A9C126}" dt="2019-10-27T00:54:13.176" v="1694" actId="20577"/>
          <ac:spMkLst>
            <pc:docMk/>
            <pc:sldMk cId="458016875" sldId="339"/>
            <ac:spMk id="18435" creationId="{00000000-0000-0000-0000-000000000000}"/>
          </ac:spMkLst>
        </pc:spChg>
      </pc:sldChg>
      <pc:sldChg chg="modSp add modAnim">
        <pc:chgData name="Casey Mulligan" userId="b1a7e7a662de0c22" providerId="LiveId" clId="{ED2818AC-A77D-E941-8141-872888A9C126}" dt="2019-10-27T01:03:00.769" v="1919" actId="20577"/>
        <pc:sldMkLst>
          <pc:docMk/>
          <pc:sldMk cId="2318034195" sldId="340"/>
        </pc:sldMkLst>
        <pc:spChg chg="mod">
          <ac:chgData name="Casey Mulligan" userId="b1a7e7a662de0c22" providerId="LiveId" clId="{ED2818AC-A77D-E941-8141-872888A9C126}" dt="2019-10-27T01:03:00.769" v="1919" actId="20577"/>
          <ac:spMkLst>
            <pc:docMk/>
            <pc:sldMk cId="2318034195" sldId="340"/>
            <ac:spMk id="18435" creationId="{00000000-0000-0000-0000-000000000000}"/>
          </ac:spMkLst>
        </pc:spChg>
      </pc:sldChg>
    </pc:docChg>
  </pc:docChgLst>
  <pc:docChgLst>
    <pc:chgData name="Casey Mulligan" userId="b1a7e7a662de0c22" providerId="LiveId" clId="{F1D300D3-3331-3E44-9CD8-B9D338370164}"/>
    <pc:docChg chg="undo custSel addSld delSld modSld sldOrd delMainMaster">
      <pc:chgData name="Casey Mulligan" userId="b1a7e7a662de0c22" providerId="LiveId" clId="{F1D300D3-3331-3E44-9CD8-B9D338370164}" dt="2019-09-27T19:37:00.494" v="1905" actId="6549"/>
      <pc:docMkLst>
        <pc:docMk/>
      </pc:docMkLst>
      <pc:sldChg chg="modSp">
        <pc:chgData name="Casey Mulligan" userId="b1a7e7a662de0c22" providerId="LiveId" clId="{F1D300D3-3331-3E44-9CD8-B9D338370164}" dt="2019-09-27T16:29:17.290" v="12" actId="20577"/>
        <pc:sldMkLst>
          <pc:docMk/>
          <pc:sldMk cId="0" sldId="266"/>
        </pc:sldMkLst>
        <pc:spChg chg="mod">
          <ac:chgData name="Casey Mulligan" userId="b1a7e7a662de0c22" providerId="LiveId" clId="{F1D300D3-3331-3E44-9CD8-B9D338370164}" dt="2019-09-27T16:29:17.290" v="12" actId="20577"/>
          <ac:spMkLst>
            <pc:docMk/>
            <pc:sldMk cId="0" sldId="266"/>
            <ac:spMk id="19459" creationId="{00000000-0000-0000-0000-000000000000}"/>
          </ac:spMkLst>
        </pc:spChg>
      </pc:sldChg>
      <pc:sldChg chg="modAnim">
        <pc:chgData name="Casey Mulligan" userId="b1a7e7a662de0c22" providerId="LiveId" clId="{F1D300D3-3331-3E44-9CD8-B9D338370164}" dt="2019-09-27T16:29:51.152" v="13"/>
        <pc:sldMkLst>
          <pc:docMk/>
          <pc:sldMk cId="0" sldId="267"/>
        </pc:sldMkLst>
      </pc:sldChg>
      <pc:sldChg chg="modSp add modNotesTx">
        <pc:chgData name="Casey Mulligan" userId="b1a7e7a662de0c22" providerId="LiveId" clId="{F1D300D3-3331-3E44-9CD8-B9D338370164}" dt="2019-09-27T19:29:14.136" v="1820" actId="20577"/>
        <pc:sldMkLst>
          <pc:docMk/>
          <pc:sldMk cId="4276617165" sldId="334"/>
        </pc:sldMkLst>
        <pc:spChg chg="mod">
          <ac:chgData name="Casey Mulligan" userId="b1a7e7a662de0c22" providerId="LiveId" clId="{F1D300D3-3331-3E44-9CD8-B9D338370164}" dt="2019-09-27T19:29:14.136" v="1820" actId="20577"/>
          <ac:spMkLst>
            <pc:docMk/>
            <pc:sldMk cId="4276617165" sldId="334"/>
            <ac:spMk id="18435" creationId="{00000000-0000-0000-0000-000000000000}"/>
          </ac:spMkLst>
        </pc:spChg>
        <pc:spChg chg="mod">
          <ac:chgData name="Casey Mulligan" userId="b1a7e7a662de0c22" providerId="LiveId" clId="{F1D300D3-3331-3E44-9CD8-B9D338370164}" dt="2019-09-27T19:09:36.572" v="1410" actId="14100"/>
          <ac:spMkLst>
            <pc:docMk/>
            <pc:sldMk cId="4276617165" sldId="334"/>
            <ac:spMk id="21506" creationId="{00000000-0000-0000-0000-000000000000}"/>
          </ac:spMkLst>
        </pc:spChg>
      </pc:sldChg>
    </pc:docChg>
  </pc:docChgLst>
  <pc:docChgLst>
    <pc:chgData name="Casey Mulligan" userId="b1a7e7a662de0c22" providerId="LiveId" clId="{2160ACF6-58B5-544F-9F2C-B5D60D9C8925}"/>
    <pc:docChg chg="undo redo custSel mod addSld delSld modSld sldOrd">
      <pc:chgData name="Casey Mulligan" userId="b1a7e7a662de0c22" providerId="LiveId" clId="{2160ACF6-58B5-544F-9F2C-B5D60D9C8925}" dt="2020-05-17T02:25:19.140" v="1110" actId="207"/>
      <pc:docMkLst>
        <pc:docMk/>
      </pc:docMkLst>
      <pc:sldChg chg="modSp">
        <pc:chgData name="Casey Mulligan" userId="b1a7e7a662de0c22" providerId="LiveId" clId="{2160ACF6-58B5-544F-9F2C-B5D60D9C8925}" dt="2020-05-16T17:57:40.240" v="16" actId="20577"/>
        <pc:sldMkLst>
          <pc:docMk/>
          <pc:sldMk cId="0" sldId="266"/>
        </pc:sldMkLst>
        <pc:spChg chg="mod">
          <ac:chgData name="Casey Mulligan" userId="b1a7e7a662de0c22" providerId="LiveId" clId="{2160ACF6-58B5-544F-9F2C-B5D60D9C8925}" dt="2020-05-16T17:57:40.240" v="16" actId="20577"/>
          <ac:spMkLst>
            <pc:docMk/>
            <pc:sldMk cId="0" sldId="266"/>
            <ac:spMk id="19459" creationId="{00000000-0000-0000-0000-000000000000}"/>
          </ac:spMkLst>
        </pc:spChg>
      </pc:sldChg>
      <pc:sldChg chg="modSp modAnim">
        <pc:chgData name="Casey Mulligan" userId="b1a7e7a662de0c22" providerId="LiveId" clId="{2160ACF6-58B5-544F-9F2C-B5D60D9C8925}" dt="2020-05-16T18:15:34.107" v="295" actId="115"/>
        <pc:sldMkLst>
          <pc:docMk/>
          <pc:sldMk cId="0" sldId="267"/>
        </pc:sldMkLst>
        <pc:spChg chg="mod">
          <ac:chgData name="Casey Mulligan" userId="b1a7e7a662de0c22" providerId="LiveId" clId="{2160ACF6-58B5-544F-9F2C-B5D60D9C8925}" dt="2020-05-16T18:15:34.107" v="295" actId="115"/>
          <ac:spMkLst>
            <pc:docMk/>
            <pc:sldMk cId="0" sldId="267"/>
            <ac:spMk id="18435" creationId="{00000000-0000-0000-0000-000000000000}"/>
          </ac:spMkLst>
        </pc:spChg>
        <pc:spChg chg="mod">
          <ac:chgData name="Casey Mulligan" userId="b1a7e7a662de0c22" providerId="LiveId" clId="{2160ACF6-58B5-544F-9F2C-B5D60D9C8925}" dt="2020-05-16T17:57:59.223" v="29" actId="20577"/>
          <ac:spMkLst>
            <pc:docMk/>
            <pc:sldMk cId="0" sldId="267"/>
            <ac:spMk id="21506" creationId="{00000000-0000-0000-0000-000000000000}"/>
          </ac:spMkLst>
        </pc:spChg>
      </pc:sldChg>
      <pc:sldChg chg="addSp delSp modSp add modAnim modNotesTx">
        <pc:chgData name="Casey Mulligan" userId="b1a7e7a662de0c22" providerId="LiveId" clId="{2160ACF6-58B5-544F-9F2C-B5D60D9C8925}" dt="2020-05-16T23:02:28.964" v="361" actId="1076"/>
        <pc:sldMkLst>
          <pc:docMk/>
          <pc:sldMk cId="3628679868" sldId="331"/>
        </pc:sldMkLst>
        <pc:spChg chg="add mod">
          <ac:chgData name="Casey Mulligan" userId="b1a7e7a662de0c22" providerId="LiveId" clId="{2160ACF6-58B5-544F-9F2C-B5D60D9C8925}" dt="2020-05-16T23:02:28.964" v="361" actId="1076"/>
          <ac:spMkLst>
            <pc:docMk/>
            <pc:sldMk cId="3628679868" sldId="331"/>
            <ac:spMk id="4" creationId="{22222A54-3BE3-CD40-876E-BB1B8A4BAAEA}"/>
          </ac:spMkLst>
        </pc:spChg>
        <pc:spChg chg="add mod">
          <ac:chgData name="Casey Mulligan" userId="b1a7e7a662de0c22" providerId="LiveId" clId="{2160ACF6-58B5-544F-9F2C-B5D60D9C8925}" dt="2020-05-16T18:20:00.352" v="316" actId="1076"/>
          <ac:spMkLst>
            <pc:docMk/>
            <pc:sldMk cId="3628679868" sldId="331"/>
            <ac:spMk id="6" creationId="{7FD60E24-764E-8043-8B74-F43614C47816}"/>
          </ac:spMkLst>
        </pc:spChg>
        <pc:spChg chg="del">
          <ac:chgData name="Casey Mulligan" userId="b1a7e7a662de0c22" providerId="LiveId" clId="{2160ACF6-58B5-544F-9F2C-B5D60D9C8925}" dt="2020-05-16T18:16:28.151" v="298" actId="478"/>
          <ac:spMkLst>
            <pc:docMk/>
            <pc:sldMk cId="3628679868" sldId="331"/>
            <ac:spMk id="8" creationId="{ED6D6D3E-2370-1E4B-BB29-321C5C5DF796}"/>
          </ac:spMkLst>
        </pc:spChg>
        <pc:picChg chg="add mod">
          <ac:chgData name="Casey Mulligan" userId="b1a7e7a662de0c22" providerId="LiveId" clId="{2160ACF6-58B5-544F-9F2C-B5D60D9C8925}" dt="2020-05-16T18:19:55.525" v="315" actId="14100"/>
          <ac:picMkLst>
            <pc:docMk/>
            <pc:sldMk cId="3628679868" sldId="331"/>
            <ac:picMk id="2" creationId="{F9D4EFB9-F3B1-FA42-9F04-D0D3B09B7C89}"/>
          </ac:picMkLst>
        </pc:picChg>
        <pc:picChg chg="del">
          <ac:chgData name="Casey Mulligan" userId="b1a7e7a662de0c22" providerId="LiveId" clId="{2160ACF6-58B5-544F-9F2C-B5D60D9C8925}" dt="2020-05-16T18:16:24.056" v="297" actId="478"/>
          <ac:picMkLst>
            <pc:docMk/>
            <pc:sldMk cId="3628679868" sldId="331"/>
            <ac:picMk id="5" creationId="{0331FD77-10FB-804A-AD38-600D8054DA49}"/>
          </ac:picMkLst>
        </pc:picChg>
      </pc:sldChg>
      <pc:sldChg chg="addSp modSp ord modAnim">
        <pc:chgData name="Casey Mulligan" userId="b1a7e7a662de0c22" providerId="LiveId" clId="{2160ACF6-58B5-544F-9F2C-B5D60D9C8925}" dt="2020-05-17T02:12:36.317" v="1087"/>
        <pc:sldMkLst>
          <pc:docMk/>
          <pc:sldMk cId="4276617165" sldId="334"/>
        </pc:sldMkLst>
        <pc:spChg chg="mod">
          <ac:chgData name="Casey Mulligan" userId="b1a7e7a662de0c22" providerId="LiveId" clId="{2160ACF6-58B5-544F-9F2C-B5D60D9C8925}" dt="2020-05-17T02:04:59.058" v="1079" actId="14100"/>
          <ac:spMkLst>
            <pc:docMk/>
            <pc:sldMk cId="4276617165" sldId="334"/>
            <ac:spMk id="18435" creationId="{00000000-0000-0000-0000-000000000000}"/>
          </ac:spMkLst>
        </pc:spChg>
        <pc:picChg chg="add mod">
          <ac:chgData name="Casey Mulligan" userId="b1a7e7a662de0c22" providerId="LiveId" clId="{2160ACF6-58B5-544F-9F2C-B5D60D9C8925}" dt="2020-05-17T02:03:19.948" v="1058" actId="1076"/>
          <ac:picMkLst>
            <pc:docMk/>
            <pc:sldMk cId="4276617165" sldId="334"/>
            <ac:picMk id="2" creationId="{758918CC-38CE-C64D-8DBF-C1FFBEAE94D6}"/>
          </ac:picMkLst>
        </pc:picChg>
        <pc:picChg chg="add mod">
          <ac:chgData name="Casey Mulligan" userId="b1a7e7a662de0c22" providerId="LiveId" clId="{2160ACF6-58B5-544F-9F2C-B5D60D9C8925}" dt="2020-05-17T02:12:30.644" v="1086" actId="14100"/>
          <ac:picMkLst>
            <pc:docMk/>
            <pc:sldMk cId="4276617165" sldId="334"/>
            <ac:picMk id="4" creationId="{C8348561-67A8-EA4F-9BB6-A7CF1DEFC67F}"/>
          </ac:picMkLst>
        </pc:picChg>
      </pc:sldChg>
      <pc:sldChg chg="addSp modSp modAnim">
        <pc:chgData name="Casey Mulligan" userId="b1a7e7a662de0c22" providerId="LiveId" clId="{2160ACF6-58B5-544F-9F2C-B5D60D9C8925}" dt="2020-05-17T02:15:20.180" v="1091" actId="1076"/>
        <pc:sldMkLst>
          <pc:docMk/>
          <pc:sldMk cId="421186318" sldId="335"/>
        </pc:sldMkLst>
        <pc:spChg chg="mod">
          <ac:chgData name="Casey Mulligan" userId="b1a7e7a662de0c22" providerId="LiveId" clId="{2160ACF6-58B5-544F-9F2C-B5D60D9C8925}" dt="2020-05-17T02:15:10.630" v="1088" actId="6549"/>
          <ac:spMkLst>
            <pc:docMk/>
            <pc:sldMk cId="421186318" sldId="335"/>
            <ac:spMk id="18435" creationId="{00000000-0000-0000-0000-000000000000}"/>
          </ac:spMkLst>
        </pc:spChg>
        <pc:spChg chg="mod">
          <ac:chgData name="Casey Mulligan" userId="b1a7e7a662de0c22" providerId="LiveId" clId="{2160ACF6-58B5-544F-9F2C-B5D60D9C8925}" dt="2020-05-17T00:55:16.504" v="1008" actId="6549"/>
          <ac:spMkLst>
            <pc:docMk/>
            <pc:sldMk cId="421186318" sldId="335"/>
            <ac:spMk id="21506" creationId="{00000000-0000-0000-0000-000000000000}"/>
          </ac:spMkLst>
        </pc:spChg>
        <pc:picChg chg="add mod">
          <ac:chgData name="Casey Mulligan" userId="b1a7e7a662de0c22" providerId="LiveId" clId="{2160ACF6-58B5-544F-9F2C-B5D60D9C8925}" dt="2020-05-17T02:15:20.180" v="1091" actId="1076"/>
          <ac:picMkLst>
            <pc:docMk/>
            <pc:sldMk cId="421186318" sldId="335"/>
            <ac:picMk id="2" creationId="{C3EA2777-1941-6C49-BB06-E47D2630C76B}"/>
          </ac:picMkLst>
        </pc:picChg>
      </pc:sldChg>
      <pc:sldChg chg="del">
        <pc:chgData name="Casey Mulligan" userId="b1a7e7a662de0c22" providerId="LiveId" clId="{2160ACF6-58B5-544F-9F2C-B5D60D9C8925}" dt="2020-05-17T00:40:56.131" v="522" actId="2696"/>
        <pc:sldMkLst>
          <pc:docMk/>
          <pc:sldMk cId="2923918630" sldId="336"/>
        </pc:sldMkLst>
      </pc:sldChg>
      <pc:sldChg chg="del">
        <pc:chgData name="Casey Mulligan" userId="b1a7e7a662de0c22" providerId="LiveId" clId="{2160ACF6-58B5-544F-9F2C-B5D60D9C8925}" dt="2020-05-17T00:40:57.099" v="523" actId="2696"/>
        <pc:sldMkLst>
          <pc:docMk/>
          <pc:sldMk cId="4208682032" sldId="337"/>
        </pc:sldMkLst>
      </pc:sldChg>
      <pc:sldChg chg="del">
        <pc:chgData name="Casey Mulligan" userId="b1a7e7a662de0c22" providerId="LiveId" clId="{2160ACF6-58B5-544F-9F2C-B5D60D9C8925}" dt="2020-05-17T00:40:58.705" v="524" actId="2696"/>
        <pc:sldMkLst>
          <pc:docMk/>
          <pc:sldMk cId="2667862104" sldId="338"/>
        </pc:sldMkLst>
      </pc:sldChg>
      <pc:sldChg chg="modSp ord modAnim modNotesTx">
        <pc:chgData name="Casey Mulligan" userId="b1a7e7a662de0c22" providerId="LiveId" clId="{2160ACF6-58B5-544F-9F2C-B5D60D9C8925}" dt="2020-05-17T01:46:56.923" v="1056" actId="403"/>
        <pc:sldMkLst>
          <pc:docMk/>
          <pc:sldMk cId="458016875" sldId="339"/>
        </pc:sldMkLst>
        <pc:spChg chg="mod">
          <ac:chgData name="Casey Mulligan" userId="b1a7e7a662de0c22" providerId="LiveId" clId="{2160ACF6-58B5-544F-9F2C-B5D60D9C8925}" dt="2020-05-17T01:46:56.923" v="1056" actId="403"/>
          <ac:spMkLst>
            <pc:docMk/>
            <pc:sldMk cId="458016875" sldId="339"/>
            <ac:spMk id="18435" creationId="{00000000-0000-0000-0000-000000000000}"/>
          </ac:spMkLst>
        </pc:spChg>
        <pc:spChg chg="mod">
          <ac:chgData name="Casey Mulligan" userId="b1a7e7a662de0c22" providerId="LiveId" clId="{2160ACF6-58B5-544F-9F2C-B5D60D9C8925}" dt="2020-05-17T00:46:52.402" v="556" actId="20577"/>
          <ac:spMkLst>
            <pc:docMk/>
            <pc:sldMk cId="458016875" sldId="339"/>
            <ac:spMk id="21506" creationId="{00000000-0000-0000-0000-000000000000}"/>
          </ac:spMkLst>
        </pc:spChg>
      </pc:sldChg>
      <pc:sldChg chg="modSp del modAnim">
        <pc:chgData name="Casey Mulligan" userId="b1a7e7a662de0c22" providerId="LiveId" clId="{2160ACF6-58B5-544F-9F2C-B5D60D9C8925}" dt="2020-05-17T00:54:18.715" v="989" actId="2696"/>
        <pc:sldMkLst>
          <pc:docMk/>
          <pc:sldMk cId="2318034195" sldId="340"/>
        </pc:sldMkLst>
        <pc:spChg chg="mod">
          <ac:chgData name="Casey Mulligan" userId="b1a7e7a662de0c22" providerId="LiveId" clId="{2160ACF6-58B5-544F-9F2C-B5D60D9C8925}" dt="2020-05-17T00:53:43.143" v="988" actId="6549"/>
          <ac:spMkLst>
            <pc:docMk/>
            <pc:sldMk cId="2318034195" sldId="340"/>
            <ac:spMk id="18435" creationId="{00000000-0000-0000-0000-000000000000}"/>
          </ac:spMkLst>
        </pc:spChg>
      </pc:sldChg>
      <pc:sldChg chg="add del">
        <pc:chgData name="Casey Mulligan" userId="b1a7e7a662de0c22" providerId="LiveId" clId="{2160ACF6-58B5-544F-9F2C-B5D60D9C8925}" dt="2020-05-17T00:40:45.842" v="521" actId="2696"/>
        <pc:sldMkLst>
          <pc:docMk/>
          <pc:sldMk cId="2960542687" sldId="341"/>
        </pc:sldMkLst>
      </pc:sldChg>
      <pc:sldChg chg="addSp delSp modSp add mod setBg modAnim modNotesTx">
        <pc:chgData name="Casey Mulligan" userId="b1a7e7a662de0c22" providerId="LiveId" clId="{2160ACF6-58B5-544F-9F2C-B5D60D9C8925}" dt="2020-05-16T18:05:29.441" v="77" actId="1076"/>
        <pc:sldMkLst>
          <pc:docMk/>
          <pc:sldMk cId="892760988" sldId="342"/>
        </pc:sldMkLst>
        <pc:spChg chg="add del">
          <ac:chgData name="Casey Mulligan" userId="b1a7e7a662de0c22" providerId="LiveId" clId="{2160ACF6-58B5-544F-9F2C-B5D60D9C8925}" dt="2020-05-16T18:04:54.677" v="74" actId="26606"/>
          <ac:spMkLst>
            <pc:docMk/>
            <pc:sldMk cId="892760988" sldId="342"/>
            <ac:spMk id="72" creationId="{B3684CCF-CEBB-4D8E-A366-95E43D4C790B}"/>
          </ac:spMkLst>
        </pc:spChg>
        <pc:spChg chg="add del">
          <ac:chgData name="Casey Mulligan" userId="b1a7e7a662de0c22" providerId="LiveId" clId="{2160ACF6-58B5-544F-9F2C-B5D60D9C8925}" dt="2020-05-16T18:04:54.677" v="74" actId="26606"/>
          <ac:spMkLst>
            <pc:docMk/>
            <pc:sldMk cId="892760988" sldId="342"/>
            <ac:spMk id="74" creationId="{70BEB1E7-2F88-40BC-B73D-42E5B6F80BFC}"/>
          </ac:spMkLst>
        </pc:spChg>
        <pc:spChg chg="mod">
          <ac:chgData name="Casey Mulligan" userId="b1a7e7a662de0c22" providerId="LiveId" clId="{2160ACF6-58B5-544F-9F2C-B5D60D9C8925}" dt="2020-05-16T18:05:29.441" v="77" actId="1076"/>
          <ac:spMkLst>
            <pc:docMk/>
            <pc:sldMk cId="892760988" sldId="342"/>
            <ac:spMk id="18435" creationId="{00000000-0000-0000-0000-000000000000}"/>
          </ac:spMkLst>
        </pc:spChg>
        <pc:spChg chg="mod">
          <ac:chgData name="Casey Mulligan" userId="b1a7e7a662de0c22" providerId="LiveId" clId="{2160ACF6-58B5-544F-9F2C-B5D60D9C8925}" dt="2020-05-16T18:04:54.677" v="74" actId="26606"/>
          <ac:spMkLst>
            <pc:docMk/>
            <pc:sldMk cId="892760988" sldId="342"/>
            <ac:spMk id="21506" creationId="{00000000-0000-0000-0000-000000000000}"/>
          </ac:spMkLst>
        </pc:spChg>
        <pc:picChg chg="add mod ord">
          <ac:chgData name="Casey Mulligan" userId="b1a7e7a662de0c22" providerId="LiveId" clId="{2160ACF6-58B5-544F-9F2C-B5D60D9C8925}" dt="2020-05-16T18:04:54.677" v="74" actId="26606"/>
          <ac:picMkLst>
            <pc:docMk/>
            <pc:sldMk cId="892760988" sldId="342"/>
            <ac:picMk id="2" creationId="{A53B450A-A630-9F46-BEC8-4C76FF222CFA}"/>
          </ac:picMkLst>
        </pc:picChg>
        <pc:picChg chg="add mod ord">
          <ac:chgData name="Casey Mulligan" userId="b1a7e7a662de0c22" providerId="LiveId" clId="{2160ACF6-58B5-544F-9F2C-B5D60D9C8925}" dt="2020-05-16T18:04:54.677" v="74" actId="26606"/>
          <ac:picMkLst>
            <pc:docMk/>
            <pc:sldMk cId="892760988" sldId="342"/>
            <ac:picMk id="3" creationId="{9967A1F6-FD53-8A4D-82FB-0F52570138E1}"/>
          </ac:picMkLst>
        </pc:picChg>
        <pc:picChg chg="add mod modCrop">
          <ac:chgData name="Casey Mulligan" userId="b1a7e7a662de0c22" providerId="LiveId" clId="{2160ACF6-58B5-544F-9F2C-B5D60D9C8925}" dt="2020-05-16T18:04:54.677" v="74" actId="26606"/>
          <ac:picMkLst>
            <pc:docMk/>
            <pc:sldMk cId="892760988" sldId="342"/>
            <ac:picMk id="4" creationId="{E532040C-A565-4646-AC74-49C3FE9FE77E}"/>
          </ac:picMkLst>
        </pc:picChg>
      </pc:sldChg>
      <pc:sldChg chg="addSp modSp add ord modAnim">
        <pc:chgData name="Casey Mulligan" userId="b1a7e7a662de0c22" providerId="LiveId" clId="{2160ACF6-58B5-544F-9F2C-B5D60D9C8925}" dt="2020-05-16T18:25:54.867" v="353"/>
        <pc:sldMkLst>
          <pc:docMk/>
          <pc:sldMk cId="3451263255" sldId="343"/>
        </pc:sldMkLst>
        <pc:spChg chg="add mod">
          <ac:chgData name="Casey Mulligan" userId="b1a7e7a662de0c22" providerId="LiveId" clId="{2160ACF6-58B5-544F-9F2C-B5D60D9C8925}" dt="2020-05-16T18:25:31.686" v="352" actId="1076"/>
          <ac:spMkLst>
            <pc:docMk/>
            <pc:sldMk cId="3451263255" sldId="343"/>
            <ac:spMk id="3" creationId="{6552349E-065F-7243-8DD0-B18ABAA2D561}"/>
          </ac:spMkLst>
        </pc:spChg>
        <pc:spChg chg="mod">
          <ac:chgData name="Casey Mulligan" userId="b1a7e7a662de0c22" providerId="LiveId" clId="{2160ACF6-58B5-544F-9F2C-B5D60D9C8925}" dt="2020-05-16T18:14:52.800" v="294" actId="207"/>
          <ac:spMkLst>
            <pc:docMk/>
            <pc:sldMk cId="3451263255" sldId="343"/>
            <ac:spMk id="18435" creationId="{00000000-0000-0000-0000-000000000000}"/>
          </ac:spMkLst>
        </pc:spChg>
        <pc:picChg chg="add mod">
          <ac:chgData name="Casey Mulligan" userId="b1a7e7a662de0c22" providerId="LiveId" clId="{2160ACF6-58B5-544F-9F2C-B5D60D9C8925}" dt="2020-05-16T18:24:14.781" v="320" actId="1076"/>
          <ac:picMkLst>
            <pc:docMk/>
            <pc:sldMk cId="3451263255" sldId="343"/>
            <ac:picMk id="2" creationId="{8EBB4745-7A03-EF4E-8938-CDA60A8FAC4D}"/>
          </ac:picMkLst>
        </pc:picChg>
      </pc:sldChg>
      <pc:sldChg chg="modSp add ord modAnim">
        <pc:chgData name="Casey Mulligan" userId="b1a7e7a662de0c22" providerId="LiveId" clId="{2160ACF6-58B5-544F-9F2C-B5D60D9C8925}" dt="2020-05-17T02:24:53.426" v="1104" actId="20577"/>
        <pc:sldMkLst>
          <pc:docMk/>
          <pc:sldMk cId="1825133553" sldId="344"/>
        </pc:sldMkLst>
        <pc:spChg chg="mod">
          <ac:chgData name="Casey Mulligan" userId="b1a7e7a662de0c22" providerId="LiveId" clId="{2160ACF6-58B5-544F-9F2C-B5D60D9C8925}" dt="2020-05-17T02:24:53.426" v="1104" actId="20577"/>
          <ac:spMkLst>
            <pc:docMk/>
            <pc:sldMk cId="1825133553" sldId="344"/>
            <ac:spMk id="18435" creationId="{00000000-0000-0000-0000-000000000000}"/>
          </ac:spMkLst>
        </pc:spChg>
        <pc:spChg chg="mod">
          <ac:chgData name="Casey Mulligan" userId="b1a7e7a662de0c22" providerId="LiveId" clId="{2160ACF6-58B5-544F-9F2C-B5D60D9C8925}" dt="2020-05-17T00:49:11.209" v="633" actId="20577"/>
          <ac:spMkLst>
            <pc:docMk/>
            <pc:sldMk cId="1825133553" sldId="344"/>
            <ac:spMk id="21506" creationId="{00000000-0000-0000-0000-000000000000}"/>
          </ac:spMkLst>
        </pc:spChg>
      </pc:sldChg>
      <pc:sldChg chg="modSp add">
        <pc:chgData name="Casey Mulligan" userId="b1a7e7a662de0c22" providerId="LiveId" clId="{2160ACF6-58B5-544F-9F2C-B5D60D9C8925}" dt="2020-05-17T02:25:19.140" v="1110" actId="207"/>
        <pc:sldMkLst>
          <pc:docMk/>
          <pc:sldMk cId="795539793" sldId="345"/>
        </pc:sldMkLst>
        <pc:spChg chg="mod">
          <ac:chgData name="Casey Mulligan" userId="b1a7e7a662de0c22" providerId="LiveId" clId="{2160ACF6-58B5-544F-9F2C-B5D60D9C8925}" dt="2020-05-17T02:25:19.140" v="1110" actId="207"/>
          <ac:spMkLst>
            <pc:docMk/>
            <pc:sldMk cId="795539793" sldId="345"/>
            <ac:spMk id="18435" creationId="{00000000-0000-0000-0000-000000000000}"/>
          </ac:spMkLst>
        </pc:spChg>
      </pc:sldChg>
      <pc:sldChg chg="add del">
        <pc:chgData name="Casey Mulligan" userId="b1a7e7a662de0c22" providerId="LiveId" clId="{2160ACF6-58B5-544F-9F2C-B5D60D9C8925}" dt="2020-05-17T02:24:45.501" v="1100"/>
        <pc:sldMkLst>
          <pc:docMk/>
          <pc:sldMk cId="4188287779" sldId="345"/>
        </pc:sldMkLst>
      </pc:sldChg>
      <pc:sldChg chg="modSp add">
        <pc:chgData name="Casey Mulligan" userId="b1a7e7a662de0c22" providerId="LiveId" clId="{2160ACF6-58B5-544F-9F2C-B5D60D9C8925}" dt="2020-05-17T02:25:13.573" v="1109" actId="207"/>
        <pc:sldMkLst>
          <pc:docMk/>
          <pc:sldMk cId="3521485154" sldId="346"/>
        </pc:sldMkLst>
        <pc:spChg chg="mod">
          <ac:chgData name="Casey Mulligan" userId="b1a7e7a662de0c22" providerId="LiveId" clId="{2160ACF6-58B5-544F-9F2C-B5D60D9C8925}" dt="2020-05-17T02:25:13.573" v="1109" actId="207"/>
          <ac:spMkLst>
            <pc:docMk/>
            <pc:sldMk cId="3521485154" sldId="346"/>
            <ac:spMk id="18435" creationId="{00000000-0000-0000-0000-000000000000}"/>
          </ac:spMkLst>
        </pc:spChg>
      </pc:sldChg>
      <pc:sldChg chg="add del">
        <pc:chgData name="Casey Mulligan" userId="b1a7e7a662de0c22" providerId="LiveId" clId="{2160ACF6-58B5-544F-9F2C-B5D60D9C8925}" dt="2020-05-17T02:24:45.005" v="1099"/>
        <pc:sldMkLst>
          <pc:docMk/>
          <pc:sldMk cId="4070356784" sldId="346"/>
        </pc:sldMkLst>
      </pc:sldChg>
      <pc:sldChg chg="modSp add">
        <pc:chgData name="Casey Mulligan" userId="b1a7e7a662de0c22" providerId="LiveId" clId="{2160ACF6-58B5-544F-9F2C-B5D60D9C8925}" dt="2020-05-17T02:25:08.220" v="1108" actId="207"/>
        <pc:sldMkLst>
          <pc:docMk/>
          <pc:sldMk cId="1762999413" sldId="347"/>
        </pc:sldMkLst>
        <pc:spChg chg="mod">
          <ac:chgData name="Casey Mulligan" userId="b1a7e7a662de0c22" providerId="LiveId" clId="{2160ACF6-58B5-544F-9F2C-B5D60D9C8925}" dt="2020-05-17T02:25:08.220" v="1108" actId="207"/>
          <ac:spMkLst>
            <pc:docMk/>
            <pc:sldMk cId="1762999413" sldId="347"/>
            <ac:spMk id="18435" creationId="{00000000-0000-0000-0000-000000000000}"/>
          </ac:spMkLst>
        </pc:spChg>
      </pc:sldChg>
      <pc:sldChg chg="add del">
        <pc:chgData name="Casey Mulligan" userId="b1a7e7a662de0c22" providerId="LiveId" clId="{2160ACF6-58B5-544F-9F2C-B5D60D9C8925}" dt="2020-05-17T02:24:44.550" v="1098"/>
        <pc:sldMkLst>
          <pc:docMk/>
          <pc:sldMk cId="3636537889" sldId="347"/>
        </pc:sldMkLst>
      </pc:sldChg>
    </pc:docChg>
  </pc:docChgLst>
</pc:chgInfo>
</file>

<file path=ppt/charts/_rels/chart1.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https://d.docs.live.net/b1a7e7a662de0c22/miscshared/uofc/bfih/COVID19/micro/congregation/WorkplaceStudies.xlsx" TargetMode="Externa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18"/>
    </mc:Choice>
    <mc:Fallback>
      <c:style val="18"/>
    </mc:Fallback>
  </mc:AlternateContent>
  <c:chart>
    <c:title>
      <c:tx>
        <c:rich>
          <a:bodyPr/>
          <a:lstStyle/>
          <a:p>
            <a:pPr>
              <a:defRPr/>
            </a:pPr>
            <a:r>
              <a:rPr lang="en-US"/>
              <a:t>Figure 3.  COVID-19</a:t>
            </a:r>
            <a:r>
              <a:rPr lang="en-US" baseline="0"/>
              <a:t> Infections Acquired at Work or School</a:t>
            </a:r>
          </a:p>
          <a:p>
            <a:pPr>
              <a:defRPr/>
            </a:pPr>
            <a:r>
              <a:rPr lang="en-US" baseline="0"/>
              <a:t>as a Ratio to those Acquired in the Community</a:t>
            </a:r>
            <a:endParaRPr lang="en-US"/>
          </a:p>
        </c:rich>
      </c:tx>
      <c:layout/>
      <c:overlay val="1"/>
    </c:title>
    <c:autoTitleDeleted val="0"/>
    <c:plotArea>
      <c:layout>
        <c:manualLayout>
          <c:layoutTarget val="inner"/>
          <c:xMode val="edge"/>
          <c:yMode val="edge"/>
          <c:x val="6.2501144172497705E-2"/>
          <c:y val="0.13725826907732999"/>
          <c:w val="0.91824760697415297"/>
          <c:h val="0.64210725495985099"/>
        </c:manualLayout>
      </c:layout>
      <c:barChart>
        <c:barDir val="col"/>
        <c:grouping val="clustered"/>
        <c:varyColors val="0"/>
        <c:ser>
          <c:idx val="0"/>
          <c:order val="0"/>
          <c:tx>
            <c:v>Before mitigation protocols + 14 days</c:v>
          </c:tx>
          <c:spPr>
            <a:solidFill>
              <a:srgbClr val="FF0000"/>
            </a:solidFill>
            <a:effectLst/>
          </c:spPr>
          <c:invertIfNegative val="0"/>
          <c:dLbls>
            <c:spPr>
              <a:noFill/>
              <a:ln>
                <a:noFill/>
              </a:ln>
              <a:effectLst/>
            </c:spPr>
            <c:txPr>
              <a:bodyPr/>
              <a:lstStyle/>
              <a:p>
                <a:pPr>
                  <a:defRPr sz="11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BySource!$A$20:$A$22</c:f>
              <c:strCache>
                <c:ptCount val="3"/>
                <c:pt idx="0">
                  <c:v>Duke Health workers</c:v>
                </c:pt>
                <c:pt idx="1">
                  <c:v>In-person students &amp; staff, NC</c:v>
                </c:pt>
                <c:pt idx="2">
                  <c:v>In-person students &amp; staff, WI</c:v>
                </c:pt>
              </c:strCache>
            </c:strRef>
          </c:cat>
          <c:val>
            <c:numRef>
              <c:f>BySource!$B$20:$B$22</c:f>
              <c:numCache>
                <c:formatCode>General</c:formatCode>
                <c:ptCount val="3"/>
                <c:pt idx="0" formatCode="0.00">
                  <c:v>1.6666666666666665</c:v>
                </c:pt>
              </c:numCache>
            </c:numRef>
          </c:val>
          <c:extLst xmlns:c16r2="http://schemas.microsoft.com/office/drawing/2015/06/chart">
            <c:ext xmlns:c16="http://schemas.microsoft.com/office/drawing/2014/chart" uri="{C3380CC4-5D6E-409C-BE32-E72D297353CC}">
              <c16:uniqueId val="{00000000-75D2-5D4F-95BC-B1893C996E29}"/>
            </c:ext>
          </c:extLst>
        </c:ser>
        <c:ser>
          <c:idx val="1"/>
          <c:order val="1"/>
          <c:tx>
            <c:v>After mitigation protocols</c:v>
          </c:tx>
          <c:spPr>
            <a:solidFill>
              <a:srgbClr val="0000FF"/>
            </a:solidFill>
            <a:effectLst/>
          </c:spPr>
          <c:invertIfNegative val="0"/>
          <c:dLbls>
            <c:spPr>
              <a:noFill/>
              <a:ln>
                <a:noFill/>
              </a:ln>
              <a:effectLst/>
            </c:spPr>
            <c:txPr>
              <a:bodyPr/>
              <a:lstStyle/>
              <a:p>
                <a:pPr>
                  <a:defRPr sz="1100"/>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showLeaderLines val="0"/>
              </c:ext>
            </c:extLst>
          </c:dLbls>
          <c:cat>
            <c:strRef>
              <c:f>BySource!$A$20:$A$22</c:f>
              <c:strCache>
                <c:ptCount val="3"/>
                <c:pt idx="0">
                  <c:v>Duke Health workers</c:v>
                </c:pt>
                <c:pt idx="1">
                  <c:v>In-person students &amp; staff, NC</c:v>
                </c:pt>
                <c:pt idx="2">
                  <c:v>In-person students &amp; staff, WI</c:v>
                </c:pt>
              </c:strCache>
            </c:strRef>
          </c:cat>
          <c:val>
            <c:numRef>
              <c:f>BySource!$C$20:$C$22</c:f>
              <c:numCache>
                <c:formatCode>0.00</c:formatCode>
                <c:ptCount val="3"/>
                <c:pt idx="0">
                  <c:v>0.3130434782608697</c:v>
                </c:pt>
                <c:pt idx="1">
                  <c:v>0.23499056254166836</c:v>
                </c:pt>
                <c:pt idx="2">
                  <c:v>0.17655127076252439</c:v>
                </c:pt>
              </c:numCache>
            </c:numRef>
          </c:val>
          <c:extLst xmlns:c16r2="http://schemas.microsoft.com/office/drawing/2015/06/chart">
            <c:ext xmlns:c16="http://schemas.microsoft.com/office/drawing/2014/chart" uri="{C3380CC4-5D6E-409C-BE32-E72D297353CC}">
              <c16:uniqueId val="{00000001-75D2-5D4F-95BC-B1893C996E29}"/>
            </c:ext>
          </c:extLst>
        </c:ser>
        <c:dLbls>
          <c:showLegendKey val="0"/>
          <c:showVal val="0"/>
          <c:showCatName val="0"/>
          <c:showSerName val="0"/>
          <c:showPercent val="0"/>
          <c:showBubbleSize val="0"/>
        </c:dLbls>
        <c:gapWidth val="150"/>
        <c:axId val="188547456"/>
        <c:axId val="188548992"/>
      </c:barChart>
      <c:catAx>
        <c:axId val="188547456"/>
        <c:scaling>
          <c:orientation val="minMax"/>
        </c:scaling>
        <c:delete val="0"/>
        <c:axPos val="b"/>
        <c:numFmt formatCode="General" sourceLinked="0"/>
        <c:majorTickMark val="out"/>
        <c:minorTickMark val="none"/>
        <c:tickLblPos val="nextTo"/>
        <c:txPr>
          <a:bodyPr/>
          <a:lstStyle/>
          <a:p>
            <a:pPr>
              <a:defRPr sz="1400"/>
            </a:pPr>
            <a:endParaRPr lang="en-US"/>
          </a:p>
        </c:txPr>
        <c:crossAx val="188548992"/>
        <c:crosses val="autoZero"/>
        <c:auto val="1"/>
        <c:lblAlgn val="ctr"/>
        <c:lblOffset val="100"/>
        <c:noMultiLvlLbl val="0"/>
      </c:catAx>
      <c:valAx>
        <c:axId val="188548992"/>
        <c:scaling>
          <c:orientation val="minMax"/>
        </c:scaling>
        <c:delete val="0"/>
        <c:axPos val="l"/>
        <c:majorGridlines/>
        <c:title>
          <c:tx>
            <c:rich>
              <a:bodyPr rot="-5400000" vert="horz"/>
              <a:lstStyle/>
              <a:p>
                <a:pPr>
                  <a:defRPr sz="1400"/>
                </a:pPr>
                <a:r>
                  <a:rPr lang="en-US" sz="1400"/>
                  <a:t>ratio of hourly</a:t>
                </a:r>
                <a:r>
                  <a:rPr lang="en-US" sz="1400" baseline="0"/>
                  <a:t> infection rates</a:t>
                </a:r>
                <a:endParaRPr lang="en-US" sz="1400"/>
              </a:p>
            </c:rich>
          </c:tx>
          <c:layout/>
          <c:overlay val="0"/>
        </c:title>
        <c:numFmt formatCode="General" sourceLinked="0"/>
        <c:majorTickMark val="out"/>
        <c:minorTickMark val="none"/>
        <c:tickLblPos val="nextTo"/>
        <c:txPr>
          <a:bodyPr/>
          <a:lstStyle/>
          <a:p>
            <a:pPr>
              <a:defRPr sz="1200"/>
            </a:pPr>
            <a:endParaRPr lang="en-US"/>
          </a:p>
        </c:txPr>
        <c:crossAx val="188547456"/>
        <c:crosses val="autoZero"/>
        <c:crossBetween val="between"/>
        <c:majorUnit val="1"/>
      </c:valAx>
    </c:plotArea>
    <c:legend>
      <c:legendPos val="b"/>
      <c:layout>
        <c:manualLayout>
          <c:xMode val="edge"/>
          <c:yMode val="edge"/>
          <c:x val="0.20001464540797101"/>
          <c:y val="0.85805288826497506"/>
          <c:w val="0.59108540080202299"/>
          <c:h val="4.6084193649270397E-2"/>
        </c:manualLayout>
      </c:layout>
      <c:overlay val="0"/>
      <c:txPr>
        <a:bodyPr/>
        <a:lstStyle/>
        <a:p>
          <a:pPr>
            <a:defRPr sz="1200"/>
          </a:pPr>
          <a:endParaRPr lang="en-US"/>
        </a:p>
      </c:txPr>
    </c:legend>
    <c:plotVisOnly val="1"/>
    <c:dispBlanksAs val="gap"/>
    <c:showDLblsOverMax val="0"/>
  </c:chart>
  <c:spPr>
    <a:ln>
      <a:noFill/>
    </a:ln>
  </c:spPr>
  <c:externalData r:id="rId1">
    <c:autoUpdate val="0"/>
  </c:externalData>
  <c:userShapes r:id="rId2"/>
</c:chartSpace>
</file>

<file path=ppt/drawings/drawing1.xml><?xml version="1.0" encoding="utf-8"?>
<c:userShapes xmlns:c="http://schemas.openxmlformats.org/drawingml/2006/chart">
  <cdr:relSizeAnchor xmlns:cdr="http://schemas.openxmlformats.org/drawingml/2006/chartDrawing">
    <cdr:from>
      <cdr:x>0.01175</cdr:x>
      <cdr:y>0.92529</cdr:y>
    </cdr:from>
    <cdr:to>
      <cdr:x>0.97338</cdr:x>
      <cdr:y>1</cdr:y>
    </cdr:to>
    <cdr:sp macro="" textlink="">
      <cdr:nvSpPr>
        <cdr:cNvPr id="2" name="TextBox 1"/>
        <cdr:cNvSpPr txBox="1"/>
      </cdr:nvSpPr>
      <cdr:spPr>
        <a:xfrm xmlns:a="http://schemas.openxmlformats.org/drawingml/2006/main">
          <a:off x="100744" y="5393644"/>
          <a:ext cx="8247008" cy="435513"/>
        </a:xfrm>
        <a:prstGeom xmlns:a="http://schemas.openxmlformats.org/drawingml/2006/main" prst="rect">
          <a:avLst/>
        </a:prstGeom>
      </cdr:spPr>
      <cdr:txBody>
        <a:bodyPr xmlns:a="http://schemas.openxmlformats.org/drawingml/2006/main" wrap="none" rtlCol="0"/>
        <a:lstStyle xmlns:a="http://schemas.openxmlformats.org/drawingml/2006/main">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xmlns:a="http://schemas.openxmlformats.org/drawingml/2006/main">
          <a:r>
            <a:rPr lang="en-US" sz="1100"/>
            <a:t>Sources: Seidelman et al (2020), Zimmerman et al (2021),</a:t>
          </a:r>
          <a:r>
            <a:rPr lang="en-US" sz="1100" baseline="0"/>
            <a:t> Falk et al (2021), Mulligan (2021), author's hours calculations. </a:t>
          </a:r>
        </a:p>
        <a:p xmlns:a="http://schemas.openxmlformats.org/drawingml/2006/main">
          <a:r>
            <a:rPr lang="en-US" sz="1100" baseline="0">
              <a:effectLst/>
              <a:latin typeface="+mn-lt"/>
              <a:ea typeface="+mn-ea"/>
              <a:cs typeface="+mn-cs"/>
            </a:rPr>
            <a:t>Notes: Before-mitigation school data unavailable.  Each of the four ratios in the chart has the same sample for its numerator as its denominator.</a:t>
          </a:r>
          <a:endParaRPr lang="en-US" sz="1100"/>
        </a:p>
      </cdr:txBody>
    </cdr: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charset="0"/>
              </a:defRPr>
            </a:lvl1pPr>
          </a:lstStyle>
          <a:p>
            <a:pPr>
              <a:defRPr/>
            </a:pPr>
            <a:fld id="{BE2E3C98-7DC3-4C1B-B10C-C418227A7A8D}" type="datetimeFigureOut">
              <a:rPr lang="en-US"/>
              <a:pPr>
                <a:defRPr/>
              </a:pPr>
              <a:t>11/11/2021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charset="0"/>
              </a:defRPr>
            </a:lvl1pPr>
          </a:lstStyle>
          <a:p>
            <a:pPr>
              <a:defRPr/>
            </a:pPr>
            <a:fld id="{448529FB-D2E0-4A8D-90C8-7592CFBC2C78}" type="slidenum">
              <a:rPr lang="en-US"/>
              <a:pPr>
                <a:defRPr/>
              </a:pPr>
              <a:t>‹#›</a:t>
            </a:fld>
            <a:endParaRPr lang="en-US"/>
          </a:p>
        </p:txBody>
      </p:sp>
    </p:spTree>
    <p:extLst>
      <p:ext uri="{BB962C8B-B14F-4D97-AF65-F5344CB8AC3E}">
        <p14:creationId xmlns:p14="http://schemas.microsoft.com/office/powerpoint/2010/main" val="28095086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4"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p>
        </p:txBody>
      </p:sp>
      <p:sp>
        <p:nvSpPr>
          <p:cNvPr id="59395"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32C1A46-4CA0-4A00-8AE7-E99E73C702CA}" type="slidenum">
              <a:rPr kumimoji="0" 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Times New Roman" pitchFamily="18" charset="0"/>
              <a:ea typeface="MS PGothic" pitchFamily="34" charset="-128"/>
              <a:cs typeface="+mn-cs"/>
            </a:endParaRPr>
          </a:p>
        </p:txBody>
      </p:sp>
    </p:spTree>
    <p:extLst>
      <p:ext uri="{BB962C8B-B14F-4D97-AF65-F5344CB8AC3E}">
        <p14:creationId xmlns:p14="http://schemas.microsoft.com/office/powerpoint/2010/main" val="17066497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2</a:t>
            </a:fld>
            <a:endParaRPr lang="en-US" altLang="en-US">
              <a:latin typeface="Times New Roman" charset="0"/>
            </a:endParaRPr>
          </a:p>
        </p:txBody>
      </p:sp>
    </p:spTree>
    <p:extLst>
      <p:ext uri="{BB962C8B-B14F-4D97-AF65-F5344CB8AC3E}">
        <p14:creationId xmlns:p14="http://schemas.microsoft.com/office/powerpoint/2010/main" val="2655466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3</a:t>
            </a:fld>
            <a:endParaRPr lang="en-US" altLang="en-US">
              <a:latin typeface="Times New Roman"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4</a:t>
            </a:fld>
            <a:endParaRPr lang="en-US" altLang="en-US">
              <a:latin typeface="Times New Roman" charset="0"/>
            </a:endParaRPr>
          </a:p>
        </p:txBody>
      </p:sp>
    </p:spTree>
    <p:extLst>
      <p:ext uri="{BB962C8B-B14F-4D97-AF65-F5344CB8AC3E}">
        <p14:creationId xmlns:p14="http://schemas.microsoft.com/office/powerpoint/2010/main" val="36371535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5</a:t>
            </a:fld>
            <a:endParaRPr lang="en-US" altLang="en-US">
              <a:latin typeface="Times New Roman" charset="0"/>
            </a:endParaRPr>
          </a:p>
        </p:txBody>
      </p:sp>
    </p:spTree>
    <p:extLst>
      <p:ext uri="{BB962C8B-B14F-4D97-AF65-F5344CB8AC3E}">
        <p14:creationId xmlns:p14="http://schemas.microsoft.com/office/powerpoint/2010/main" val="1501771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6</a:t>
            </a:fld>
            <a:endParaRPr lang="en-US" altLang="en-US">
              <a:latin typeface="Times New Roman" charset="0"/>
            </a:endParaRPr>
          </a:p>
        </p:txBody>
      </p:sp>
    </p:spTree>
    <p:extLst>
      <p:ext uri="{BB962C8B-B14F-4D97-AF65-F5344CB8AC3E}">
        <p14:creationId xmlns:p14="http://schemas.microsoft.com/office/powerpoint/2010/main" val="1097032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dirty="0"/>
          </a:p>
        </p:txBody>
      </p:sp>
    </p:spTree>
    <p:extLst>
      <p:ext uri="{BB962C8B-B14F-4D97-AF65-F5344CB8AC3E}">
        <p14:creationId xmlns:p14="http://schemas.microsoft.com/office/powerpoint/2010/main" val="11843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8</a:t>
            </a:fld>
            <a:endParaRPr lang="en-US" altLang="en-US">
              <a:latin typeface="Times New Roman" charset="0"/>
            </a:endParaRPr>
          </a:p>
        </p:txBody>
      </p:sp>
    </p:spTree>
    <p:extLst>
      <p:ext uri="{BB962C8B-B14F-4D97-AF65-F5344CB8AC3E}">
        <p14:creationId xmlns:p14="http://schemas.microsoft.com/office/powerpoint/2010/main" val="35239818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spect="1" noChangeArrowheads="1" noTextEdit="1"/>
          </p:cNvSpPr>
          <p:nvPr>
            <p:ph type="sldImg"/>
          </p:nvPr>
        </p:nvSpPr>
        <p:spPr>
          <a:xfrm>
            <a:off x="1220788" y="685800"/>
            <a:ext cx="4572000" cy="3429000"/>
          </a:xfrm>
          <a:ln/>
        </p:spPr>
      </p:sp>
      <p:sp>
        <p:nvSpPr>
          <p:cNvPr id="317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5" rIns="91431" bIns="45715"/>
          <a:lstStyle/>
          <a:p>
            <a:endParaRPr lang="en-US" altLang="en-US"/>
          </a:p>
        </p:txBody>
      </p:sp>
    </p:spTree>
    <p:extLst>
      <p:ext uri="{BB962C8B-B14F-4D97-AF65-F5344CB8AC3E}">
        <p14:creationId xmlns:p14="http://schemas.microsoft.com/office/powerpoint/2010/main" val="1244129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10</a:t>
            </a:fld>
            <a:endParaRPr lang="en-US" altLang="en-US">
              <a:latin typeface="Times New Roman" charset="0"/>
            </a:endParaRPr>
          </a:p>
        </p:txBody>
      </p:sp>
    </p:spTree>
    <p:extLst>
      <p:ext uri="{BB962C8B-B14F-4D97-AF65-F5344CB8AC3E}">
        <p14:creationId xmlns:p14="http://schemas.microsoft.com/office/powerpoint/2010/main" val="2500947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11</a:t>
            </a:fld>
            <a:endParaRPr lang="en-US" altLang="en-US">
              <a:latin typeface="Times New Roman" charset="0"/>
            </a:endParaRPr>
          </a:p>
        </p:txBody>
      </p:sp>
    </p:spTree>
    <p:extLst>
      <p:ext uri="{BB962C8B-B14F-4D97-AF65-F5344CB8AC3E}">
        <p14:creationId xmlns:p14="http://schemas.microsoft.com/office/powerpoint/2010/main" val="3613492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12</a:t>
            </a:fld>
            <a:endParaRPr lang="en-US" altLang="en-US">
              <a:latin typeface="Times New Roman" charset="0"/>
            </a:endParaRPr>
          </a:p>
        </p:txBody>
      </p:sp>
    </p:spTree>
    <p:extLst>
      <p:ext uri="{BB962C8B-B14F-4D97-AF65-F5344CB8AC3E}">
        <p14:creationId xmlns:p14="http://schemas.microsoft.com/office/powerpoint/2010/main" val="2516091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en-US" altLang="en-US" dirty="0"/>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13</a:t>
            </a:fld>
            <a:endParaRPr lang="en-US" altLang="en-US">
              <a:latin typeface="Times New Roman" charset="0"/>
            </a:endParaRPr>
          </a:p>
        </p:txBody>
      </p:sp>
    </p:spTree>
    <p:extLst>
      <p:ext uri="{BB962C8B-B14F-4D97-AF65-F5344CB8AC3E}">
        <p14:creationId xmlns:p14="http://schemas.microsoft.com/office/powerpoint/2010/main" val="30983512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2EFFBF6-BA94-431F-A2C4-60FA5D57D1C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896349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563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spcBef>
                <a:spcPct val="30000"/>
              </a:spcBef>
              <a:defRPr sz="1200">
                <a:solidFill>
                  <a:schemeClr val="tx1"/>
                </a:solidFill>
                <a:latin typeface="Calibri" pitchFamily="34" charset="0"/>
              </a:defRPr>
            </a:lvl1pPr>
            <a:lvl2pPr marL="742950" indent="-285750" eaLnBrk="0" hangingPunct="0">
              <a:spcBef>
                <a:spcPct val="30000"/>
              </a:spcBef>
              <a:defRPr sz="1200">
                <a:solidFill>
                  <a:schemeClr val="tx1"/>
                </a:solidFill>
                <a:latin typeface="Calibri" pitchFamily="34" charset="0"/>
              </a:defRPr>
            </a:lvl2pPr>
            <a:lvl3pPr marL="1143000" indent="-228600" eaLnBrk="0" hangingPunct="0">
              <a:spcBef>
                <a:spcPct val="30000"/>
              </a:spcBef>
              <a:defRPr sz="1200">
                <a:solidFill>
                  <a:schemeClr val="tx1"/>
                </a:solidFill>
                <a:latin typeface="Calibri" pitchFamily="34" charset="0"/>
              </a:defRPr>
            </a:lvl3pPr>
            <a:lvl4pPr marL="1600200" indent="-228600" eaLnBrk="0" hangingPunct="0">
              <a:spcBef>
                <a:spcPct val="30000"/>
              </a:spcBef>
              <a:defRPr sz="1200">
                <a:solidFill>
                  <a:schemeClr val="tx1"/>
                </a:solidFill>
                <a:latin typeface="Calibri" pitchFamily="34" charset="0"/>
              </a:defRPr>
            </a:lvl4pPr>
            <a:lvl5pPr marL="2057400" indent="-228600" eaLnBrk="0" hangingPunct="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eaLnBrk="1" hangingPunct="1">
              <a:spcBef>
                <a:spcPct val="0"/>
              </a:spcBef>
            </a:pPr>
            <a:fld id="{FC239CAC-7C72-4AAC-BCFD-B52472336E0B}" type="slidenum">
              <a:rPr lang="en-US" altLang="en-US" smtClean="0">
                <a:latin typeface="Times New Roman" charset="0"/>
              </a:rPr>
              <a:pPr eaLnBrk="1" hangingPunct="1">
                <a:spcBef>
                  <a:spcPct val="0"/>
                </a:spcBef>
              </a:pPr>
              <a:t>15</a:t>
            </a:fld>
            <a:endParaRPr lang="en-US" altLang="en-US">
              <a:latin typeface="Times New Roman" charset="0"/>
            </a:endParaRPr>
          </a:p>
        </p:txBody>
      </p:sp>
    </p:spTree>
    <p:extLst>
      <p:ext uri="{BB962C8B-B14F-4D97-AF65-F5344CB8AC3E}">
        <p14:creationId xmlns:p14="http://schemas.microsoft.com/office/powerpoint/2010/main" val="32086048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EC68DE7-2790-4C3B-AA36-C3758563F3AC}" type="slidenum">
              <a:rPr lang="en-US"/>
              <a:pPr>
                <a:defRPr/>
              </a:pPr>
              <a:t>‹#›</a:t>
            </a:fld>
            <a:endParaRPr lang="en-US"/>
          </a:p>
        </p:txBody>
      </p:sp>
    </p:spTree>
    <p:extLst>
      <p:ext uri="{BB962C8B-B14F-4D97-AF65-F5344CB8AC3E}">
        <p14:creationId xmlns:p14="http://schemas.microsoft.com/office/powerpoint/2010/main" val="4225527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DBBDD64-06D0-4189-9216-ECCCA08F354F}" type="slidenum">
              <a:rPr lang="en-US"/>
              <a:pPr>
                <a:defRPr/>
              </a:pPr>
              <a:t>‹#›</a:t>
            </a:fld>
            <a:endParaRPr lang="en-US"/>
          </a:p>
        </p:txBody>
      </p:sp>
    </p:spTree>
    <p:extLst>
      <p:ext uri="{BB962C8B-B14F-4D97-AF65-F5344CB8AC3E}">
        <p14:creationId xmlns:p14="http://schemas.microsoft.com/office/powerpoint/2010/main" val="21746889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1C9A9C8-9A9B-4839-A592-DAA63011A7B4}" type="slidenum">
              <a:rPr lang="en-US"/>
              <a:pPr>
                <a:defRPr/>
              </a:pPr>
              <a:t>‹#›</a:t>
            </a:fld>
            <a:endParaRPr lang="en-US"/>
          </a:p>
        </p:txBody>
      </p:sp>
    </p:spTree>
    <p:extLst>
      <p:ext uri="{BB962C8B-B14F-4D97-AF65-F5344CB8AC3E}">
        <p14:creationId xmlns:p14="http://schemas.microsoft.com/office/powerpoint/2010/main" val="188105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72D870EC-F1A8-4A00-B39B-C05BCF62CA67}" type="slidenum">
              <a:rPr lang="en-US"/>
              <a:pPr>
                <a:defRPr/>
              </a:pPr>
              <a:t>‹#›</a:t>
            </a:fld>
            <a:endParaRPr lang="en-US"/>
          </a:p>
        </p:txBody>
      </p:sp>
    </p:spTree>
    <p:extLst>
      <p:ext uri="{BB962C8B-B14F-4D97-AF65-F5344CB8AC3E}">
        <p14:creationId xmlns:p14="http://schemas.microsoft.com/office/powerpoint/2010/main" val="28738473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C33F9AF-3B7F-440A-BF5D-EC6A997EFBF1}" type="slidenum">
              <a:rPr lang="en-US"/>
              <a:pPr>
                <a:defRPr/>
              </a:pPr>
              <a:t>‹#›</a:t>
            </a:fld>
            <a:endParaRPr lang="en-US"/>
          </a:p>
        </p:txBody>
      </p:sp>
    </p:spTree>
    <p:extLst>
      <p:ext uri="{BB962C8B-B14F-4D97-AF65-F5344CB8AC3E}">
        <p14:creationId xmlns:p14="http://schemas.microsoft.com/office/powerpoint/2010/main" val="15302156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7C69133-8FCB-461D-A9E3-A4F690825911}" type="slidenum">
              <a:rPr lang="en-US"/>
              <a:pPr>
                <a:defRPr/>
              </a:pPr>
              <a:t>‹#›</a:t>
            </a:fld>
            <a:endParaRPr lang="en-US"/>
          </a:p>
        </p:txBody>
      </p:sp>
    </p:spTree>
    <p:extLst>
      <p:ext uri="{BB962C8B-B14F-4D97-AF65-F5344CB8AC3E}">
        <p14:creationId xmlns:p14="http://schemas.microsoft.com/office/powerpoint/2010/main" val="18442091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E179DED7-F2EB-484A-AECF-DCBC685EF320}" type="slidenum">
              <a:rPr lang="en-US"/>
              <a:pPr>
                <a:defRPr/>
              </a:pPr>
              <a:t>‹#›</a:t>
            </a:fld>
            <a:endParaRPr lang="en-US"/>
          </a:p>
        </p:txBody>
      </p:sp>
    </p:spTree>
    <p:extLst>
      <p:ext uri="{BB962C8B-B14F-4D97-AF65-F5344CB8AC3E}">
        <p14:creationId xmlns:p14="http://schemas.microsoft.com/office/powerpoint/2010/main" val="1507486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89DF442-9FF4-41B3-A578-91297C790B29}" type="slidenum">
              <a:rPr lang="en-US"/>
              <a:pPr>
                <a:defRPr/>
              </a:pPr>
              <a:t>‹#›</a:t>
            </a:fld>
            <a:endParaRPr lang="en-US"/>
          </a:p>
        </p:txBody>
      </p:sp>
    </p:spTree>
    <p:extLst>
      <p:ext uri="{BB962C8B-B14F-4D97-AF65-F5344CB8AC3E}">
        <p14:creationId xmlns:p14="http://schemas.microsoft.com/office/powerpoint/2010/main" val="1049319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0F9684D-5B71-4A03-8262-64A09F23EF82}" type="slidenum">
              <a:rPr lang="en-US"/>
              <a:pPr>
                <a:defRPr/>
              </a:pPr>
              <a:t>‹#›</a:t>
            </a:fld>
            <a:endParaRPr lang="en-US"/>
          </a:p>
        </p:txBody>
      </p:sp>
    </p:spTree>
    <p:extLst>
      <p:ext uri="{BB962C8B-B14F-4D97-AF65-F5344CB8AC3E}">
        <p14:creationId xmlns:p14="http://schemas.microsoft.com/office/powerpoint/2010/main" val="39032386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F7DA1EE-5287-4E5A-AABE-53CC9CC21E66}" type="slidenum">
              <a:rPr lang="en-US"/>
              <a:pPr>
                <a:defRPr/>
              </a:pPr>
              <a:t>‹#›</a:t>
            </a:fld>
            <a:endParaRPr lang="en-US"/>
          </a:p>
        </p:txBody>
      </p:sp>
    </p:spTree>
    <p:extLst>
      <p:ext uri="{BB962C8B-B14F-4D97-AF65-F5344CB8AC3E}">
        <p14:creationId xmlns:p14="http://schemas.microsoft.com/office/powerpoint/2010/main" val="12279624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B191E0A9-DB68-4468-B234-5BC53E004E35}" type="slidenum">
              <a:rPr lang="en-US"/>
              <a:pPr>
                <a:defRPr/>
              </a:pPr>
              <a:t>‹#›</a:t>
            </a:fld>
            <a:endParaRPr lang="en-US"/>
          </a:p>
        </p:txBody>
      </p:sp>
    </p:spTree>
    <p:extLst>
      <p:ext uri="{BB962C8B-B14F-4D97-AF65-F5344CB8AC3E}">
        <p14:creationId xmlns:p14="http://schemas.microsoft.com/office/powerpoint/2010/main" val="3502241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a:extLst>
              <a:ext uri="{FF2B5EF4-FFF2-40B4-BE49-F238E27FC236}">
                <a16:creationId xmlns:a16="http://schemas.microsoft.com/office/drawing/2014/main" xmlns="" id="{F997295D-59A4-9E48-8B4A-C554F85CB5A1}"/>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99DB1910-22E0-2740-9CC3-D619C7140F69}"/>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DD1342DC-0291-384D-9401-D02FA91D06CA}"/>
              </a:ext>
            </a:extLst>
          </p:cNvPr>
          <p:cNvSpPr>
            <a:spLocks noGrp="1" noChangeArrowheads="1"/>
          </p:cNvSpPr>
          <p:nvPr>
            <p:ph type="sldNum" sz="quarter" idx="12"/>
          </p:nvPr>
        </p:nvSpPr>
        <p:spPr>
          <a:ln/>
        </p:spPr>
        <p:txBody>
          <a:bodyPr/>
          <a:lstStyle>
            <a:lvl1pPr>
              <a:defRPr/>
            </a:lvl1pPr>
          </a:lstStyle>
          <a:p>
            <a:pPr>
              <a:defRPr/>
            </a:pPr>
            <a:fld id="{A5A68CAE-58FA-6740-AF49-D6FC2F88A531}" type="slidenum">
              <a:rPr lang="en-US" altLang="en-US"/>
              <a:pPr>
                <a:defRPr/>
              </a:pPr>
              <a:t>‹#›</a:t>
            </a:fld>
            <a:endParaRPr lang="en-US" altLang="en-US"/>
          </a:p>
        </p:txBody>
      </p:sp>
    </p:spTree>
    <p:extLst>
      <p:ext uri="{BB962C8B-B14F-4D97-AF65-F5344CB8AC3E}">
        <p14:creationId xmlns:p14="http://schemas.microsoft.com/office/powerpoint/2010/main" val="337671198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3A7A0D30-8696-F447-8C5B-7963A62C5EBA}"/>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2A7DB71B-6EDA-9F4E-867B-29910A418AA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D00D67A3-3F20-5647-B54F-B00977F2FBB8}"/>
              </a:ext>
            </a:extLst>
          </p:cNvPr>
          <p:cNvSpPr>
            <a:spLocks noGrp="1" noChangeArrowheads="1"/>
          </p:cNvSpPr>
          <p:nvPr>
            <p:ph type="sldNum" sz="quarter" idx="12"/>
          </p:nvPr>
        </p:nvSpPr>
        <p:spPr>
          <a:ln/>
        </p:spPr>
        <p:txBody>
          <a:bodyPr/>
          <a:lstStyle>
            <a:lvl1pPr>
              <a:defRPr/>
            </a:lvl1pPr>
          </a:lstStyle>
          <a:p>
            <a:pPr>
              <a:defRPr/>
            </a:pPr>
            <a:fld id="{573980C8-259D-0343-AB00-2EDFB1713FA7}" type="slidenum">
              <a:rPr lang="en-US" altLang="en-US"/>
              <a:pPr>
                <a:defRPr/>
              </a:pPr>
              <a:t>‹#›</a:t>
            </a:fld>
            <a:endParaRPr lang="en-US" altLang="en-US"/>
          </a:p>
        </p:txBody>
      </p:sp>
    </p:spTree>
    <p:extLst>
      <p:ext uri="{BB962C8B-B14F-4D97-AF65-F5344CB8AC3E}">
        <p14:creationId xmlns:p14="http://schemas.microsoft.com/office/powerpoint/2010/main" val="38280846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xmlns="" id="{80E728AB-266A-AE44-9F76-DD74F8311FF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7F92A144-8790-854B-A98A-A0EEA973147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378687AB-9F3A-DC40-842F-9B951E6F84CE}"/>
              </a:ext>
            </a:extLst>
          </p:cNvPr>
          <p:cNvSpPr>
            <a:spLocks noGrp="1" noChangeArrowheads="1"/>
          </p:cNvSpPr>
          <p:nvPr>
            <p:ph type="sldNum" sz="quarter" idx="12"/>
          </p:nvPr>
        </p:nvSpPr>
        <p:spPr>
          <a:ln/>
        </p:spPr>
        <p:txBody>
          <a:bodyPr/>
          <a:lstStyle>
            <a:lvl1pPr>
              <a:defRPr/>
            </a:lvl1pPr>
          </a:lstStyle>
          <a:p>
            <a:pPr>
              <a:defRPr/>
            </a:pPr>
            <a:fld id="{F4980B25-56D2-1B43-9AA2-EBBBF738E860}" type="slidenum">
              <a:rPr lang="en-US" altLang="en-US"/>
              <a:pPr>
                <a:defRPr/>
              </a:pPr>
              <a:t>‹#›</a:t>
            </a:fld>
            <a:endParaRPr lang="en-US" altLang="en-US"/>
          </a:p>
        </p:txBody>
      </p:sp>
    </p:spTree>
    <p:extLst>
      <p:ext uri="{BB962C8B-B14F-4D97-AF65-F5344CB8AC3E}">
        <p14:creationId xmlns:p14="http://schemas.microsoft.com/office/powerpoint/2010/main" val="9191158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xmlns="" id="{178D1C95-1251-EC4A-A172-13ED61A974FF}"/>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xmlns="" id="{915C6646-2D3D-FC4B-8F65-6A3E35EF99DE}"/>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xmlns="" id="{1DBD3CD6-D429-1B40-A467-20B2DD19224B}"/>
              </a:ext>
            </a:extLst>
          </p:cNvPr>
          <p:cNvSpPr>
            <a:spLocks noGrp="1" noChangeArrowheads="1"/>
          </p:cNvSpPr>
          <p:nvPr>
            <p:ph type="sldNum" sz="quarter" idx="12"/>
          </p:nvPr>
        </p:nvSpPr>
        <p:spPr>
          <a:ln/>
        </p:spPr>
        <p:txBody>
          <a:bodyPr/>
          <a:lstStyle>
            <a:lvl1pPr>
              <a:defRPr/>
            </a:lvl1pPr>
          </a:lstStyle>
          <a:p>
            <a:pPr>
              <a:defRPr/>
            </a:pPr>
            <a:fld id="{F38249CE-5937-4142-808D-1B38AD7A2D2B}" type="slidenum">
              <a:rPr lang="en-US" altLang="en-US"/>
              <a:pPr>
                <a:defRPr/>
              </a:pPr>
              <a:t>‹#›</a:t>
            </a:fld>
            <a:endParaRPr lang="en-US" altLang="en-US"/>
          </a:p>
        </p:txBody>
      </p:sp>
    </p:spTree>
    <p:extLst>
      <p:ext uri="{BB962C8B-B14F-4D97-AF65-F5344CB8AC3E}">
        <p14:creationId xmlns:p14="http://schemas.microsoft.com/office/powerpoint/2010/main" val="20346413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xmlns="" id="{73BFD6F1-0633-0F47-93DE-1C72757D7E7B}"/>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xmlns="" id="{9E92CB72-5AEC-B64D-ABD0-E5C5C019D37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xmlns="" id="{A6CC9949-AF7D-4842-9CF9-C411A21936CE}"/>
              </a:ext>
            </a:extLst>
          </p:cNvPr>
          <p:cNvSpPr>
            <a:spLocks noGrp="1" noChangeArrowheads="1"/>
          </p:cNvSpPr>
          <p:nvPr>
            <p:ph type="sldNum" sz="quarter" idx="12"/>
          </p:nvPr>
        </p:nvSpPr>
        <p:spPr>
          <a:ln/>
        </p:spPr>
        <p:txBody>
          <a:bodyPr/>
          <a:lstStyle>
            <a:lvl1pPr>
              <a:defRPr/>
            </a:lvl1pPr>
          </a:lstStyle>
          <a:p>
            <a:pPr>
              <a:defRPr/>
            </a:pPr>
            <a:fld id="{097EC4A6-64A8-1D47-A69C-FFA521EAE36C}" type="slidenum">
              <a:rPr lang="en-US" altLang="en-US"/>
              <a:pPr>
                <a:defRPr/>
              </a:pPr>
              <a:t>‹#›</a:t>
            </a:fld>
            <a:endParaRPr lang="en-US" altLang="en-US"/>
          </a:p>
        </p:txBody>
      </p:sp>
    </p:spTree>
    <p:extLst>
      <p:ext uri="{BB962C8B-B14F-4D97-AF65-F5344CB8AC3E}">
        <p14:creationId xmlns:p14="http://schemas.microsoft.com/office/powerpoint/2010/main" val="5502994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xmlns="" id="{46496033-F800-504A-90C9-A0E9188F0A6B}"/>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xmlns="" id="{25D9DFD8-8013-F641-9635-C19446F9B87F}"/>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xmlns="" id="{FBFAEA78-C9B7-4A43-977F-E3F40A393A87}"/>
              </a:ext>
            </a:extLst>
          </p:cNvPr>
          <p:cNvSpPr>
            <a:spLocks noGrp="1" noChangeArrowheads="1"/>
          </p:cNvSpPr>
          <p:nvPr>
            <p:ph type="sldNum" sz="quarter" idx="12"/>
          </p:nvPr>
        </p:nvSpPr>
        <p:spPr>
          <a:ln/>
        </p:spPr>
        <p:txBody>
          <a:bodyPr/>
          <a:lstStyle>
            <a:lvl1pPr>
              <a:defRPr/>
            </a:lvl1pPr>
          </a:lstStyle>
          <a:p>
            <a:pPr>
              <a:defRPr/>
            </a:pPr>
            <a:fld id="{F07B7A61-2459-9547-AC6B-C10377DDF545}" type="slidenum">
              <a:rPr lang="en-US" altLang="en-US"/>
              <a:pPr>
                <a:defRPr/>
              </a:pPr>
              <a:t>‹#›</a:t>
            </a:fld>
            <a:endParaRPr lang="en-US" altLang="en-US"/>
          </a:p>
        </p:txBody>
      </p:sp>
    </p:spTree>
    <p:extLst>
      <p:ext uri="{BB962C8B-B14F-4D97-AF65-F5344CB8AC3E}">
        <p14:creationId xmlns:p14="http://schemas.microsoft.com/office/powerpoint/2010/main" val="274037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xmlns="" id="{C8BDB9C8-AB07-444E-8466-F28D8A5EEFE4}"/>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xmlns="" id="{251B92B9-DB79-164C-935E-BF505F7E450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xmlns="" id="{3ADF7CE6-6630-3A4B-8A91-EA24142F7C5F}"/>
              </a:ext>
            </a:extLst>
          </p:cNvPr>
          <p:cNvSpPr>
            <a:spLocks noGrp="1" noChangeArrowheads="1"/>
          </p:cNvSpPr>
          <p:nvPr>
            <p:ph type="sldNum" sz="quarter" idx="12"/>
          </p:nvPr>
        </p:nvSpPr>
        <p:spPr>
          <a:ln/>
        </p:spPr>
        <p:txBody>
          <a:bodyPr/>
          <a:lstStyle>
            <a:lvl1pPr>
              <a:defRPr/>
            </a:lvl1pPr>
          </a:lstStyle>
          <a:p>
            <a:pPr>
              <a:defRPr/>
            </a:pPr>
            <a:fld id="{06D0E52A-BA9E-214E-B3FB-4CBC2BB74B2D}" type="slidenum">
              <a:rPr lang="en-US" altLang="en-US"/>
              <a:pPr>
                <a:defRPr/>
              </a:pPr>
              <a:t>‹#›</a:t>
            </a:fld>
            <a:endParaRPr lang="en-US" altLang="en-US"/>
          </a:p>
        </p:txBody>
      </p:sp>
    </p:spTree>
    <p:extLst>
      <p:ext uri="{BB962C8B-B14F-4D97-AF65-F5344CB8AC3E}">
        <p14:creationId xmlns:p14="http://schemas.microsoft.com/office/powerpoint/2010/main" val="21780076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xmlns="" id="{D8DCB7A9-540E-7243-A44A-80B79B1DE16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xmlns="" id="{3254CC0D-BDD1-EA47-B690-7EF29D60AA6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xmlns="" id="{F3A3A609-63EA-1F4E-947B-5975DC49176D}"/>
              </a:ext>
            </a:extLst>
          </p:cNvPr>
          <p:cNvSpPr>
            <a:spLocks noGrp="1" noChangeArrowheads="1"/>
          </p:cNvSpPr>
          <p:nvPr>
            <p:ph type="sldNum" sz="quarter" idx="12"/>
          </p:nvPr>
        </p:nvSpPr>
        <p:spPr>
          <a:ln/>
        </p:spPr>
        <p:txBody>
          <a:bodyPr/>
          <a:lstStyle>
            <a:lvl1pPr>
              <a:defRPr/>
            </a:lvl1pPr>
          </a:lstStyle>
          <a:p>
            <a:pPr>
              <a:defRPr/>
            </a:pPr>
            <a:fld id="{D1EF49B8-7869-4241-A792-7252647A2B62}" type="slidenum">
              <a:rPr lang="en-US" altLang="en-US"/>
              <a:pPr>
                <a:defRPr/>
              </a:pPr>
              <a:t>‹#›</a:t>
            </a:fld>
            <a:endParaRPr lang="en-US" altLang="en-US"/>
          </a:p>
        </p:txBody>
      </p:sp>
    </p:spTree>
    <p:extLst>
      <p:ext uri="{BB962C8B-B14F-4D97-AF65-F5344CB8AC3E}">
        <p14:creationId xmlns:p14="http://schemas.microsoft.com/office/powerpoint/2010/main" val="63046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xmlns="" id="{D72902FF-B0B9-0D42-920B-585421045546}"/>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xmlns="" id="{382D674B-B12B-9A45-92AD-6C6CBAB2A658}"/>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xmlns="" id="{6BF00C22-4E84-5541-B7AB-46874AAC2551}"/>
              </a:ext>
            </a:extLst>
          </p:cNvPr>
          <p:cNvSpPr>
            <a:spLocks noGrp="1" noChangeArrowheads="1"/>
          </p:cNvSpPr>
          <p:nvPr>
            <p:ph type="sldNum" sz="quarter" idx="12"/>
          </p:nvPr>
        </p:nvSpPr>
        <p:spPr>
          <a:ln/>
        </p:spPr>
        <p:txBody>
          <a:bodyPr/>
          <a:lstStyle>
            <a:lvl1pPr>
              <a:defRPr/>
            </a:lvl1pPr>
          </a:lstStyle>
          <a:p>
            <a:pPr>
              <a:defRPr/>
            </a:pPr>
            <a:fld id="{BF4395B2-CA2C-5F40-99CA-EAAE0014DBDF}" type="slidenum">
              <a:rPr lang="en-US" altLang="en-US"/>
              <a:pPr>
                <a:defRPr/>
              </a:pPr>
              <a:t>‹#›</a:t>
            </a:fld>
            <a:endParaRPr lang="en-US" altLang="en-US"/>
          </a:p>
        </p:txBody>
      </p:sp>
    </p:spTree>
    <p:extLst>
      <p:ext uri="{BB962C8B-B14F-4D97-AF65-F5344CB8AC3E}">
        <p14:creationId xmlns:p14="http://schemas.microsoft.com/office/powerpoint/2010/main" val="352826427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3C5511E1-94B1-7547-9A2D-6DACF5076C9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DD10939E-1C68-7048-B9DD-2CF030A47D6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A7B3D7A7-381C-1441-B592-1D5DCFE72BFB}"/>
              </a:ext>
            </a:extLst>
          </p:cNvPr>
          <p:cNvSpPr>
            <a:spLocks noGrp="1" noChangeArrowheads="1"/>
          </p:cNvSpPr>
          <p:nvPr>
            <p:ph type="sldNum" sz="quarter" idx="12"/>
          </p:nvPr>
        </p:nvSpPr>
        <p:spPr>
          <a:ln/>
        </p:spPr>
        <p:txBody>
          <a:bodyPr/>
          <a:lstStyle>
            <a:lvl1pPr>
              <a:defRPr/>
            </a:lvl1pPr>
          </a:lstStyle>
          <a:p>
            <a:pPr>
              <a:defRPr/>
            </a:pPr>
            <a:fld id="{09552F02-E513-574C-87F1-7F47F926724B}" type="slidenum">
              <a:rPr lang="en-US" altLang="en-US"/>
              <a:pPr>
                <a:defRPr/>
              </a:pPr>
              <a:t>‹#›</a:t>
            </a:fld>
            <a:endParaRPr lang="en-US" altLang="en-US"/>
          </a:p>
        </p:txBody>
      </p:sp>
    </p:spTree>
    <p:extLst>
      <p:ext uri="{BB962C8B-B14F-4D97-AF65-F5344CB8AC3E}">
        <p14:creationId xmlns:p14="http://schemas.microsoft.com/office/powerpoint/2010/main" val="79788749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xmlns="" id="{1118FDAC-07E7-6649-A249-CF80DEA713D7}"/>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xmlns="" id="{98284C19-4234-1E4F-A482-17170CE088F0}"/>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xmlns="" id="{040E92F2-B504-BC40-90EB-ADDB03119614}"/>
              </a:ext>
            </a:extLst>
          </p:cNvPr>
          <p:cNvSpPr>
            <a:spLocks noGrp="1" noChangeArrowheads="1"/>
          </p:cNvSpPr>
          <p:nvPr>
            <p:ph type="sldNum" sz="quarter" idx="12"/>
          </p:nvPr>
        </p:nvSpPr>
        <p:spPr>
          <a:ln/>
        </p:spPr>
        <p:txBody>
          <a:bodyPr/>
          <a:lstStyle>
            <a:lvl1pPr>
              <a:defRPr/>
            </a:lvl1pPr>
          </a:lstStyle>
          <a:p>
            <a:pPr>
              <a:defRPr/>
            </a:pPr>
            <a:fld id="{A5081913-3918-CD4C-8AEB-972EC58EAFA9}" type="slidenum">
              <a:rPr lang="en-US" altLang="en-US"/>
              <a:pPr>
                <a:defRPr/>
              </a:pPr>
              <a:t>‹#›</a:t>
            </a:fld>
            <a:endParaRPr lang="en-US" altLang="en-US"/>
          </a:p>
        </p:txBody>
      </p:sp>
    </p:spTree>
    <p:extLst>
      <p:ext uri="{BB962C8B-B14F-4D97-AF65-F5344CB8AC3E}">
        <p14:creationId xmlns:p14="http://schemas.microsoft.com/office/powerpoint/2010/main" val="282385762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8225C119-7BDB-4AEF-B5E9-EE9EF80A9F2A}" type="slidenum">
              <a:rPr lang="en-US"/>
              <a:pPr/>
              <a:t>‹#›</a:t>
            </a:fld>
            <a:endParaRPr lang="en-US"/>
          </a:p>
        </p:txBody>
      </p:sp>
    </p:spTree>
    <p:extLst>
      <p:ext uri="{BB962C8B-B14F-4D97-AF65-F5344CB8AC3E}">
        <p14:creationId xmlns:p14="http://schemas.microsoft.com/office/powerpoint/2010/main" val="29192480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9F96C2F9-E67E-49E5-8AA0-1BAEBFC6E0B9}" type="slidenum">
              <a:rPr lang="en-US"/>
              <a:pPr/>
              <a:t>‹#›</a:t>
            </a:fld>
            <a:endParaRPr lang="en-US"/>
          </a:p>
        </p:txBody>
      </p:sp>
    </p:spTree>
    <p:extLst>
      <p:ext uri="{BB962C8B-B14F-4D97-AF65-F5344CB8AC3E}">
        <p14:creationId xmlns:p14="http://schemas.microsoft.com/office/powerpoint/2010/main" val="24628339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FD1B709-3F53-4776-A86D-143A72FEBBA8}" type="slidenum">
              <a:rPr lang="en-US"/>
              <a:pPr/>
              <a:t>‹#›</a:t>
            </a:fld>
            <a:endParaRPr lang="en-US"/>
          </a:p>
        </p:txBody>
      </p:sp>
    </p:spTree>
    <p:extLst>
      <p:ext uri="{BB962C8B-B14F-4D97-AF65-F5344CB8AC3E}">
        <p14:creationId xmlns:p14="http://schemas.microsoft.com/office/powerpoint/2010/main" val="29022440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CCACDFE6-377A-49E6-BF84-5022E467EC19}" type="slidenum">
              <a:rPr lang="en-US"/>
              <a:pPr/>
              <a:t>‹#›</a:t>
            </a:fld>
            <a:endParaRPr lang="en-US"/>
          </a:p>
        </p:txBody>
      </p:sp>
    </p:spTree>
    <p:extLst>
      <p:ext uri="{BB962C8B-B14F-4D97-AF65-F5344CB8AC3E}">
        <p14:creationId xmlns:p14="http://schemas.microsoft.com/office/powerpoint/2010/main" val="245987184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fld id="{B14F103E-46E1-4B6E-95D2-19414725B979}" type="slidenum">
              <a:rPr lang="en-US"/>
              <a:pPr/>
              <a:t>‹#›</a:t>
            </a:fld>
            <a:endParaRPr lang="en-US"/>
          </a:p>
        </p:txBody>
      </p:sp>
    </p:spTree>
    <p:extLst>
      <p:ext uri="{BB962C8B-B14F-4D97-AF65-F5344CB8AC3E}">
        <p14:creationId xmlns:p14="http://schemas.microsoft.com/office/powerpoint/2010/main" val="274413601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fld id="{E101B051-0A14-4A86-9376-8500B3628AD4}" type="slidenum">
              <a:rPr lang="en-US"/>
              <a:pPr/>
              <a:t>‹#›</a:t>
            </a:fld>
            <a:endParaRPr lang="en-US"/>
          </a:p>
        </p:txBody>
      </p:sp>
    </p:spTree>
    <p:extLst>
      <p:ext uri="{BB962C8B-B14F-4D97-AF65-F5344CB8AC3E}">
        <p14:creationId xmlns:p14="http://schemas.microsoft.com/office/powerpoint/2010/main" val="22311267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fld id="{44AB3C82-526B-492C-B9CE-B48B27F17A85}" type="slidenum">
              <a:rPr lang="en-US"/>
              <a:pPr/>
              <a:t>‹#›</a:t>
            </a:fld>
            <a:endParaRPr lang="en-US"/>
          </a:p>
        </p:txBody>
      </p:sp>
    </p:spTree>
    <p:extLst>
      <p:ext uri="{BB962C8B-B14F-4D97-AF65-F5344CB8AC3E}">
        <p14:creationId xmlns:p14="http://schemas.microsoft.com/office/powerpoint/2010/main" val="42756349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4B4E23ED-903C-4A1B-BECE-349CD2BD3485}" type="slidenum">
              <a:rPr lang="en-US"/>
              <a:pPr/>
              <a:t>‹#›</a:t>
            </a:fld>
            <a:endParaRPr lang="en-US"/>
          </a:p>
        </p:txBody>
      </p:sp>
    </p:spTree>
    <p:extLst>
      <p:ext uri="{BB962C8B-B14F-4D97-AF65-F5344CB8AC3E}">
        <p14:creationId xmlns:p14="http://schemas.microsoft.com/office/powerpoint/2010/main" val="144010818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fld id="{1D498873-9F57-430F-8334-607C69183E19}" type="slidenum">
              <a:rPr lang="en-US"/>
              <a:pPr/>
              <a:t>‹#›</a:t>
            </a:fld>
            <a:endParaRPr lang="en-US"/>
          </a:p>
        </p:txBody>
      </p:sp>
    </p:spTree>
    <p:extLst>
      <p:ext uri="{BB962C8B-B14F-4D97-AF65-F5344CB8AC3E}">
        <p14:creationId xmlns:p14="http://schemas.microsoft.com/office/powerpoint/2010/main" val="29537356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0489139-36F1-41FE-9B08-0BD2732ED2BC}" type="slidenum">
              <a:rPr lang="en-US"/>
              <a:pPr/>
              <a:t>‹#›</a:t>
            </a:fld>
            <a:endParaRPr lang="en-US"/>
          </a:p>
        </p:txBody>
      </p:sp>
    </p:spTree>
    <p:extLst>
      <p:ext uri="{BB962C8B-B14F-4D97-AF65-F5344CB8AC3E}">
        <p14:creationId xmlns:p14="http://schemas.microsoft.com/office/powerpoint/2010/main" val="3927796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fld id="{08DF0937-8557-4D14-970E-132D8D053CBD}" type="slidenum">
              <a:rPr lang="en-US"/>
              <a:pPr/>
              <a:t>‹#›</a:t>
            </a:fld>
            <a:endParaRPr lang="en-US"/>
          </a:p>
        </p:txBody>
      </p:sp>
    </p:spTree>
    <p:extLst>
      <p:ext uri="{BB962C8B-B14F-4D97-AF65-F5344CB8AC3E}">
        <p14:creationId xmlns:p14="http://schemas.microsoft.com/office/powerpoint/2010/main" val="35966935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079472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938021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650373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6237585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7426533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118642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1586667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564897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950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37568512"/>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515885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charset="0"/>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charset="0"/>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Times New Roman" charset="0"/>
              </a:defRPr>
            </a:lvl1pPr>
          </a:lstStyle>
          <a:p>
            <a:pPr>
              <a:defRPr/>
            </a:pPr>
            <a:fld id="{C29A8869-96D9-4BA4-ADEE-D6B35C83CD3E}" type="slidenum">
              <a:rPr lang="en-US"/>
              <a:pPr>
                <a:defRPr/>
              </a:pPr>
              <a:t>‹#›</a:t>
            </a:fld>
            <a:endParaRPr lang="en-US"/>
          </a:p>
        </p:txBody>
      </p:sp>
    </p:spTree>
  </p:cSld>
  <p:clrMap bg1="dk2" tx1="lt1" bg2="dk1" tx2="lt2" accent1="accent1" accent2="accent2" accent3="accent3" accent4="accent4" accent5="accent5" accent6="accent6" hlink="hlink" folHlink="folHlink"/>
  <p:sldLayoutIdLst>
    <p:sldLayoutId id="2147483828" r:id="rId1"/>
    <p:sldLayoutId id="2147483829" r:id="rId2"/>
    <p:sldLayoutId id="2147483830" r:id="rId3"/>
    <p:sldLayoutId id="2147483831" r:id="rId4"/>
    <p:sldLayoutId id="2147483832" r:id="rId5"/>
    <p:sldLayoutId id="2147483833" r:id="rId6"/>
    <p:sldLayoutId id="2147483834" r:id="rId7"/>
    <p:sldLayoutId id="2147483835" r:id="rId8"/>
    <p:sldLayoutId id="2147483836" r:id="rId9"/>
    <p:sldLayoutId id="2147483837" r:id="rId10"/>
    <p:sldLayoutId id="2147483838"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charset="0"/>
        </a:defRPr>
      </a:lvl2pPr>
      <a:lvl3pPr algn="ctr" rtl="0" eaLnBrk="0" fontAlgn="base" hangingPunct="0">
        <a:spcBef>
          <a:spcPct val="0"/>
        </a:spcBef>
        <a:spcAft>
          <a:spcPct val="0"/>
        </a:spcAft>
        <a:defRPr sz="4400">
          <a:solidFill>
            <a:schemeClr val="tx2"/>
          </a:solidFill>
          <a:latin typeface="Times New Roman" charset="0"/>
        </a:defRPr>
      </a:lvl3pPr>
      <a:lvl4pPr algn="ctr" rtl="0" eaLnBrk="0" fontAlgn="base" hangingPunct="0">
        <a:spcBef>
          <a:spcPct val="0"/>
        </a:spcBef>
        <a:spcAft>
          <a:spcPct val="0"/>
        </a:spcAft>
        <a:defRPr sz="4400">
          <a:solidFill>
            <a:schemeClr val="tx2"/>
          </a:solidFill>
          <a:latin typeface="Times New Roman" charset="0"/>
        </a:defRPr>
      </a:lvl4pPr>
      <a:lvl5pPr algn="ctr" rtl="0" eaLnBrk="0" fontAlgn="base" hangingPunct="0">
        <a:spcBef>
          <a:spcPct val="0"/>
        </a:spcBef>
        <a:spcAft>
          <a:spcPct val="0"/>
        </a:spcAft>
        <a:defRPr sz="4400">
          <a:solidFill>
            <a:schemeClr val="tx2"/>
          </a:solidFill>
          <a:latin typeface="Times New Roman" charset="0"/>
        </a:defRPr>
      </a:lvl5pPr>
      <a:lvl6pPr marL="457200" algn="ctr" rtl="0" fontAlgn="base">
        <a:spcBef>
          <a:spcPct val="0"/>
        </a:spcBef>
        <a:spcAft>
          <a:spcPct val="0"/>
        </a:spcAft>
        <a:defRPr sz="4400">
          <a:solidFill>
            <a:schemeClr val="tx2"/>
          </a:solidFill>
          <a:latin typeface="Times New Roman" charset="0"/>
        </a:defRPr>
      </a:lvl6pPr>
      <a:lvl7pPr marL="914400" algn="ctr" rtl="0" fontAlgn="base">
        <a:spcBef>
          <a:spcPct val="0"/>
        </a:spcBef>
        <a:spcAft>
          <a:spcPct val="0"/>
        </a:spcAft>
        <a:defRPr sz="4400">
          <a:solidFill>
            <a:schemeClr val="tx2"/>
          </a:solidFill>
          <a:latin typeface="Times New Roman" charset="0"/>
        </a:defRPr>
      </a:lvl7pPr>
      <a:lvl8pPr marL="1371600" algn="ctr" rtl="0" fontAlgn="base">
        <a:spcBef>
          <a:spcPct val="0"/>
        </a:spcBef>
        <a:spcAft>
          <a:spcPct val="0"/>
        </a:spcAft>
        <a:defRPr sz="4400">
          <a:solidFill>
            <a:schemeClr val="tx2"/>
          </a:solidFill>
          <a:latin typeface="Times New Roman" charset="0"/>
        </a:defRPr>
      </a:lvl8pPr>
      <a:lvl9pPr marL="1828800" algn="ctr" rtl="0" fontAlgn="base">
        <a:spcBef>
          <a:spcPct val="0"/>
        </a:spcBef>
        <a:spcAft>
          <a:spcPct val="0"/>
        </a:spcAft>
        <a:defRPr sz="4400">
          <a:solidFill>
            <a:schemeClr val="tx2"/>
          </a:solidFill>
          <a:latin typeface="Times New Roman"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xmlns="" id="{B5D185F7-AC62-E742-8CEA-EA81268EF42A}"/>
              </a:ext>
            </a:extLst>
          </p:cNvPr>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xmlns="" id="{23995AA6-F5AA-194E-A9B0-80C73B7375A9}"/>
              </a:ext>
            </a:extLst>
          </p:cNvPr>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a:extLst>
              <a:ext uri="{FF2B5EF4-FFF2-40B4-BE49-F238E27FC236}">
                <a16:creationId xmlns:a16="http://schemas.microsoft.com/office/drawing/2014/main" xmlns="" id="{0E13430C-CFCE-7C4E-BB45-155CC867B4D6}"/>
              </a:ext>
            </a:extLst>
          </p:cNvPr>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Times New Roman" pitchFamily="18" charset="0"/>
                <a:ea typeface="+mn-ea"/>
              </a:defRPr>
            </a:lvl1pPr>
          </a:lstStyle>
          <a:p>
            <a:pPr>
              <a:defRPr/>
            </a:pPr>
            <a:endParaRPr lang="en-US"/>
          </a:p>
        </p:txBody>
      </p:sp>
      <p:sp>
        <p:nvSpPr>
          <p:cNvPr id="1029" name="Rectangle 5">
            <a:extLst>
              <a:ext uri="{FF2B5EF4-FFF2-40B4-BE49-F238E27FC236}">
                <a16:creationId xmlns:a16="http://schemas.microsoft.com/office/drawing/2014/main" xmlns="" id="{9599CDA4-C1CD-CE4A-B36B-A08930457113}"/>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Times New Roman" pitchFamily="18" charset="0"/>
                <a:ea typeface="+mn-ea"/>
              </a:defRPr>
            </a:lvl1pPr>
          </a:lstStyle>
          <a:p>
            <a:pPr>
              <a:defRPr/>
            </a:pPr>
            <a:endParaRPr lang="en-US"/>
          </a:p>
        </p:txBody>
      </p:sp>
      <p:sp>
        <p:nvSpPr>
          <p:cNvPr id="1030" name="Rectangle 6">
            <a:extLst>
              <a:ext uri="{FF2B5EF4-FFF2-40B4-BE49-F238E27FC236}">
                <a16:creationId xmlns:a16="http://schemas.microsoft.com/office/drawing/2014/main" xmlns="" id="{46E7DEDA-110E-2F45-A189-559D87342F2F}"/>
              </a:ext>
            </a:extLst>
          </p:cNvPr>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latin typeface="Times New Roman" charset="0"/>
                <a:ea typeface="ＭＳ Ｐゴシック" charset="-128"/>
              </a:defRPr>
            </a:lvl1pPr>
          </a:lstStyle>
          <a:p>
            <a:pPr>
              <a:defRPr/>
            </a:pPr>
            <a:fld id="{927BEC84-48DA-0248-91C1-EEF1E538FFF6}" type="slidenum">
              <a:rPr lang="en-US" altLang="en-US"/>
              <a:pPr>
                <a:defRPr/>
              </a:pPr>
              <a:t>‹#›</a:t>
            </a:fld>
            <a:endParaRPr lang="en-US" altLang="en-US"/>
          </a:p>
        </p:txBody>
      </p:sp>
    </p:spTree>
    <p:extLst>
      <p:ext uri="{BB962C8B-B14F-4D97-AF65-F5344CB8AC3E}">
        <p14:creationId xmlns:p14="http://schemas.microsoft.com/office/powerpoint/2010/main" val="3736560986"/>
      </p:ext>
    </p:extLst>
  </p:cSld>
  <p:clrMap bg1="lt1" tx1="dk1" bg2="lt2" tx2="dk2" accent1="accent1" accent2="accent2" accent3="accent3" accent4="accent4" accent5="accent5" accent6="accent6" hlink="hlink" folHlink="folHlink"/>
  <p:sldLayoutIdLst>
    <p:sldLayoutId id="2147483854" r:id="rId1"/>
    <p:sldLayoutId id="2147483855" r:id="rId2"/>
    <p:sldLayoutId id="2147483856" r:id="rId3"/>
    <p:sldLayoutId id="2147483857" r:id="rId4"/>
    <p:sldLayoutId id="2147483858" r:id="rId5"/>
    <p:sldLayoutId id="2147483859" r:id="rId6"/>
    <p:sldLayoutId id="2147483860" r:id="rId7"/>
    <p:sldLayoutId id="2147483861" r:id="rId8"/>
    <p:sldLayoutId id="2147483862" r:id="rId9"/>
    <p:sldLayoutId id="2147483863" r:id="rId10"/>
    <p:sldLayoutId id="2147483864" r:id="rId11"/>
  </p:sldLayoutIdLst>
  <p:txStyles>
    <p:titleStyle>
      <a:lvl1pPr algn="ctr" rtl="0" eaLnBrk="0" fontAlgn="base" hangingPunct="0">
        <a:spcBef>
          <a:spcPct val="0"/>
        </a:spcBef>
        <a:spcAft>
          <a:spcPct val="0"/>
        </a:spcAft>
        <a:defRPr sz="4400">
          <a:solidFill>
            <a:schemeClr val="tx2"/>
          </a:solidFill>
          <a:latin typeface="+mj-lt"/>
          <a:ea typeface="ＭＳ Ｐゴシック" charset="0"/>
          <a:cs typeface="+mj-cs"/>
        </a:defRPr>
      </a:lvl1pPr>
      <a:lvl2pPr algn="ctr" rtl="0" eaLnBrk="0" fontAlgn="base" hangingPunct="0">
        <a:spcBef>
          <a:spcPct val="0"/>
        </a:spcBef>
        <a:spcAft>
          <a:spcPct val="0"/>
        </a:spcAft>
        <a:defRPr sz="4400">
          <a:solidFill>
            <a:schemeClr val="tx2"/>
          </a:solidFill>
          <a:latin typeface="Times New Roman" pitchFamily="18" charset="0"/>
          <a:ea typeface="ＭＳ Ｐゴシック" charset="0"/>
        </a:defRPr>
      </a:lvl2pPr>
      <a:lvl3pPr algn="ctr" rtl="0" eaLnBrk="0" fontAlgn="base" hangingPunct="0">
        <a:spcBef>
          <a:spcPct val="0"/>
        </a:spcBef>
        <a:spcAft>
          <a:spcPct val="0"/>
        </a:spcAft>
        <a:defRPr sz="4400">
          <a:solidFill>
            <a:schemeClr val="tx2"/>
          </a:solidFill>
          <a:latin typeface="Times New Roman" pitchFamily="18" charset="0"/>
          <a:ea typeface="ＭＳ Ｐゴシック" charset="0"/>
        </a:defRPr>
      </a:lvl3pPr>
      <a:lvl4pPr algn="ctr" rtl="0" eaLnBrk="0" fontAlgn="base" hangingPunct="0">
        <a:spcBef>
          <a:spcPct val="0"/>
        </a:spcBef>
        <a:spcAft>
          <a:spcPct val="0"/>
        </a:spcAft>
        <a:defRPr sz="4400">
          <a:solidFill>
            <a:schemeClr val="tx2"/>
          </a:solidFill>
          <a:latin typeface="Times New Roman" pitchFamily="18" charset="0"/>
          <a:ea typeface="ＭＳ Ｐゴシック" charset="0"/>
        </a:defRPr>
      </a:lvl4pPr>
      <a:lvl5pPr algn="ctr" rtl="0" eaLnBrk="0" fontAlgn="base" hangingPunct="0">
        <a:spcBef>
          <a:spcPct val="0"/>
        </a:spcBef>
        <a:spcAft>
          <a:spcPct val="0"/>
        </a:spcAft>
        <a:defRPr sz="4400">
          <a:solidFill>
            <a:schemeClr val="tx2"/>
          </a:solidFill>
          <a:latin typeface="Times New Roman" pitchFamily="18" charset="0"/>
          <a:ea typeface="ＭＳ Ｐゴシック"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charset="0"/>
          <a:cs typeface="+mn-cs"/>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Times New Roman" pitchFamily="18" charset="0"/>
                <a:ea typeface="+mn-ea"/>
                <a:cs typeface="+mn-cs"/>
              </a:defRPr>
            </a:lvl1pPr>
          </a:lstStyle>
          <a:p>
            <a:pPr>
              <a:defRPr/>
            </a:pPr>
            <a:endParaRPr lang="en-US"/>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Times New Roman" pitchFamily="18" charset="0"/>
                <a:ea typeface="+mn-ea"/>
                <a:cs typeface="+mn-cs"/>
              </a:defRPr>
            </a:lvl1pPr>
          </a:lstStyle>
          <a:p>
            <a:pPr>
              <a:defRPr/>
            </a:pPr>
            <a:endParaRPr lang="en-US"/>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C727D146-078B-498A-BA0B-1892FBFC3F3E}" type="slidenum">
              <a:rPr lang="en-US"/>
              <a:pPr/>
              <a:t>‹#›</a:t>
            </a:fld>
            <a:endParaRPr lang="en-US"/>
          </a:p>
        </p:txBody>
      </p:sp>
    </p:spTree>
    <p:extLst>
      <p:ext uri="{BB962C8B-B14F-4D97-AF65-F5344CB8AC3E}">
        <p14:creationId xmlns:p14="http://schemas.microsoft.com/office/powerpoint/2010/main" val="1107708876"/>
      </p:ext>
    </p:extLst>
  </p:cSld>
  <p:clrMap bg1="dk2" tx1="lt1" bg2="dk1" tx2="lt2" accent1="accent1" accent2="accent2" accent3="accent3" accent4="accent4" accent5="accent5" accent6="accent6" hlink="hlink" folHlink="folHlink"/>
  <p:sldLayoutIdLst>
    <p:sldLayoutId id="2147483866" r:id="rId1"/>
    <p:sldLayoutId id="2147483867" r:id="rId2"/>
    <p:sldLayoutId id="2147483868" r:id="rId3"/>
    <p:sldLayoutId id="2147483869" r:id="rId4"/>
    <p:sldLayoutId id="2147483870" r:id="rId5"/>
    <p:sldLayoutId id="2147483871" r:id="rId6"/>
    <p:sldLayoutId id="2147483872" r:id="rId7"/>
    <p:sldLayoutId id="2147483873" r:id="rId8"/>
    <p:sldLayoutId id="2147483874" r:id="rId9"/>
    <p:sldLayoutId id="2147483875" r:id="rId10"/>
    <p:sldLayoutId id="2147483876" r:id="rId11"/>
  </p:sldLayoutIdLst>
  <p:txStyles>
    <p:titleStyle>
      <a:lvl1pPr algn="ctr" rtl="0" eaLnBrk="0" fontAlgn="base" hangingPunct="0">
        <a:spcBef>
          <a:spcPct val="0"/>
        </a:spcBef>
        <a:spcAft>
          <a:spcPct val="0"/>
        </a:spcAft>
        <a:defRPr sz="4400">
          <a:solidFill>
            <a:schemeClr val="tx2"/>
          </a:solidFill>
          <a:latin typeface="+mj-lt"/>
          <a:ea typeface="MS PGothic" pitchFamily="34" charset="-128"/>
          <a:cs typeface="MS PGothic" charset="0"/>
        </a:defRPr>
      </a:lvl1pPr>
      <a:lvl2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2pPr>
      <a:lvl3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3pPr>
      <a:lvl4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4pPr>
      <a:lvl5pPr algn="ctr" rtl="0" eaLnBrk="0" fontAlgn="base" hangingPunct="0">
        <a:spcBef>
          <a:spcPct val="0"/>
        </a:spcBef>
        <a:spcAft>
          <a:spcPct val="0"/>
        </a:spcAft>
        <a:defRPr sz="4400">
          <a:solidFill>
            <a:schemeClr val="tx2"/>
          </a:solidFill>
          <a:latin typeface="Times New Roman" pitchFamily="18" charset="0"/>
          <a:ea typeface="MS PGothic" pitchFamily="34" charset="-128"/>
          <a:cs typeface="MS PGothic"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S PGothic" pitchFamily="34" charset="-128"/>
          <a:cs typeface="MS PGothic" charset="0"/>
        </a:defRPr>
      </a:lvl1pPr>
      <a:lvl2pPr marL="742950" indent="-285750" algn="l" rtl="0" eaLnBrk="0" fontAlgn="base" hangingPunct="0">
        <a:spcBef>
          <a:spcPct val="20000"/>
        </a:spcBef>
        <a:spcAft>
          <a:spcPct val="0"/>
        </a:spcAft>
        <a:buChar char="–"/>
        <a:defRPr sz="2800">
          <a:solidFill>
            <a:schemeClr val="tx1"/>
          </a:solidFill>
          <a:latin typeface="+mn-lt"/>
          <a:ea typeface="MS PGothic" pitchFamily="34" charset="-128"/>
          <a:cs typeface="MS PGothic" charset="0"/>
        </a:defRPr>
      </a:lvl2pPr>
      <a:lvl3pPr marL="1143000" indent="-228600" algn="l" rtl="0" eaLnBrk="0" fontAlgn="base" hangingPunct="0">
        <a:spcBef>
          <a:spcPct val="20000"/>
        </a:spcBef>
        <a:spcAft>
          <a:spcPct val="0"/>
        </a:spcAft>
        <a:buChar char="•"/>
        <a:defRPr sz="2400">
          <a:solidFill>
            <a:schemeClr val="tx1"/>
          </a:solidFill>
          <a:latin typeface="+mn-lt"/>
          <a:ea typeface="MS PGothic" pitchFamily="34" charset="-128"/>
          <a:cs typeface="MS PGothic" charset="0"/>
        </a:defRPr>
      </a:lvl3pPr>
      <a:lvl4pPr marL="1600200" indent="-228600" algn="l"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4pPr>
      <a:lvl5pPr marL="2057400" indent="-228600" algn="l" rtl="0" eaLnBrk="0" fontAlgn="base" hangingPunct="0">
        <a:spcBef>
          <a:spcPct val="20000"/>
        </a:spcBef>
        <a:spcAft>
          <a:spcPct val="0"/>
        </a:spcAft>
        <a:buChar char="»"/>
        <a:defRPr sz="2000">
          <a:solidFill>
            <a:schemeClr val="tx1"/>
          </a:solidFill>
          <a:latin typeface="+mn-lt"/>
          <a:ea typeface="MS PGothic" pitchFamily="34" charset="-128"/>
          <a:cs typeface="MS PGothic" charset="0"/>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C85987-C0E0-41C6-934F-4549D7D634B1}" type="datetimeFigureOut">
              <a:rPr lang="en-US" smtClean="0">
                <a:solidFill>
                  <a:prstClr val="black">
                    <a:tint val="75000"/>
                  </a:prstClr>
                </a:solidFill>
              </a:rPr>
              <a:pPr/>
              <a:t>11/11/2021</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9580AE2-8ECB-4A7C-8326-DC73B21C462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36138697"/>
      </p:ext>
    </p:extLst>
  </p:cSld>
  <p:clrMap bg1="lt1" tx1="dk1" bg2="lt2" tx2="dk2" accent1="accent1" accent2="accent2" accent3="accent3" accent4="accent4" accent5="accent5" accent6="accent6" hlink="hlink" folHlink="folHlink"/>
  <p:sldLayoutIdLst>
    <p:sldLayoutId id="2147483878" r:id="rId1"/>
    <p:sldLayoutId id="2147483879" r:id="rId2"/>
    <p:sldLayoutId id="2147483880" r:id="rId3"/>
    <p:sldLayoutId id="2147483881" r:id="rId4"/>
    <p:sldLayoutId id="2147483882" r:id="rId5"/>
    <p:sldLayoutId id="2147483883" r:id="rId6"/>
    <p:sldLayoutId id="2147483884" r:id="rId7"/>
    <p:sldLayoutId id="2147483885" r:id="rId8"/>
    <p:sldLayoutId id="2147483886" r:id="rId9"/>
    <p:sldLayoutId id="2147483887" r:id="rId10"/>
    <p:sldLayoutId id="2147483888"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3.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40.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p:cNvSpPr>
            <a:spLocks noGrp="1" noChangeArrowheads="1"/>
          </p:cNvSpPr>
          <p:nvPr>
            <p:ph type="ctrTitle"/>
          </p:nvPr>
        </p:nvSpPr>
        <p:spPr>
          <a:xfrm>
            <a:off x="685800" y="2286000"/>
            <a:ext cx="7772400" cy="1143000"/>
          </a:xfrm>
        </p:spPr>
        <p:txBody>
          <a:bodyPr/>
          <a:lstStyle/>
          <a:p>
            <a:pPr eaLnBrk="1" hangingPunct="1"/>
            <a:r>
              <a:rPr lang="en-US" sz="3800"/>
              <a:t>Externalities and Public Goods</a:t>
            </a:r>
          </a:p>
        </p:txBody>
      </p:sp>
      <p:sp>
        <p:nvSpPr>
          <p:cNvPr id="58370" name="Rectangle 3"/>
          <p:cNvSpPr>
            <a:spLocks noGrp="1" noChangeArrowheads="1"/>
          </p:cNvSpPr>
          <p:nvPr>
            <p:ph type="subTitle" idx="1"/>
          </p:nvPr>
        </p:nvSpPr>
        <p:spPr>
          <a:xfrm>
            <a:off x="1219200" y="3886200"/>
            <a:ext cx="6781800" cy="1752600"/>
          </a:xfrm>
        </p:spPr>
        <p:txBody>
          <a:bodyPr/>
          <a:lstStyle/>
          <a:p>
            <a:pPr eaLnBrk="1" hangingPunct="1"/>
            <a:r>
              <a:rPr lang="en-US" sz="2800"/>
              <a:t>Chicago Price Theory</a:t>
            </a:r>
          </a:p>
        </p:txBody>
      </p:sp>
    </p:spTree>
    <p:extLst>
      <p:ext uri="{BB962C8B-B14F-4D97-AF65-F5344CB8AC3E}">
        <p14:creationId xmlns:p14="http://schemas.microsoft.com/office/powerpoint/2010/main" val="1573341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85800"/>
          </a:xfrm>
        </p:spPr>
        <p:txBody>
          <a:bodyPr/>
          <a:lstStyle/>
          <a:p>
            <a:pPr eaLnBrk="1" hangingPunct="1"/>
            <a:r>
              <a:rPr lang="en-US" altLang="en-US" sz="3600"/>
              <a:t>Externality?</a:t>
            </a:r>
          </a:p>
        </p:txBody>
      </p:sp>
      <p:sp>
        <p:nvSpPr>
          <p:cNvPr id="18435" name="Rectangle 3"/>
          <p:cNvSpPr>
            <a:spLocks noGrp="1" noChangeArrowheads="1"/>
          </p:cNvSpPr>
          <p:nvPr>
            <p:ph type="body" idx="1"/>
          </p:nvPr>
        </p:nvSpPr>
        <p:spPr>
          <a:xfrm>
            <a:off x="457200" y="1371600"/>
            <a:ext cx="8382000" cy="3429000"/>
          </a:xfrm>
        </p:spPr>
        <p:txBody>
          <a:bodyPr/>
          <a:lstStyle/>
          <a:p>
            <a:pPr eaLnBrk="1" hangingPunct="1">
              <a:lnSpc>
                <a:spcPct val="80000"/>
              </a:lnSpc>
            </a:pPr>
            <a:r>
              <a:rPr lang="en-US" altLang="en-US"/>
              <a:t>“Externalities refers to situations when the effect of production or consumption of goods and services </a:t>
            </a:r>
            <a:r>
              <a:rPr lang="en-US" altLang="en-US">
                <a:solidFill>
                  <a:schemeClr val="tx2"/>
                </a:solidFill>
              </a:rPr>
              <a:t>imposes costs or benefits on others</a:t>
            </a:r>
            <a:r>
              <a:rPr lang="en-US" altLang="en-US"/>
              <a:t> which are not reflected in the prices charged for the goods and services being provided.”</a:t>
            </a:r>
          </a:p>
          <a:p>
            <a:pPr lvl="1" eaLnBrk="1" hangingPunct="1">
              <a:lnSpc>
                <a:spcPct val="80000"/>
              </a:lnSpc>
            </a:pPr>
            <a:r>
              <a:rPr lang="en-US" altLang="en-US" sz="1800"/>
              <a:t>Quote from OECD</a:t>
            </a:r>
          </a:p>
        </p:txBody>
      </p:sp>
      <p:pic>
        <p:nvPicPr>
          <p:cNvPr id="2" name="Picture 1">
            <a:extLst>
              <a:ext uri="{FF2B5EF4-FFF2-40B4-BE49-F238E27FC236}">
                <a16:creationId xmlns:a16="http://schemas.microsoft.com/office/drawing/2014/main" xmlns="" id="{8EBB4745-7A03-EF4E-8938-CDA60A8FAC4D}"/>
              </a:ext>
            </a:extLst>
          </p:cNvPr>
          <p:cNvPicPr>
            <a:picLocks noChangeAspect="1"/>
          </p:cNvPicPr>
          <p:nvPr/>
        </p:nvPicPr>
        <p:blipFill>
          <a:blip r:embed="rId3"/>
          <a:stretch>
            <a:fillRect/>
          </a:stretch>
        </p:blipFill>
        <p:spPr>
          <a:xfrm>
            <a:off x="1295400" y="3685050"/>
            <a:ext cx="6096000" cy="3177540"/>
          </a:xfrm>
          <a:prstGeom prst="rect">
            <a:avLst/>
          </a:prstGeom>
        </p:spPr>
      </p:pic>
      <p:sp>
        <p:nvSpPr>
          <p:cNvPr id="3" name="TextBox 2">
            <a:extLst>
              <a:ext uri="{FF2B5EF4-FFF2-40B4-BE49-F238E27FC236}">
                <a16:creationId xmlns:a16="http://schemas.microsoft.com/office/drawing/2014/main" xmlns="" id="{6552349E-065F-7243-8DD0-B18ABAA2D561}"/>
              </a:ext>
            </a:extLst>
          </p:cNvPr>
          <p:cNvSpPr txBox="1"/>
          <p:nvPr/>
        </p:nvSpPr>
        <p:spPr>
          <a:xfrm>
            <a:off x="7391400" y="6021495"/>
            <a:ext cx="2822750" cy="830997"/>
          </a:xfrm>
          <a:prstGeom prst="rect">
            <a:avLst/>
          </a:prstGeom>
          <a:noFill/>
        </p:spPr>
        <p:txBody>
          <a:bodyPr wrap="square" rtlCol="0">
            <a:spAutoFit/>
          </a:bodyPr>
          <a:lstStyle/>
          <a:p>
            <a:r>
              <a:rPr lang="en-US"/>
              <a:t>Image credit: </a:t>
            </a:r>
            <a:r>
              <a:rPr lang="en-US" err="1"/>
              <a:t>clipart.email</a:t>
            </a:r>
            <a:endParaRPr lang="en-US"/>
          </a:p>
        </p:txBody>
      </p:sp>
    </p:spTree>
    <p:extLst>
      <p:ext uri="{BB962C8B-B14F-4D97-AF65-F5344CB8AC3E}">
        <p14:creationId xmlns:p14="http://schemas.microsoft.com/office/powerpoint/2010/main" val="3451263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3" grpId="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85800"/>
          </a:xfrm>
        </p:spPr>
        <p:txBody>
          <a:bodyPr/>
          <a:lstStyle/>
          <a:p>
            <a:pPr eaLnBrk="1" hangingPunct="1"/>
            <a:r>
              <a:rPr lang="en-US" altLang="en-US" sz="3600"/>
              <a:t>Externality?</a:t>
            </a:r>
          </a:p>
        </p:txBody>
      </p:sp>
      <p:sp>
        <p:nvSpPr>
          <p:cNvPr id="18435" name="Rectangle 3"/>
          <p:cNvSpPr>
            <a:spLocks noGrp="1" noChangeArrowheads="1"/>
          </p:cNvSpPr>
          <p:nvPr>
            <p:ph type="body" idx="1"/>
          </p:nvPr>
        </p:nvSpPr>
        <p:spPr>
          <a:xfrm>
            <a:off x="457200" y="1371600"/>
            <a:ext cx="8382000" cy="4572000"/>
          </a:xfrm>
        </p:spPr>
        <p:txBody>
          <a:bodyPr/>
          <a:lstStyle/>
          <a:p>
            <a:pPr eaLnBrk="1" hangingPunct="1">
              <a:lnSpc>
                <a:spcPct val="80000"/>
              </a:lnSpc>
            </a:pPr>
            <a:r>
              <a:rPr lang="en-US" altLang="en-US"/>
              <a:t>“Externalities refers to situations when the effect of production or consumption of goods and services imposes costs or benefits on others which are </a:t>
            </a:r>
            <a:r>
              <a:rPr lang="en-US" altLang="en-US" u="sng">
                <a:solidFill>
                  <a:schemeClr val="tx2"/>
                </a:solidFill>
              </a:rPr>
              <a:t>not reflected in the prices charged</a:t>
            </a:r>
            <a:r>
              <a:rPr lang="en-US" altLang="en-US"/>
              <a:t> for the goods and services being provided.”</a:t>
            </a:r>
          </a:p>
          <a:p>
            <a:pPr lvl="1" eaLnBrk="1" hangingPunct="1">
              <a:lnSpc>
                <a:spcPct val="80000"/>
              </a:lnSpc>
            </a:pPr>
            <a:r>
              <a:rPr lang="en-US" altLang="en-US" sz="1800"/>
              <a:t>Quote from OECD</a:t>
            </a:r>
          </a:p>
          <a:p>
            <a:pPr lvl="1" eaLnBrk="1" hangingPunct="1">
              <a:lnSpc>
                <a:spcPct val="80000"/>
              </a:lnSpc>
            </a:pPr>
            <a:endParaRPr lang="en-US" altLang="en-US" sz="1800"/>
          </a:p>
          <a:p>
            <a:pPr lvl="1" eaLnBrk="1" hangingPunct="1">
              <a:lnSpc>
                <a:spcPct val="80000"/>
              </a:lnSpc>
            </a:pPr>
            <a:r>
              <a:rPr lang="en-US" altLang="en-US" sz="2400"/>
              <a:t>Prices are the fundamental concept for understanding externalities and</a:t>
            </a:r>
          </a:p>
          <a:p>
            <a:pPr lvl="1" eaLnBrk="1" hangingPunct="1">
              <a:lnSpc>
                <a:spcPct val="80000"/>
              </a:lnSpc>
            </a:pPr>
            <a:r>
              <a:rPr lang="en-US" altLang="en-US" sz="2400"/>
              <a:t>why public policy has sometimes made externalities worse.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85800"/>
          </a:xfrm>
        </p:spPr>
        <p:txBody>
          <a:bodyPr/>
          <a:lstStyle/>
          <a:p>
            <a:pPr eaLnBrk="1" hangingPunct="1"/>
            <a:r>
              <a:rPr lang="en-US" altLang="en-US" sz="3600"/>
              <a:t>Public Goods</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a:t>Symmetric special case of positive externalities</a:t>
            </a:r>
          </a:p>
          <a:p>
            <a:pPr lvl="1" eaLnBrk="1" hangingPunct="1">
              <a:lnSpc>
                <a:spcPct val="80000"/>
              </a:lnSpc>
            </a:pPr>
            <a:r>
              <a:rPr lang="en-US" altLang="en-US"/>
              <a:t>Everyone receives the same externality</a:t>
            </a:r>
          </a:p>
          <a:p>
            <a:pPr eaLnBrk="1" hangingPunct="1">
              <a:lnSpc>
                <a:spcPct val="80000"/>
              </a:lnSpc>
            </a:pPr>
            <a:endParaRPr lang="en-US" altLang="en-US"/>
          </a:p>
          <a:p>
            <a:pPr eaLnBrk="1" hangingPunct="1">
              <a:lnSpc>
                <a:spcPct val="80000"/>
              </a:lnSpc>
            </a:pPr>
            <a:r>
              <a:rPr lang="en-US" altLang="en-US"/>
              <a:t>E.g., aggregate endowment can be allocated between private and public goods.</a:t>
            </a:r>
          </a:p>
          <a:p>
            <a:pPr eaLnBrk="1" hangingPunct="1">
              <a:lnSpc>
                <a:spcPct val="80000"/>
              </a:lnSpc>
            </a:pPr>
            <a:endParaRPr lang="en-US" altLang="en-US"/>
          </a:p>
          <a:p>
            <a:pPr eaLnBrk="1" hangingPunct="1">
              <a:lnSpc>
                <a:spcPct val="80000"/>
              </a:lnSpc>
            </a:pPr>
            <a:endParaRPr lang="en-US" altLang="en-US"/>
          </a:p>
          <a:p>
            <a:pPr eaLnBrk="1" hangingPunct="1">
              <a:lnSpc>
                <a:spcPct val="80000"/>
              </a:lnSpc>
            </a:pPr>
            <a:endParaRPr lang="en-US" altLang="en-US"/>
          </a:p>
          <a:p>
            <a:pPr eaLnBrk="1" hangingPunct="1">
              <a:lnSpc>
                <a:spcPct val="80000"/>
              </a:lnSpc>
            </a:pPr>
            <a:endParaRPr lang="en-US" altLang="en-US"/>
          </a:p>
          <a:p>
            <a:pPr lvl="1" eaLnBrk="1" hangingPunct="1">
              <a:lnSpc>
                <a:spcPct val="80000"/>
              </a:lnSpc>
            </a:pPr>
            <a:r>
              <a:rPr lang="en-US" altLang="en-US"/>
              <a:t>Nonexcludable because </a:t>
            </a:r>
            <a:r>
              <a:rPr lang="en-US" altLang="en-US" i="1"/>
              <a:t>G</a:t>
            </a:r>
            <a:r>
              <a:rPr lang="en-US" altLang="en-US"/>
              <a:t> is common across consumers</a:t>
            </a:r>
          </a:p>
          <a:p>
            <a:pPr lvl="1" eaLnBrk="1" hangingPunct="1">
              <a:lnSpc>
                <a:spcPct val="80000"/>
              </a:lnSpc>
            </a:pPr>
            <a:r>
              <a:rPr lang="en-US" altLang="en-US"/>
              <a:t>Nonrival because the price of </a:t>
            </a:r>
            <a:r>
              <a:rPr lang="en-US" altLang="en-US" i="1"/>
              <a:t>G</a:t>
            </a:r>
            <a:r>
              <a:rPr lang="en-US" altLang="en-US"/>
              <a:t> is independent of </a:t>
            </a:r>
            <a:r>
              <a:rPr lang="en-US" altLang="en-US" i="1"/>
              <a:t>N</a:t>
            </a:r>
            <a:r>
              <a:rPr lang="en-US" altLang="en-US"/>
              <a:t>.</a:t>
            </a:r>
          </a:p>
          <a:p>
            <a:pPr lvl="1" eaLnBrk="1" hangingPunct="1">
              <a:lnSpc>
                <a:spcPct val="80000"/>
              </a:lnSpc>
            </a:pPr>
            <a:r>
              <a:rPr lang="en-US" altLang="en-US"/>
              <a:t>Contributions to the public good have a positive externality</a:t>
            </a:r>
          </a:p>
        </p:txBody>
      </p:sp>
      <mc:AlternateContent xmlns:mc="http://schemas.openxmlformats.org/markup-compatibility/2006" xmlns:a14="http://schemas.microsoft.com/office/drawing/2010/main">
        <mc:Choice Requires="a14">
          <p:sp>
            <p:nvSpPr>
              <p:cNvPr id="4" name="TextBox 115">
                <a:extLst>
                  <a:ext uri="{FF2B5EF4-FFF2-40B4-BE49-F238E27FC236}">
                    <a16:creationId xmlns:a16="http://schemas.microsoft.com/office/drawing/2014/main" xmlns="" id="{00F5DE65-ED37-5244-8EF7-ACCD9FE9ABAA}"/>
                  </a:ext>
                </a:extLst>
              </p:cNvPr>
              <p:cNvSpPr txBox="1"/>
              <p:nvPr/>
            </p:nvSpPr>
            <p:spPr>
              <a:xfrm>
                <a:off x="1752600" y="3276600"/>
                <a:ext cx="5105400" cy="9279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r>
                        <a:rPr lang="en-US" sz="2800" b="0" i="1" smtClean="0">
                          <a:solidFill>
                            <a:schemeClr val="bg2"/>
                          </a:solidFill>
                          <a:latin typeface="Cambria Math" panose="02040503050406030204" pitchFamily="18" charset="0"/>
                        </a:rPr>
                        <m:t>𝑁</m:t>
                      </m:r>
                      <m:r>
                        <a:rPr lang="en-US" sz="2800" b="0" i="1" smtClean="0">
                          <a:solidFill>
                            <a:schemeClr val="bg2"/>
                          </a:solidFill>
                          <a:latin typeface="Cambria Math" panose="02040503050406030204" pitchFamily="18" charset="0"/>
                        </a:rPr>
                        <m:t>=</m:t>
                      </m:r>
                      <m:r>
                        <a:rPr lang="en-US" sz="2800" b="0" i="1" smtClean="0">
                          <a:solidFill>
                            <a:schemeClr val="bg2"/>
                          </a:solidFill>
                          <a:latin typeface="Cambria Math" panose="02040503050406030204" pitchFamily="18" charset="0"/>
                        </a:rPr>
                        <m:t>𝐺</m:t>
                      </m:r>
                      <m:r>
                        <a:rPr lang="en-US" sz="2800" b="0" i="1" smtClean="0">
                          <a:solidFill>
                            <a:schemeClr val="bg2"/>
                          </a:solidFill>
                          <a:latin typeface="Cambria Math" panose="02040503050406030204" pitchFamily="18" charset="0"/>
                        </a:rPr>
                        <m:t>+</m:t>
                      </m:r>
                      <m:nary>
                        <m:naryPr>
                          <m:chr m:val="∑"/>
                          <m:limLoc m:val="subSup"/>
                          <m:ctrlPr>
                            <a:rPr lang="en-US" sz="2800" b="0" i="1" smtClean="0">
                              <a:solidFill>
                                <a:schemeClr val="bg2"/>
                              </a:solidFill>
                              <a:latin typeface="Cambria Math"/>
                            </a:rPr>
                          </m:ctrlPr>
                        </m:naryPr>
                        <m:sub>
                          <m:r>
                            <m:rPr>
                              <m:brk m:alnAt="25"/>
                            </m:rPr>
                            <a:rPr lang="en-US" sz="2800" b="0" i="1" smtClean="0">
                              <a:solidFill>
                                <a:schemeClr val="bg2"/>
                              </a:solidFill>
                              <a:latin typeface="Cambria Math" panose="02040503050406030204" pitchFamily="18" charset="0"/>
                            </a:rPr>
                            <m:t>𝑖</m:t>
                          </m:r>
                          <m:r>
                            <a:rPr lang="en-US" sz="2800" b="0" i="1" smtClean="0">
                              <a:solidFill>
                                <a:schemeClr val="bg2"/>
                              </a:solidFill>
                              <a:latin typeface="Cambria Math" panose="02040503050406030204" pitchFamily="18" charset="0"/>
                            </a:rPr>
                            <m:t>=1</m:t>
                          </m:r>
                        </m:sub>
                        <m:sup>
                          <m:r>
                            <a:rPr lang="en-US" sz="2800" b="0" i="1" smtClean="0">
                              <a:solidFill>
                                <a:schemeClr val="bg2"/>
                              </a:solidFill>
                              <a:latin typeface="Cambria Math" panose="02040503050406030204" pitchFamily="18" charset="0"/>
                            </a:rPr>
                            <m:t>𝑁</m:t>
                          </m:r>
                        </m:sup>
                        <m:e>
                          <m:sSub>
                            <m:sSubPr>
                              <m:ctrlPr>
                                <a:rPr lang="en-US" sz="2800" b="0" i="1" smtClean="0">
                                  <a:solidFill>
                                    <a:schemeClr val="bg2"/>
                                  </a:solidFill>
                                  <a:latin typeface="Cambria Math"/>
                                </a:rPr>
                              </m:ctrlPr>
                            </m:sSubPr>
                            <m:e>
                              <m:r>
                                <a:rPr lang="en-US" sz="2800" b="0" i="1" smtClean="0">
                                  <a:solidFill>
                                    <a:schemeClr val="bg2"/>
                                  </a:solidFill>
                                  <a:latin typeface="Cambria Math" panose="02040503050406030204" pitchFamily="18" charset="0"/>
                                </a:rPr>
                                <m:t>𝑐</m:t>
                              </m:r>
                            </m:e>
                            <m:sub>
                              <m:r>
                                <a:rPr lang="en-US" sz="2800" b="0" i="1" smtClean="0">
                                  <a:solidFill>
                                    <a:schemeClr val="bg2"/>
                                  </a:solidFill>
                                  <a:latin typeface="Cambria Math" panose="02040503050406030204" pitchFamily="18" charset="0"/>
                                </a:rPr>
                                <m:t>𝑖</m:t>
                              </m:r>
                            </m:sub>
                          </m:sSub>
                        </m:e>
                      </m:nary>
                    </m:oMath>
                  </m:oMathPara>
                </a14:m>
                <a:endParaRPr lang="en-US" sz="2800">
                  <a:solidFill>
                    <a:schemeClr val="bg2"/>
                  </a:solidFill>
                </a:endParaRPr>
              </a:p>
            </p:txBody>
          </p:sp>
        </mc:Choice>
        <mc:Fallback xmlns="">
          <p:sp>
            <p:nvSpPr>
              <p:cNvPr id="4" name="TextBox 115">
                <a:extLst>
                  <a:ext uri="{FF2B5EF4-FFF2-40B4-BE49-F238E27FC236}">
                    <a16:creationId xmlns:a16="http://schemas.microsoft.com/office/drawing/2014/main" id="{00F5DE65-ED37-5244-8EF7-ACCD9FE9ABAA}"/>
                  </a:ext>
                </a:extLst>
              </p:cNvPr>
              <p:cNvSpPr txBox="1">
                <a:spLocks noRot="1" noChangeAspect="1" noMove="1" noResize="1" noEditPoints="1" noAdjustHandles="1" noChangeArrowheads="1" noChangeShapeType="1" noTextEdit="1"/>
              </p:cNvSpPr>
              <p:nvPr/>
            </p:nvSpPr>
            <p:spPr>
              <a:xfrm>
                <a:off x="1752600" y="3276600"/>
                <a:ext cx="5105400" cy="927991"/>
              </a:xfrm>
              <a:prstGeom prst="rect">
                <a:avLst/>
              </a:prstGeom>
              <a:blipFill>
                <a:blip r:embed="rId3"/>
                <a:stretch>
                  <a:fillRect t="-163514" b="-23918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115">
                <a:extLst>
                  <a:ext uri="{FF2B5EF4-FFF2-40B4-BE49-F238E27FC236}">
                    <a16:creationId xmlns:a16="http://schemas.microsoft.com/office/drawing/2014/main" xmlns="" id="{8B9B25AF-4C60-A645-97E1-43F51ECFD869}"/>
                  </a:ext>
                </a:extLst>
              </p:cNvPr>
              <p:cNvSpPr txBox="1"/>
              <p:nvPr/>
            </p:nvSpPr>
            <p:spPr>
              <a:xfrm>
                <a:off x="1752600" y="4381500"/>
                <a:ext cx="5105400" cy="47703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sSub>
                        <m:sSubPr>
                          <m:ctrlPr>
                            <a:rPr lang="en-US" sz="2800" b="0" i="1" smtClean="0">
                              <a:solidFill>
                                <a:schemeClr val="bg2"/>
                              </a:solidFill>
                              <a:latin typeface="Cambria Math"/>
                            </a:rPr>
                          </m:ctrlPr>
                        </m:sSubPr>
                        <m:e>
                          <m:r>
                            <a:rPr lang="en-US" sz="2800" i="1" smtClean="0">
                              <a:solidFill>
                                <a:schemeClr val="bg2"/>
                              </a:solidFill>
                              <a:latin typeface="Cambria Math" panose="02040503050406030204" pitchFamily="18" charset="0"/>
                            </a:rPr>
                            <m:t>𝑢</m:t>
                          </m:r>
                        </m:e>
                        <m:sub>
                          <m:r>
                            <a:rPr lang="en-US" sz="2800" b="0" i="1" smtClean="0">
                              <a:solidFill>
                                <a:schemeClr val="bg2"/>
                              </a:solidFill>
                              <a:latin typeface="Cambria Math" panose="02040503050406030204" pitchFamily="18" charset="0"/>
                            </a:rPr>
                            <m:t>1</m:t>
                          </m:r>
                        </m:sub>
                      </m:sSub>
                      <m:d>
                        <m:dPr>
                          <m:ctrlPr>
                            <a:rPr lang="en-US" sz="2800" i="1">
                              <a:solidFill>
                                <a:schemeClr val="bg2"/>
                              </a:solidFill>
                              <a:latin typeface="Cambria Math"/>
                            </a:rPr>
                          </m:ctrlPr>
                        </m:dPr>
                        <m:e>
                          <m:sSub>
                            <m:sSubPr>
                              <m:ctrlPr>
                                <a:rPr lang="en-US" sz="2800" i="1">
                                  <a:solidFill>
                                    <a:schemeClr val="bg2"/>
                                  </a:solidFill>
                                  <a:latin typeface="Cambria Math"/>
                                </a:rPr>
                              </m:ctrlPr>
                            </m:sSubPr>
                            <m:e>
                              <m:r>
                                <a:rPr lang="en-US" sz="2800" i="1">
                                  <a:solidFill>
                                    <a:schemeClr val="bg2"/>
                                  </a:solidFill>
                                  <a:latin typeface="Cambria Math" panose="02040503050406030204" pitchFamily="18" charset="0"/>
                                </a:rPr>
                                <m:t>𝑐</m:t>
                              </m:r>
                            </m:e>
                            <m:sub>
                              <m:r>
                                <a:rPr lang="en-US" sz="2800" i="1">
                                  <a:solidFill>
                                    <a:schemeClr val="bg2"/>
                                  </a:solidFill>
                                  <a:latin typeface="Cambria Math" panose="02040503050406030204" pitchFamily="18" charset="0"/>
                                </a:rPr>
                                <m:t>1</m:t>
                              </m:r>
                            </m:sub>
                          </m:sSub>
                          <m:r>
                            <a:rPr lang="en-US" sz="2800" i="1">
                              <a:solidFill>
                                <a:schemeClr val="bg2"/>
                              </a:solidFill>
                              <a:latin typeface="Cambria Math" panose="02040503050406030204" pitchFamily="18" charset="0"/>
                            </a:rPr>
                            <m:t>,</m:t>
                          </m:r>
                          <m:r>
                            <a:rPr lang="en-US" sz="2800" i="1">
                              <a:solidFill>
                                <a:schemeClr val="bg2"/>
                              </a:solidFill>
                              <a:latin typeface="Cambria Math" panose="02040503050406030204" pitchFamily="18" charset="0"/>
                            </a:rPr>
                            <m:t>𝐺</m:t>
                          </m:r>
                        </m:e>
                      </m:d>
                      <m:r>
                        <a:rPr lang="en-US" sz="2800" i="1">
                          <a:solidFill>
                            <a:schemeClr val="bg2"/>
                          </a:solidFill>
                          <a:latin typeface="Cambria Math" panose="02040503050406030204" pitchFamily="18" charset="0"/>
                        </a:rPr>
                        <m:t>,</m:t>
                      </m:r>
                      <m:sSub>
                        <m:sSubPr>
                          <m:ctrlPr>
                            <a:rPr lang="en-US" sz="2800" b="0" i="1" smtClean="0">
                              <a:solidFill>
                                <a:schemeClr val="bg2"/>
                              </a:solidFill>
                              <a:latin typeface="Cambria Math"/>
                            </a:rPr>
                          </m:ctrlPr>
                        </m:sSubPr>
                        <m:e>
                          <m:r>
                            <a:rPr lang="en-US" sz="2800" i="1">
                              <a:solidFill>
                                <a:schemeClr val="bg2"/>
                              </a:solidFill>
                              <a:latin typeface="Cambria Math" panose="02040503050406030204" pitchFamily="18" charset="0"/>
                            </a:rPr>
                            <m:t>𝑢</m:t>
                          </m:r>
                        </m:e>
                        <m:sub>
                          <m:r>
                            <a:rPr lang="en-US" sz="2800" b="0" i="1" smtClean="0">
                              <a:solidFill>
                                <a:schemeClr val="bg2"/>
                              </a:solidFill>
                              <a:latin typeface="Cambria Math" panose="02040503050406030204" pitchFamily="18" charset="0"/>
                            </a:rPr>
                            <m:t>2</m:t>
                          </m:r>
                        </m:sub>
                      </m:sSub>
                      <m:d>
                        <m:dPr>
                          <m:ctrlPr>
                            <a:rPr lang="en-US" sz="2800" i="1">
                              <a:solidFill>
                                <a:schemeClr val="bg2"/>
                              </a:solidFill>
                              <a:latin typeface="Cambria Math"/>
                            </a:rPr>
                          </m:ctrlPr>
                        </m:dPr>
                        <m:e>
                          <m:sSub>
                            <m:sSubPr>
                              <m:ctrlPr>
                                <a:rPr lang="en-US" sz="2800" i="1">
                                  <a:solidFill>
                                    <a:schemeClr val="bg2"/>
                                  </a:solidFill>
                                  <a:latin typeface="Cambria Math"/>
                                </a:rPr>
                              </m:ctrlPr>
                            </m:sSubPr>
                            <m:e>
                              <m:r>
                                <a:rPr lang="en-US" sz="2800" i="1">
                                  <a:solidFill>
                                    <a:schemeClr val="bg2"/>
                                  </a:solidFill>
                                  <a:latin typeface="Cambria Math" panose="02040503050406030204" pitchFamily="18" charset="0"/>
                                </a:rPr>
                                <m:t>𝑐</m:t>
                              </m:r>
                            </m:e>
                            <m:sub>
                              <m:r>
                                <a:rPr lang="en-US" sz="2800" b="0" i="1" smtClean="0">
                                  <a:solidFill>
                                    <a:schemeClr val="bg2"/>
                                  </a:solidFill>
                                  <a:latin typeface="Cambria Math" panose="02040503050406030204" pitchFamily="18" charset="0"/>
                                </a:rPr>
                                <m:t>2</m:t>
                              </m:r>
                            </m:sub>
                          </m:sSub>
                          <m:r>
                            <a:rPr lang="en-US" sz="2800" i="1">
                              <a:solidFill>
                                <a:schemeClr val="bg2"/>
                              </a:solidFill>
                              <a:latin typeface="Cambria Math" panose="02040503050406030204" pitchFamily="18" charset="0"/>
                            </a:rPr>
                            <m:t>,</m:t>
                          </m:r>
                          <m:r>
                            <a:rPr lang="en-US" sz="2800" i="1">
                              <a:solidFill>
                                <a:schemeClr val="bg2"/>
                              </a:solidFill>
                              <a:latin typeface="Cambria Math" panose="02040503050406030204" pitchFamily="18" charset="0"/>
                            </a:rPr>
                            <m:t>𝐺</m:t>
                          </m:r>
                        </m:e>
                      </m:d>
                      <m:r>
                        <a:rPr lang="en-US" sz="2800" i="1">
                          <a:solidFill>
                            <a:schemeClr val="bg2"/>
                          </a:solidFill>
                          <a:latin typeface="Cambria Math" panose="02040503050406030204" pitchFamily="18" charset="0"/>
                        </a:rPr>
                        <m:t>,</m:t>
                      </m:r>
                      <m:r>
                        <a:rPr lang="en-US" sz="2800" b="0" i="1" smtClean="0">
                          <a:solidFill>
                            <a:schemeClr val="bg2"/>
                          </a:solidFill>
                          <a:latin typeface="Cambria Math" panose="02040503050406030204" pitchFamily="18" charset="0"/>
                        </a:rPr>
                        <m:t>…</m:t>
                      </m:r>
                      <m:sSub>
                        <m:sSubPr>
                          <m:ctrlPr>
                            <a:rPr lang="en-US" sz="2800" b="0" i="1" smtClean="0">
                              <a:solidFill>
                                <a:schemeClr val="bg2"/>
                              </a:solidFill>
                              <a:latin typeface="Cambria Math"/>
                            </a:rPr>
                          </m:ctrlPr>
                        </m:sSubPr>
                        <m:e>
                          <m:r>
                            <a:rPr lang="en-US" sz="2800" i="1">
                              <a:solidFill>
                                <a:schemeClr val="bg2"/>
                              </a:solidFill>
                              <a:latin typeface="Cambria Math" panose="02040503050406030204" pitchFamily="18" charset="0"/>
                            </a:rPr>
                            <m:t>𝑢</m:t>
                          </m:r>
                        </m:e>
                        <m:sub>
                          <m:r>
                            <a:rPr lang="en-US" sz="2800" b="0" i="1" smtClean="0">
                              <a:solidFill>
                                <a:schemeClr val="bg2"/>
                              </a:solidFill>
                              <a:latin typeface="Cambria Math" panose="02040503050406030204" pitchFamily="18" charset="0"/>
                            </a:rPr>
                            <m:t>𝑁</m:t>
                          </m:r>
                        </m:sub>
                      </m:sSub>
                      <m:d>
                        <m:dPr>
                          <m:ctrlPr>
                            <a:rPr lang="en-US" sz="2800" i="1">
                              <a:solidFill>
                                <a:schemeClr val="bg2"/>
                              </a:solidFill>
                              <a:latin typeface="Cambria Math"/>
                            </a:rPr>
                          </m:ctrlPr>
                        </m:dPr>
                        <m:e>
                          <m:sSub>
                            <m:sSubPr>
                              <m:ctrlPr>
                                <a:rPr lang="en-US" sz="2800" i="1">
                                  <a:solidFill>
                                    <a:schemeClr val="bg2"/>
                                  </a:solidFill>
                                  <a:latin typeface="Cambria Math"/>
                                </a:rPr>
                              </m:ctrlPr>
                            </m:sSubPr>
                            <m:e>
                              <m:r>
                                <a:rPr lang="en-US" sz="2800" i="1">
                                  <a:solidFill>
                                    <a:schemeClr val="bg2"/>
                                  </a:solidFill>
                                  <a:latin typeface="Cambria Math" panose="02040503050406030204" pitchFamily="18" charset="0"/>
                                </a:rPr>
                                <m:t>𝑐</m:t>
                              </m:r>
                            </m:e>
                            <m:sub>
                              <m:r>
                                <a:rPr lang="en-US" sz="2800" b="0" i="1" smtClean="0">
                                  <a:solidFill>
                                    <a:schemeClr val="bg2"/>
                                  </a:solidFill>
                                  <a:latin typeface="Cambria Math" panose="02040503050406030204" pitchFamily="18" charset="0"/>
                                </a:rPr>
                                <m:t>𝑁</m:t>
                              </m:r>
                            </m:sub>
                          </m:sSub>
                          <m:r>
                            <a:rPr lang="en-US" sz="2800" i="1">
                              <a:solidFill>
                                <a:schemeClr val="bg2"/>
                              </a:solidFill>
                              <a:latin typeface="Cambria Math" panose="02040503050406030204" pitchFamily="18" charset="0"/>
                            </a:rPr>
                            <m:t>,</m:t>
                          </m:r>
                          <m:r>
                            <a:rPr lang="en-US" sz="2800" i="1">
                              <a:solidFill>
                                <a:schemeClr val="bg2"/>
                              </a:solidFill>
                              <a:latin typeface="Cambria Math" panose="02040503050406030204" pitchFamily="18" charset="0"/>
                            </a:rPr>
                            <m:t>𝐺</m:t>
                          </m:r>
                        </m:e>
                      </m:d>
                    </m:oMath>
                  </m:oMathPara>
                </a14:m>
                <a:endParaRPr lang="en-US" sz="2800">
                  <a:solidFill>
                    <a:schemeClr val="bg2"/>
                  </a:solidFill>
                </a:endParaRPr>
              </a:p>
            </p:txBody>
          </p:sp>
        </mc:Choice>
        <mc:Fallback xmlns="">
          <p:sp>
            <p:nvSpPr>
              <p:cNvPr id="5" name="TextBox 115">
                <a:extLst>
                  <a:ext uri="{FF2B5EF4-FFF2-40B4-BE49-F238E27FC236}">
                    <a16:creationId xmlns:a16="http://schemas.microsoft.com/office/drawing/2014/main" id="{8B9B25AF-4C60-A645-97E1-43F51ECFD869}"/>
                  </a:ext>
                </a:extLst>
              </p:cNvPr>
              <p:cNvSpPr txBox="1">
                <a:spLocks noRot="1" noChangeAspect="1" noMove="1" noResize="1" noEditPoints="1" noAdjustHandles="1" noChangeArrowheads="1" noChangeShapeType="1" noTextEdit="1"/>
              </p:cNvSpPr>
              <p:nvPr/>
            </p:nvSpPr>
            <p:spPr>
              <a:xfrm>
                <a:off x="1752600" y="4381500"/>
                <a:ext cx="5105400" cy="477033"/>
              </a:xfrm>
              <a:prstGeom prst="rect">
                <a:avLst/>
              </a:prstGeom>
              <a:blipFill>
                <a:blip r:embed="rId4"/>
                <a:stretch>
                  <a:fillRect b="-105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4186448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435">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4" grpId="0"/>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85800" y="0"/>
            <a:ext cx="7772400" cy="685800"/>
          </a:xfrm>
        </p:spPr>
        <p:txBody>
          <a:bodyPr/>
          <a:lstStyle/>
          <a:p>
            <a:pPr eaLnBrk="1" hangingPunct="1"/>
            <a:r>
              <a:rPr lang="en-US" altLang="en-US" sz="3600" dirty="0"/>
              <a:t>Public Goods: Pareto Efficiency</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dirty="0"/>
              <a:t>MC = sum of individual WTP’s</a:t>
            </a:r>
          </a:p>
          <a:p>
            <a:pPr lvl="1" eaLnBrk="1" hangingPunct="1">
              <a:lnSpc>
                <a:spcPct val="80000"/>
              </a:lnSpc>
            </a:pPr>
            <a:r>
              <a:rPr lang="en-US" altLang="en-US" dirty="0"/>
              <a:t>i.e., without income effects sum demand curves vertically</a:t>
            </a:r>
          </a:p>
          <a:p>
            <a:pPr lvl="1" eaLnBrk="1" hangingPunct="1">
              <a:lnSpc>
                <a:spcPct val="80000"/>
              </a:lnSpc>
            </a:pPr>
            <a:r>
              <a:rPr lang="en-US" altLang="en-US" dirty="0"/>
              <a:t>“Samuelson condition for collective consumption good”</a:t>
            </a:r>
          </a:p>
          <a:p>
            <a:pPr eaLnBrk="1" hangingPunct="1">
              <a:lnSpc>
                <a:spcPct val="80000"/>
              </a:lnSpc>
            </a:pPr>
            <a:endParaRPr lang="en-US" altLang="en-US" dirty="0"/>
          </a:p>
          <a:p>
            <a:pPr eaLnBrk="1" hangingPunct="1">
              <a:lnSpc>
                <a:spcPct val="80000"/>
              </a:lnSpc>
            </a:pPr>
            <a:endParaRPr lang="en-US" altLang="en-US" dirty="0"/>
          </a:p>
          <a:p>
            <a:pPr eaLnBrk="1" hangingPunct="1">
              <a:lnSpc>
                <a:spcPct val="80000"/>
              </a:lnSpc>
            </a:pPr>
            <a:endParaRPr lang="en-US" altLang="en-US" dirty="0"/>
          </a:p>
          <a:p>
            <a:pPr eaLnBrk="1" hangingPunct="1">
              <a:lnSpc>
                <a:spcPct val="80000"/>
              </a:lnSpc>
            </a:pPr>
            <a:endParaRPr lang="en-US" altLang="en-US" dirty="0"/>
          </a:p>
          <a:p>
            <a:pPr eaLnBrk="1" hangingPunct="1">
              <a:lnSpc>
                <a:spcPct val="80000"/>
              </a:lnSpc>
            </a:pPr>
            <a:endParaRPr lang="en-US" altLang="en-US" dirty="0"/>
          </a:p>
          <a:p>
            <a:pPr eaLnBrk="1" hangingPunct="1">
              <a:lnSpc>
                <a:spcPct val="80000"/>
              </a:lnSpc>
            </a:pPr>
            <a:r>
              <a:rPr lang="en-US" altLang="en-US" dirty="0"/>
              <a:t>Special case: identical consumers</a:t>
            </a:r>
          </a:p>
        </p:txBody>
      </p:sp>
      <mc:AlternateContent xmlns:mc="http://schemas.openxmlformats.org/markup-compatibility/2006" xmlns:a14="http://schemas.microsoft.com/office/drawing/2010/main">
        <mc:Choice Requires="a14">
          <p:sp>
            <p:nvSpPr>
              <p:cNvPr id="4" name="TextBox 115">
                <a:extLst>
                  <a:ext uri="{FF2B5EF4-FFF2-40B4-BE49-F238E27FC236}">
                    <a16:creationId xmlns:a16="http://schemas.microsoft.com/office/drawing/2014/main" xmlns="" id="{00F5DE65-ED37-5244-8EF7-ACCD9FE9ABAA}"/>
                  </a:ext>
                </a:extLst>
              </p:cNvPr>
              <p:cNvSpPr txBox="1"/>
              <p:nvPr/>
            </p:nvSpPr>
            <p:spPr>
              <a:xfrm>
                <a:off x="1752600" y="3505200"/>
                <a:ext cx="5105400" cy="9279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r>
                        <a:rPr lang="en-US" sz="2800" b="0" i="1" smtClean="0">
                          <a:solidFill>
                            <a:schemeClr val="bg2"/>
                          </a:solidFill>
                          <a:latin typeface="Cambria Math" panose="02040503050406030204" pitchFamily="18" charset="0"/>
                        </a:rPr>
                        <m:t>1=</m:t>
                      </m:r>
                      <m:nary>
                        <m:naryPr>
                          <m:chr m:val="∑"/>
                          <m:limLoc m:val="subSup"/>
                          <m:ctrlPr>
                            <a:rPr lang="en-US" sz="2800" b="0" i="1" smtClean="0">
                              <a:solidFill>
                                <a:schemeClr val="bg2"/>
                              </a:solidFill>
                              <a:latin typeface="Cambria Math"/>
                            </a:rPr>
                          </m:ctrlPr>
                        </m:naryPr>
                        <m:sub>
                          <m:r>
                            <m:rPr>
                              <m:brk m:alnAt="25"/>
                            </m:rPr>
                            <a:rPr lang="en-US" sz="2800" b="0" i="1" smtClean="0">
                              <a:solidFill>
                                <a:schemeClr val="bg2"/>
                              </a:solidFill>
                              <a:latin typeface="Cambria Math" panose="02040503050406030204" pitchFamily="18" charset="0"/>
                            </a:rPr>
                            <m:t>𝑖</m:t>
                          </m:r>
                          <m:r>
                            <a:rPr lang="en-US" sz="2800" b="0" i="1" smtClean="0">
                              <a:solidFill>
                                <a:schemeClr val="bg2"/>
                              </a:solidFill>
                              <a:latin typeface="Cambria Math" panose="02040503050406030204" pitchFamily="18" charset="0"/>
                            </a:rPr>
                            <m:t>=1</m:t>
                          </m:r>
                        </m:sub>
                        <m:sup>
                          <m:r>
                            <a:rPr lang="en-US" sz="2800" b="0" i="1" smtClean="0">
                              <a:solidFill>
                                <a:schemeClr val="bg2"/>
                              </a:solidFill>
                              <a:latin typeface="Cambria Math" panose="02040503050406030204" pitchFamily="18" charset="0"/>
                            </a:rPr>
                            <m:t>𝑁</m:t>
                          </m:r>
                        </m:sup>
                        <m:e>
                          <m:sSub>
                            <m:sSubPr>
                              <m:ctrlPr>
                                <a:rPr lang="en-US" sz="2800" b="0" i="1" smtClean="0">
                                  <a:solidFill>
                                    <a:schemeClr val="bg2"/>
                                  </a:solidFill>
                                  <a:latin typeface="Cambria Math"/>
                                </a:rPr>
                              </m:ctrlPr>
                            </m:sSubPr>
                            <m:e>
                              <m:r>
                                <a:rPr lang="en-US" sz="2800" b="0" i="1" smtClean="0">
                                  <a:solidFill>
                                    <a:schemeClr val="bg2"/>
                                  </a:solidFill>
                                  <a:latin typeface="Cambria Math" panose="02040503050406030204" pitchFamily="18" charset="0"/>
                                </a:rPr>
                                <m:t>𝑀𝑅𝑆</m:t>
                              </m:r>
                            </m:e>
                            <m:sub>
                              <m:r>
                                <a:rPr lang="en-US" sz="2800" b="0" i="1" smtClean="0">
                                  <a:solidFill>
                                    <a:schemeClr val="bg2"/>
                                  </a:solidFill>
                                  <a:latin typeface="Cambria Math" panose="02040503050406030204" pitchFamily="18" charset="0"/>
                                </a:rPr>
                                <m:t>𝑖</m:t>
                              </m:r>
                            </m:sub>
                          </m:sSub>
                        </m:e>
                      </m:nary>
                    </m:oMath>
                  </m:oMathPara>
                </a14:m>
                <a:endParaRPr lang="en-US" sz="2800">
                  <a:solidFill>
                    <a:schemeClr val="bg2"/>
                  </a:solidFill>
                </a:endParaRPr>
              </a:p>
            </p:txBody>
          </p:sp>
        </mc:Choice>
        <mc:Fallback xmlns="">
          <p:sp>
            <p:nvSpPr>
              <p:cNvPr id="4" name="TextBox 115">
                <a:extLst>
                  <a:ext uri="{FF2B5EF4-FFF2-40B4-BE49-F238E27FC236}">
                    <a16:creationId xmlns:a16="http://schemas.microsoft.com/office/drawing/2014/main" id="{00F5DE65-ED37-5244-8EF7-ACCD9FE9ABAA}"/>
                  </a:ext>
                </a:extLst>
              </p:cNvPr>
              <p:cNvSpPr txBox="1">
                <a:spLocks noRot="1" noChangeAspect="1" noMove="1" noResize="1" noEditPoints="1" noAdjustHandles="1" noChangeArrowheads="1" noChangeShapeType="1" noTextEdit="1"/>
              </p:cNvSpPr>
              <p:nvPr/>
            </p:nvSpPr>
            <p:spPr>
              <a:xfrm>
                <a:off x="1752600" y="3505200"/>
                <a:ext cx="5105400" cy="927991"/>
              </a:xfrm>
              <a:prstGeom prst="rect">
                <a:avLst/>
              </a:prstGeom>
              <a:blipFill>
                <a:blip r:embed="rId3"/>
                <a:stretch>
                  <a:fillRect t="-165753" b="-24520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115">
                <a:extLst>
                  <a:ext uri="{FF2B5EF4-FFF2-40B4-BE49-F238E27FC236}">
                    <a16:creationId xmlns:a16="http://schemas.microsoft.com/office/drawing/2014/main" xmlns="" id="{8B9B25AF-4C60-A645-97E1-43F51ECFD869}"/>
                  </a:ext>
                </a:extLst>
              </p:cNvPr>
              <p:cNvSpPr txBox="1"/>
              <p:nvPr/>
            </p:nvSpPr>
            <p:spPr>
              <a:xfrm>
                <a:off x="762000" y="2362608"/>
                <a:ext cx="7924800" cy="92799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sSub>
                        <m:sSubPr>
                          <m:ctrlPr>
                            <a:rPr lang="en-US" sz="2800" b="0" i="1" smtClean="0">
                              <a:solidFill>
                                <a:schemeClr val="bg2"/>
                              </a:solidFill>
                              <a:latin typeface="Cambria Math"/>
                            </a:rPr>
                          </m:ctrlPr>
                        </m:sSubPr>
                        <m:e>
                          <m:r>
                            <a:rPr lang="en-US" sz="2800" i="1" smtClean="0">
                              <a:solidFill>
                                <a:schemeClr val="bg2"/>
                              </a:solidFill>
                              <a:latin typeface="Cambria Math" panose="02040503050406030204" pitchFamily="18" charset="0"/>
                            </a:rPr>
                            <m:t>𝑢</m:t>
                          </m:r>
                        </m:e>
                        <m:sub>
                          <m:r>
                            <a:rPr lang="en-US" sz="2800" b="0" i="1" smtClean="0">
                              <a:solidFill>
                                <a:schemeClr val="bg2"/>
                              </a:solidFill>
                              <a:latin typeface="Cambria Math" panose="02040503050406030204" pitchFamily="18" charset="0"/>
                            </a:rPr>
                            <m:t>1</m:t>
                          </m:r>
                        </m:sub>
                      </m:sSub>
                      <m:d>
                        <m:dPr>
                          <m:ctrlPr>
                            <a:rPr lang="en-US" sz="2800" i="1">
                              <a:solidFill>
                                <a:schemeClr val="bg2"/>
                              </a:solidFill>
                              <a:latin typeface="Cambria Math"/>
                            </a:rPr>
                          </m:ctrlPr>
                        </m:dPr>
                        <m:e>
                          <m:sSub>
                            <m:sSubPr>
                              <m:ctrlPr>
                                <a:rPr lang="en-US" sz="2800" i="1">
                                  <a:solidFill>
                                    <a:schemeClr val="bg2"/>
                                  </a:solidFill>
                                  <a:latin typeface="Cambria Math"/>
                                </a:rPr>
                              </m:ctrlPr>
                            </m:sSubPr>
                            <m:e>
                              <m:r>
                                <a:rPr lang="en-US" sz="2800" i="1">
                                  <a:solidFill>
                                    <a:schemeClr val="bg2"/>
                                  </a:solidFill>
                                  <a:latin typeface="Cambria Math" panose="02040503050406030204" pitchFamily="18" charset="0"/>
                                </a:rPr>
                                <m:t>𝑐</m:t>
                              </m:r>
                            </m:e>
                            <m:sub>
                              <m:r>
                                <a:rPr lang="en-US" sz="2800" i="1">
                                  <a:solidFill>
                                    <a:schemeClr val="bg2"/>
                                  </a:solidFill>
                                  <a:latin typeface="Cambria Math" panose="02040503050406030204" pitchFamily="18" charset="0"/>
                                </a:rPr>
                                <m:t>1</m:t>
                              </m:r>
                            </m:sub>
                          </m:sSub>
                          <m:r>
                            <a:rPr lang="en-US" sz="2800" i="1">
                              <a:solidFill>
                                <a:schemeClr val="bg2"/>
                              </a:solidFill>
                              <a:latin typeface="Cambria Math" panose="02040503050406030204" pitchFamily="18" charset="0"/>
                            </a:rPr>
                            <m:t>,</m:t>
                          </m:r>
                          <m:r>
                            <a:rPr lang="en-US" sz="2800" b="0" i="1" smtClean="0">
                              <a:solidFill>
                                <a:schemeClr val="bg2"/>
                              </a:solidFill>
                              <a:latin typeface="Cambria Math" panose="02040503050406030204" pitchFamily="18" charset="0"/>
                            </a:rPr>
                            <m:t>𝑁</m:t>
                          </m:r>
                          <m:r>
                            <a:rPr lang="en-US" sz="2800" b="0" i="1" smtClean="0">
                              <a:solidFill>
                                <a:schemeClr val="bg2"/>
                              </a:solidFill>
                              <a:latin typeface="Cambria Math" panose="02040503050406030204" pitchFamily="18" charset="0"/>
                            </a:rPr>
                            <m:t>−</m:t>
                          </m:r>
                          <m:nary>
                            <m:naryPr>
                              <m:chr m:val="∑"/>
                              <m:limLoc m:val="subSup"/>
                              <m:ctrlPr>
                                <a:rPr lang="en-US" sz="2800" i="1">
                                  <a:solidFill>
                                    <a:schemeClr val="bg2"/>
                                  </a:solidFill>
                                  <a:latin typeface="Cambria Math"/>
                                </a:rPr>
                              </m:ctrlPr>
                            </m:naryPr>
                            <m:sub>
                              <m:r>
                                <m:rPr>
                                  <m:brk m:alnAt="25"/>
                                </m:rPr>
                                <a:rPr lang="en-US" sz="2800" i="1">
                                  <a:solidFill>
                                    <a:schemeClr val="bg2"/>
                                  </a:solidFill>
                                  <a:latin typeface="Cambria Math" panose="02040503050406030204" pitchFamily="18" charset="0"/>
                                </a:rPr>
                                <m:t>𝑖</m:t>
                              </m:r>
                              <m:r>
                                <a:rPr lang="en-US" sz="2800" i="1">
                                  <a:solidFill>
                                    <a:schemeClr val="bg2"/>
                                  </a:solidFill>
                                  <a:latin typeface="Cambria Math" panose="02040503050406030204" pitchFamily="18" charset="0"/>
                                </a:rPr>
                                <m:t>=1</m:t>
                              </m:r>
                            </m:sub>
                            <m:sup>
                              <m:r>
                                <a:rPr lang="en-US" sz="2800" i="1">
                                  <a:solidFill>
                                    <a:schemeClr val="bg2"/>
                                  </a:solidFill>
                                  <a:latin typeface="Cambria Math" panose="02040503050406030204" pitchFamily="18" charset="0"/>
                                </a:rPr>
                                <m:t>𝑁</m:t>
                              </m:r>
                            </m:sup>
                            <m:e>
                              <m:sSub>
                                <m:sSubPr>
                                  <m:ctrlPr>
                                    <a:rPr lang="en-US" sz="2800" i="1">
                                      <a:solidFill>
                                        <a:schemeClr val="bg2"/>
                                      </a:solidFill>
                                      <a:latin typeface="Cambria Math"/>
                                    </a:rPr>
                                  </m:ctrlPr>
                                </m:sSubPr>
                                <m:e>
                                  <m:r>
                                    <a:rPr lang="en-US" sz="2800" i="1">
                                      <a:solidFill>
                                        <a:schemeClr val="bg2"/>
                                      </a:solidFill>
                                      <a:latin typeface="Cambria Math" panose="02040503050406030204" pitchFamily="18" charset="0"/>
                                    </a:rPr>
                                    <m:t>𝑐</m:t>
                                  </m:r>
                                </m:e>
                                <m:sub>
                                  <m:r>
                                    <a:rPr lang="en-US" sz="2800" i="1">
                                      <a:solidFill>
                                        <a:schemeClr val="bg2"/>
                                      </a:solidFill>
                                      <a:latin typeface="Cambria Math" panose="02040503050406030204" pitchFamily="18" charset="0"/>
                                    </a:rPr>
                                    <m:t>𝑖</m:t>
                                  </m:r>
                                </m:sub>
                              </m:sSub>
                            </m:e>
                          </m:nary>
                        </m:e>
                      </m:d>
                      <m:r>
                        <a:rPr lang="en-US" sz="2800" i="1">
                          <a:solidFill>
                            <a:schemeClr val="bg2"/>
                          </a:solidFill>
                          <a:latin typeface="Cambria Math" panose="02040503050406030204" pitchFamily="18" charset="0"/>
                        </a:rPr>
                        <m:t>,</m:t>
                      </m:r>
                      <m:r>
                        <a:rPr lang="en-US" sz="2800" b="0" i="1" smtClean="0">
                          <a:solidFill>
                            <a:schemeClr val="bg2"/>
                          </a:solidFill>
                          <a:latin typeface="Cambria Math" panose="02040503050406030204" pitchFamily="18" charset="0"/>
                        </a:rPr>
                        <m:t> …</m:t>
                      </m:r>
                      <m:sSub>
                        <m:sSubPr>
                          <m:ctrlPr>
                            <a:rPr lang="en-US" sz="2800" b="0" i="1" smtClean="0">
                              <a:solidFill>
                                <a:schemeClr val="bg2"/>
                              </a:solidFill>
                              <a:latin typeface="Cambria Math"/>
                            </a:rPr>
                          </m:ctrlPr>
                        </m:sSubPr>
                        <m:e>
                          <m:r>
                            <a:rPr lang="en-US" sz="2800" i="1">
                              <a:solidFill>
                                <a:schemeClr val="bg2"/>
                              </a:solidFill>
                              <a:latin typeface="Cambria Math" panose="02040503050406030204" pitchFamily="18" charset="0"/>
                            </a:rPr>
                            <m:t>𝑢</m:t>
                          </m:r>
                        </m:e>
                        <m:sub>
                          <m:r>
                            <a:rPr lang="en-US" sz="2800" b="0" i="1" smtClean="0">
                              <a:solidFill>
                                <a:schemeClr val="bg2"/>
                              </a:solidFill>
                              <a:latin typeface="Cambria Math" panose="02040503050406030204" pitchFamily="18" charset="0"/>
                            </a:rPr>
                            <m:t>𝑁</m:t>
                          </m:r>
                        </m:sub>
                      </m:sSub>
                      <m:d>
                        <m:dPr>
                          <m:ctrlPr>
                            <a:rPr lang="en-US" sz="2800" i="1">
                              <a:solidFill>
                                <a:schemeClr val="bg2"/>
                              </a:solidFill>
                              <a:latin typeface="Cambria Math"/>
                            </a:rPr>
                          </m:ctrlPr>
                        </m:dPr>
                        <m:e>
                          <m:sSub>
                            <m:sSubPr>
                              <m:ctrlPr>
                                <a:rPr lang="en-US" sz="2800" i="1">
                                  <a:solidFill>
                                    <a:schemeClr val="bg2"/>
                                  </a:solidFill>
                                  <a:latin typeface="Cambria Math"/>
                                </a:rPr>
                              </m:ctrlPr>
                            </m:sSubPr>
                            <m:e>
                              <m:r>
                                <a:rPr lang="en-US" sz="2800" i="1">
                                  <a:solidFill>
                                    <a:schemeClr val="bg2"/>
                                  </a:solidFill>
                                  <a:latin typeface="Cambria Math" panose="02040503050406030204" pitchFamily="18" charset="0"/>
                                </a:rPr>
                                <m:t>𝑐</m:t>
                              </m:r>
                            </m:e>
                            <m:sub>
                              <m:r>
                                <a:rPr lang="en-US" sz="2800" b="0" i="1" smtClean="0">
                                  <a:solidFill>
                                    <a:schemeClr val="bg2"/>
                                  </a:solidFill>
                                  <a:latin typeface="Cambria Math" panose="02040503050406030204" pitchFamily="18" charset="0"/>
                                </a:rPr>
                                <m:t>𝑁</m:t>
                              </m:r>
                            </m:sub>
                          </m:sSub>
                          <m:r>
                            <a:rPr lang="en-US" sz="2800" i="1">
                              <a:solidFill>
                                <a:schemeClr val="bg2"/>
                              </a:solidFill>
                              <a:latin typeface="Cambria Math" panose="02040503050406030204" pitchFamily="18" charset="0"/>
                            </a:rPr>
                            <m:t>,</m:t>
                          </m:r>
                          <m:r>
                            <a:rPr lang="en-US" sz="2800" i="1">
                              <a:solidFill>
                                <a:schemeClr val="bg2"/>
                              </a:solidFill>
                              <a:latin typeface="Cambria Math" panose="02040503050406030204" pitchFamily="18" charset="0"/>
                            </a:rPr>
                            <m:t>𝑁</m:t>
                          </m:r>
                          <m:r>
                            <a:rPr lang="en-US" sz="2800" i="1">
                              <a:solidFill>
                                <a:schemeClr val="bg2"/>
                              </a:solidFill>
                              <a:latin typeface="Cambria Math" panose="02040503050406030204" pitchFamily="18" charset="0"/>
                            </a:rPr>
                            <m:t>−</m:t>
                          </m:r>
                          <m:nary>
                            <m:naryPr>
                              <m:chr m:val="∑"/>
                              <m:limLoc m:val="subSup"/>
                              <m:ctrlPr>
                                <a:rPr lang="en-US" sz="2800" i="1">
                                  <a:solidFill>
                                    <a:schemeClr val="bg2"/>
                                  </a:solidFill>
                                  <a:latin typeface="Cambria Math"/>
                                </a:rPr>
                              </m:ctrlPr>
                            </m:naryPr>
                            <m:sub>
                              <m:r>
                                <m:rPr>
                                  <m:brk m:alnAt="25"/>
                                </m:rPr>
                                <a:rPr lang="en-US" sz="2800" i="1">
                                  <a:solidFill>
                                    <a:schemeClr val="bg2"/>
                                  </a:solidFill>
                                  <a:latin typeface="Cambria Math" panose="02040503050406030204" pitchFamily="18" charset="0"/>
                                </a:rPr>
                                <m:t>𝑖</m:t>
                              </m:r>
                              <m:r>
                                <a:rPr lang="en-US" sz="2800" i="1">
                                  <a:solidFill>
                                    <a:schemeClr val="bg2"/>
                                  </a:solidFill>
                                  <a:latin typeface="Cambria Math" panose="02040503050406030204" pitchFamily="18" charset="0"/>
                                </a:rPr>
                                <m:t>=1</m:t>
                              </m:r>
                            </m:sub>
                            <m:sup>
                              <m:r>
                                <a:rPr lang="en-US" sz="2800" i="1">
                                  <a:solidFill>
                                    <a:schemeClr val="bg2"/>
                                  </a:solidFill>
                                  <a:latin typeface="Cambria Math" panose="02040503050406030204" pitchFamily="18" charset="0"/>
                                </a:rPr>
                                <m:t>𝑁</m:t>
                              </m:r>
                            </m:sup>
                            <m:e>
                              <m:sSub>
                                <m:sSubPr>
                                  <m:ctrlPr>
                                    <a:rPr lang="en-US" sz="2800" i="1">
                                      <a:solidFill>
                                        <a:schemeClr val="bg2"/>
                                      </a:solidFill>
                                      <a:latin typeface="Cambria Math"/>
                                    </a:rPr>
                                  </m:ctrlPr>
                                </m:sSubPr>
                                <m:e>
                                  <m:r>
                                    <a:rPr lang="en-US" sz="2800" i="1">
                                      <a:solidFill>
                                        <a:schemeClr val="bg2"/>
                                      </a:solidFill>
                                      <a:latin typeface="Cambria Math" panose="02040503050406030204" pitchFamily="18" charset="0"/>
                                    </a:rPr>
                                    <m:t>𝑐</m:t>
                                  </m:r>
                                </m:e>
                                <m:sub>
                                  <m:r>
                                    <a:rPr lang="en-US" sz="2800" i="1">
                                      <a:solidFill>
                                        <a:schemeClr val="bg2"/>
                                      </a:solidFill>
                                      <a:latin typeface="Cambria Math" panose="02040503050406030204" pitchFamily="18" charset="0"/>
                                    </a:rPr>
                                    <m:t>𝑖</m:t>
                                  </m:r>
                                </m:sub>
                              </m:sSub>
                            </m:e>
                          </m:nary>
                        </m:e>
                      </m:d>
                    </m:oMath>
                  </m:oMathPara>
                </a14:m>
                <a:endParaRPr lang="en-US" sz="2800">
                  <a:solidFill>
                    <a:schemeClr val="bg2"/>
                  </a:solidFill>
                </a:endParaRPr>
              </a:p>
            </p:txBody>
          </p:sp>
        </mc:Choice>
        <mc:Fallback xmlns="">
          <p:sp>
            <p:nvSpPr>
              <p:cNvPr id="5" name="TextBox 115">
                <a:extLst>
                  <a:ext uri="{FF2B5EF4-FFF2-40B4-BE49-F238E27FC236}">
                    <a16:creationId xmlns:a16="http://schemas.microsoft.com/office/drawing/2014/main" id="{8B9B25AF-4C60-A645-97E1-43F51ECFD869}"/>
                  </a:ext>
                </a:extLst>
              </p:cNvPr>
              <p:cNvSpPr txBox="1">
                <a:spLocks noRot="1" noChangeAspect="1" noMove="1" noResize="1" noEditPoints="1" noAdjustHandles="1" noChangeArrowheads="1" noChangeShapeType="1" noTextEdit="1"/>
              </p:cNvSpPr>
              <p:nvPr/>
            </p:nvSpPr>
            <p:spPr>
              <a:xfrm>
                <a:off x="762000" y="2362608"/>
                <a:ext cx="7924800" cy="927991"/>
              </a:xfrm>
              <a:prstGeom prst="rect">
                <a:avLst/>
              </a:prstGeom>
              <a:blipFill>
                <a:blip r:embed="rId4"/>
                <a:stretch>
                  <a:fillRect t="-163514" b="-24054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115">
                <a:extLst>
                  <a:ext uri="{FF2B5EF4-FFF2-40B4-BE49-F238E27FC236}">
                    <a16:creationId xmlns:a16="http://schemas.microsoft.com/office/drawing/2014/main" xmlns="" id="{F2CA0C73-B3B6-0345-9F72-4ADA8882551A}"/>
                  </a:ext>
                </a:extLst>
              </p:cNvPr>
              <p:cNvSpPr txBox="1"/>
              <p:nvPr/>
            </p:nvSpPr>
            <p:spPr>
              <a:xfrm>
                <a:off x="1600200" y="5295287"/>
                <a:ext cx="5105400" cy="85277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f>
                        <m:fPr>
                          <m:ctrlPr>
                            <a:rPr lang="en-US" sz="2800" b="0" i="1" smtClean="0">
                              <a:solidFill>
                                <a:schemeClr val="bg2"/>
                              </a:solidFill>
                              <a:latin typeface="Cambria Math"/>
                            </a:rPr>
                          </m:ctrlPr>
                        </m:fPr>
                        <m:num>
                          <m:r>
                            <a:rPr lang="en-US" sz="2800" b="0" i="1" smtClean="0">
                              <a:solidFill>
                                <a:schemeClr val="bg2"/>
                              </a:solidFill>
                              <a:latin typeface="Cambria Math" panose="02040503050406030204" pitchFamily="18" charset="0"/>
                            </a:rPr>
                            <m:t>1</m:t>
                          </m:r>
                        </m:num>
                        <m:den>
                          <m:r>
                            <a:rPr lang="en-US" sz="2800" b="0" i="1" smtClean="0">
                              <a:solidFill>
                                <a:schemeClr val="bg2"/>
                              </a:solidFill>
                              <a:latin typeface="Cambria Math" panose="02040503050406030204" pitchFamily="18" charset="0"/>
                            </a:rPr>
                            <m:t>𝑁</m:t>
                          </m:r>
                        </m:den>
                      </m:f>
                      <m:r>
                        <a:rPr lang="en-US" sz="2800" b="0" i="1" smtClean="0">
                          <a:solidFill>
                            <a:schemeClr val="bg2"/>
                          </a:solidFill>
                          <a:latin typeface="Cambria Math" panose="02040503050406030204" pitchFamily="18" charset="0"/>
                        </a:rPr>
                        <m:t>=</m:t>
                      </m:r>
                      <m:r>
                        <a:rPr lang="en-US" sz="2800" b="0" i="1" smtClean="0">
                          <a:solidFill>
                            <a:schemeClr val="bg2"/>
                          </a:solidFill>
                          <a:latin typeface="Cambria Math" panose="02040503050406030204" pitchFamily="18" charset="0"/>
                        </a:rPr>
                        <m:t>𝑀𝑅𝑆</m:t>
                      </m:r>
                    </m:oMath>
                  </m:oMathPara>
                </a14:m>
                <a:endParaRPr lang="en-US" sz="2800">
                  <a:solidFill>
                    <a:schemeClr val="bg2"/>
                  </a:solidFill>
                </a:endParaRPr>
              </a:p>
            </p:txBody>
          </p:sp>
        </mc:Choice>
        <mc:Fallback xmlns="">
          <p:sp>
            <p:nvSpPr>
              <p:cNvPr id="6" name="TextBox 115">
                <a:extLst>
                  <a:ext uri="{FF2B5EF4-FFF2-40B4-BE49-F238E27FC236}">
                    <a16:creationId xmlns:a16="http://schemas.microsoft.com/office/drawing/2014/main" id="{F2CA0C73-B3B6-0345-9F72-4ADA8882551A}"/>
                  </a:ext>
                </a:extLst>
              </p:cNvPr>
              <p:cNvSpPr txBox="1">
                <a:spLocks noRot="1" noChangeAspect="1" noMove="1" noResize="1" noEditPoints="1" noAdjustHandles="1" noChangeArrowheads="1" noChangeShapeType="1" noTextEdit="1"/>
              </p:cNvSpPr>
              <p:nvPr/>
            </p:nvSpPr>
            <p:spPr>
              <a:xfrm>
                <a:off x="1600200" y="5295287"/>
                <a:ext cx="5105400" cy="852777"/>
              </a:xfrm>
              <a:prstGeom prst="rect">
                <a:avLst/>
              </a:prstGeom>
              <a:blipFill>
                <a:blip r:embed="rId5"/>
                <a:stretch>
                  <a:fillRect b="-88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3534002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8" end="8"/>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4" grpId="0"/>
      <p:bldP spid="5" grpId="0"/>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200"/>
              <a:t>Public Goods: Nash Equilibrium in Contributions</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a:t>MC = WTP</a:t>
            </a:r>
          </a:p>
          <a:p>
            <a:pPr lvl="1" eaLnBrk="1" hangingPunct="1">
              <a:lnSpc>
                <a:spcPct val="80000"/>
              </a:lnSpc>
            </a:pPr>
            <a:r>
              <a:rPr lang="en-US" altLang="en-US"/>
              <a:t>Low WTP consumers will not contribute</a:t>
            </a:r>
          </a:p>
          <a:p>
            <a:pPr eaLnBrk="1" hangingPunct="1">
              <a:lnSpc>
                <a:spcPct val="80000"/>
              </a:lnSpc>
            </a:pPr>
            <a:endParaRPr lang="en-US" altLang="en-US"/>
          </a:p>
          <a:p>
            <a:pPr eaLnBrk="1" hangingPunct="1">
              <a:lnSpc>
                <a:spcPct val="80000"/>
              </a:lnSpc>
            </a:pPr>
            <a:endParaRPr lang="en-US" altLang="en-US"/>
          </a:p>
          <a:p>
            <a:pPr eaLnBrk="1" hangingPunct="1">
              <a:lnSpc>
                <a:spcPct val="80000"/>
              </a:lnSpc>
            </a:pPr>
            <a:endParaRPr lang="en-US" altLang="en-US"/>
          </a:p>
          <a:p>
            <a:pPr eaLnBrk="1" hangingPunct="1">
              <a:lnSpc>
                <a:spcPct val="80000"/>
              </a:lnSpc>
            </a:pPr>
            <a:r>
              <a:rPr lang="en-US" altLang="en-US"/>
              <a:t>Special case: identical consumers</a:t>
            </a:r>
          </a:p>
        </p:txBody>
      </p:sp>
      <mc:AlternateContent xmlns:mc="http://schemas.openxmlformats.org/markup-compatibility/2006" xmlns:a14="http://schemas.microsoft.com/office/drawing/2010/main">
        <mc:Choice Requires="a14">
          <p:sp>
            <p:nvSpPr>
              <p:cNvPr id="4" name="TextBox 115">
                <a:extLst>
                  <a:ext uri="{FF2B5EF4-FFF2-40B4-BE49-F238E27FC236}">
                    <a16:creationId xmlns:a16="http://schemas.microsoft.com/office/drawing/2014/main" xmlns="" id="{00F5DE65-ED37-5244-8EF7-ACCD9FE9ABAA}"/>
                  </a:ext>
                </a:extLst>
              </p:cNvPr>
              <p:cNvSpPr txBox="1"/>
              <p:nvPr/>
            </p:nvSpPr>
            <p:spPr>
              <a:xfrm>
                <a:off x="1600200" y="2020321"/>
                <a:ext cx="5105400" cy="47703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r>
                        <a:rPr lang="en-US" sz="2800" b="0" i="1" smtClean="0">
                          <a:solidFill>
                            <a:schemeClr val="bg2"/>
                          </a:solidFill>
                          <a:latin typeface="Cambria Math" panose="02040503050406030204" pitchFamily="18" charset="0"/>
                        </a:rPr>
                        <m:t>1≥</m:t>
                      </m:r>
                      <m:r>
                        <a:rPr lang="en-US" sz="2800" b="0" i="1" smtClean="0">
                          <a:solidFill>
                            <a:schemeClr val="bg2"/>
                          </a:solidFill>
                          <a:latin typeface="Cambria Math" panose="02040503050406030204" pitchFamily="18" charset="0"/>
                        </a:rPr>
                        <m:t>𝑀𝑅</m:t>
                      </m:r>
                      <m:sSub>
                        <m:sSubPr>
                          <m:ctrlPr>
                            <a:rPr lang="en-US" sz="2800" b="0" i="1" smtClean="0">
                              <a:solidFill>
                                <a:schemeClr val="bg2"/>
                              </a:solidFill>
                              <a:latin typeface="Cambria Math"/>
                            </a:rPr>
                          </m:ctrlPr>
                        </m:sSubPr>
                        <m:e>
                          <m:r>
                            <a:rPr lang="en-US" sz="2800" b="0" i="1" smtClean="0">
                              <a:solidFill>
                                <a:schemeClr val="bg2"/>
                              </a:solidFill>
                              <a:latin typeface="Cambria Math" panose="02040503050406030204" pitchFamily="18" charset="0"/>
                            </a:rPr>
                            <m:t>𝑆</m:t>
                          </m:r>
                        </m:e>
                        <m:sub>
                          <m:r>
                            <a:rPr lang="en-US" sz="2800" b="0" i="1" smtClean="0">
                              <a:solidFill>
                                <a:schemeClr val="bg2"/>
                              </a:solidFill>
                              <a:latin typeface="Cambria Math" panose="02040503050406030204" pitchFamily="18" charset="0"/>
                            </a:rPr>
                            <m:t>𝑖</m:t>
                          </m:r>
                        </m:sub>
                      </m:sSub>
                    </m:oMath>
                  </m:oMathPara>
                </a14:m>
                <a:endParaRPr lang="en-US" sz="2800">
                  <a:solidFill>
                    <a:schemeClr val="bg2"/>
                  </a:solidFill>
                </a:endParaRPr>
              </a:p>
            </p:txBody>
          </p:sp>
        </mc:Choice>
        <mc:Fallback xmlns="">
          <p:sp>
            <p:nvSpPr>
              <p:cNvPr id="4" name="TextBox 115">
                <a:extLst>
                  <a:ext uri="{FF2B5EF4-FFF2-40B4-BE49-F238E27FC236}">
                    <a16:creationId xmlns:a16="http://schemas.microsoft.com/office/drawing/2014/main" id="{00F5DE65-ED37-5244-8EF7-ACCD9FE9ABAA}"/>
                  </a:ext>
                </a:extLst>
              </p:cNvPr>
              <p:cNvSpPr txBox="1">
                <a:spLocks noRot="1" noChangeAspect="1" noMove="1" noResize="1" noEditPoints="1" noAdjustHandles="1" noChangeArrowheads="1" noChangeShapeType="1" noTextEdit="1"/>
              </p:cNvSpPr>
              <p:nvPr/>
            </p:nvSpPr>
            <p:spPr>
              <a:xfrm>
                <a:off x="1600200" y="2020321"/>
                <a:ext cx="5105400" cy="477033"/>
              </a:xfrm>
              <a:prstGeom prst="rect">
                <a:avLst/>
              </a:prstGeom>
              <a:blipFill>
                <a:blip r:embed="rId3"/>
                <a:stretch>
                  <a:fillRect b="-102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115">
                <a:extLst>
                  <a:ext uri="{FF2B5EF4-FFF2-40B4-BE49-F238E27FC236}">
                    <a16:creationId xmlns:a16="http://schemas.microsoft.com/office/drawing/2014/main" xmlns="" id="{F2CA0C73-B3B6-0345-9F72-4ADA8882551A}"/>
                  </a:ext>
                </a:extLst>
              </p:cNvPr>
              <p:cNvSpPr txBox="1"/>
              <p:nvPr/>
            </p:nvSpPr>
            <p:spPr>
              <a:xfrm>
                <a:off x="1600200" y="3962400"/>
                <a:ext cx="5105400" cy="47703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45700" tIns="22850" rIns="45700" bIns="22850">
                <a:spAutoFit/>
              </a:bodyPr>
              <a:lstStyle>
                <a:defPPr>
                  <a:defRPr lang="en-US"/>
                </a:defPPr>
                <a:lvl1pPr algn="ctr" defTabSz="456994">
                  <a:spcBef>
                    <a:spcPct val="0"/>
                  </a:spcBef>
                  <a:buNone/>
                  <a:defRPr sz="1400">
                    <a:solidFill>
                      <a:srgbClr val="0000FF"/>
                    </a:solidFill>
                    <a:latin typeface="Times New Roman" pitchFamily="18" charset="0"/>
                  </a:defRPr>
                </a:lvl1pPr>
                <a:lvl2pPr marL="742950" indent="-285750" eaLnBrk="0" hangingPunct="0">
                  <a:spcBef>
                    <a:spcPct val="20000"/>
                  </a:spcBef>
                  <a:buChar char="–"/>
                  <a:defRPr sz="2800">
                    <a:latin typeface="Times New Roman" pitchFamily="18" charset="0"/>
                  </a:defRPr>
                </a:lvl2pPr>
                <a:lvl3pPr marL="1143000" indent="-228600" eaLnBrk="0" hangingPunct="0">
                  <a:spcBef>
                    <a:spcPct val="20000"/>
                  </a:spcBef>
                  <a:buChar char="•"/>
                  <a:defRPr sz="2400">
                    <a:latin typeface="Times New Roman" pitchFamily="18" charset="0"/>
                  </a:defRPr>
                </a:lvl3pPr>
                <a:lvl4pPr marL="1600200" indent="-228600" eaLnBrk="0" hangingPunct="0">
                  <a:spcBef>
                    <a:spcPct val="20000"/>
                  </a:spcBef>
                  <a:buChar char="–"/>
                  <a:defRPr sz="2000">
                    <a:latin typeface="Times New Roman" pitchFamily="18" charset="0"/>
                  </a:defRPr>
                </a:lvl4pPr>
                <a:lvl5pPr marL="2057400" indent="-228600" eaLnBrk="0" hangingPunct="0">
                  <a:spcBef>
                    <a:spcPct val="20000"/>
                  </a:spcBef>
                  <a:buChar char="»"/>
                  <a:defRPr sz="2000">
                    <a:latin typeface="Times New Roman" pitchFamily="18" charset="0"/>
                  </a:defRPr>
                </a:lvl5pPr>
                <a:lvl6pPr marL="2514600" indent="-228600" eaLnBrk="0" fontAlgn="base" hangingPunct="0">
                  <a:spcBef>
                    <a:spcPct val="20000"/>
                  </a:spcBef>
                  <a:spcAft>
                    <a:spcPct val="0"/>
                  </a:spcAft>
                  <a:buChar char="»"/>
                  <a:defRPr sz="2000">
                    <a:latin typeface="Times New Roman" pitchFamily="18" charset="0"/>
                  </a:defRPr>
                </a:lvl6pPr>
                <a:lvl7pPr marL="2971800" indent="-228600" eaLnBrk="0" fontAlgn="base" hangingPunct="0">
                  <a:spcBef>
                    <a:spcPct val="20000"/>
                  </a:spcBef>
                  <a:spcAft>
                    <a:spcPct val="0"/>
                  </a:spcAft>
                  <a:buChar char="»"/>
                  <a:defRPr sz="2000">
                    <a:latin typeface="Times New Roman" pitchFamily="18" charset="0"/>
                  </a:defRPr>
                </a:lvl7pPr>
                <a:lvl8pPr marL="3429000" indent="-228600" eaLnBrk="0" fontAlgn="base" hangingPunct="0">
                  <a:spcBef>
                    <a:spcPct val="20000"/>
                  </a:spcBef>
                  <a:spcAft>
                    <a:spcPct val="0"/>
                  </a:spcAft>
                  <a:buChar char="»"/>
                  <a:defRPr sz="2000">
                    <a:latin typeface="Times New Roman" pitchFamily="18" charset="0"/>
                  </a:defRPr>
                </a:lvl8pPr>
                <a:lvl9pPr marL="3886200" indent="-228600" eaLnBrk="0" fontAlgn="base" hangingPunct="0">
                  <a:spcBef>
                    <a:spcPct val="20000"/>
                  </a:spcBef>
                  <a:spcAft>
                    <a:spcPct val="0"/>
                  </a:spcAft>
                  <a:buChar char="»"/>
                  <a:defRPr sz="2000">
                    <a:latin typeface="Times New Roman" pitchFamily="18" charset="0"/>
                  </a:defRPr>
                </a:lvl9pPr>
              </a:lstStyle>
              <a:p>
                <a:pPr/>
                <a14:m>
                  <m:oMathPara xmlns:m="http://schemas.openxmlformats.org/officeDocument/2006/math">
                    <m:oMathParaPr>
                      <m:jc m:val="centerGroup"/>
                    </m:oMathParaPr>
                    <m:oMath xmlns:m="http://schemas.openxmlformats.org/officeDocument/2006/math">
                      <m:r>
                        <a:rPr lang="en-US" sz="2800" b="0" i="1" smtClean="0">
                          <a:solidFill>
                            <a:schemeClr val="bg2"/>
                          </a:solidFill>
                          <a:latin typeface="Cambria Math" panose="02040503050406030204" pitchFamily="18" charset="0"/>
                        </a:rPr>
                        <m:t>1=</m:t>
                      </m:r>
                      <m:r>
                        <a:rPr lang="en-US" sz="2800" b="0" i="1" smtClean="0">
                          <a:solidFill>
                            <a:schemeClr val="bg2"/>
                          </a:solidFill>
                          <a:latin typeface="Cambria Math" panose="02040503050406030204" pitchFamily="18" charset="0"/>
                        </a:rPr>
                        <m:t>𝑀𝑅𝑆</m:t>
                      </m:r>
                    </m:oMath>
                  </m:oMathPara>
                </a14:m>
                <a:endParaRPr lang="en-US" sz="2800">
                  <a:solidFill>
                    <a:schemeClr val="bg2"/>
                  </a:solidFill>
                </a:endParaRPr>
              </a:p>
            </p:txBody>
          </p:sp>
        </mc:Choice>
        <mc:Fallback xmlns="">
          <p:sp>
            <p:nvSpPr>
              <p:cNvPr id="6" name="TextBox 115">
                <a:extLst>
                  <a:ext uri="{FF2B5EF4-FFF2-40B4-BE49-F238E27FC236}">
                    <a16:creationId xmlns:a16="http://schemas.microsoft.com/office/drawing/2014/main" id="{F2CA0C73-B3B6-0345-9F72-4ADA8882551A}"/>
                  </a:ext>
                </a:extLst>
              </p:cNvPr>
              <p:cNvSpPr txBox="1">
                <a:spLocks noRot="1" noChangeAspect="1" noMove="1" noResize="1" noEditPoints="1" noAdjustHandles="1" noChangeArrowheads="1" noChangeShapeType="1" noTextEdit="1"/>
              </p:cNvSpPr>
              <p:nvPr/>
            </p:nvSpPr>
            <p:spPr>
              <a:xfrm>
                <a:off x="1600200" y="3962400"/>
                <a:ext cx="5105400" cy="477033"/>
              </a:xfrm>
              <a:prstGeom prst="rect">
                <a:avLst/>
              </a:prstGeom>
              <a:blipFill>
                <a:blip r:embed="rId4"/>
                <a:stretch>
                  <a:fillRect b="-263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2687021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435">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 name="TextBox 5">
            <a:extLst>
              <a:ext uri="{FF2B5EF4-FFF2-40B4-BE49-F238E27FC236}">
                <a16:creationId xmlns:a16="http://schemas.microsoft.com/office/drawing/2014/main" xmlns="" id="{431C02C3-2FCF-D545-9BBA-756DDB601391}"/>
              </a:ext>
            </a:extLst>
          </p:cNvPr>
          <p:cNvSpPr txBox="1"/>
          <p:nvPr/>
        </p:nvSpPr>
        <p:spPr>
          <a:xfrm>
            <a:off x="3846539" y="2673395"/>
            <a:ext cx="2238956"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9900"/>
                </a:solidFill>
                <a:effectLst/>
                <a:uLnTx/>
                <a:uFillTx/>
                <a:latin typeface="Times New Roman"/>
                <a:ea typeface="+mn-ea"/>
                <a:cs typeface="+mn-cs"/>
              </a:rPr>
              <a:t>Noncooperative supply</a:t>
            </a:r>
          </a:p>
        </p:txBody>
      </p:sp>
      <p:sp>
        <p:nvSpPr>
          <p:cNvPr id="54" name="Line 12">
            <a:extLst>
              <a:ext uri="{FF2B5EF4-FFF2-40B4-BE49-F238E27FC236}">
                <a16:creationId xmlns:a16="http://schemas.microsoft.com/office/drawing/2014/main" xmlns="" id="{0FE1C01D-EB9D-1043-BC73-D427FFD735F0}"/>
              </a:ext>
            </a:extLst>
          </p:cNvPr>
          <p:cNvSpPr>
            <a:spLocks noChangeShapeType="1"/>
          </p:cNvSpPr>
          <p:nvPr/>
        </p:nvSpPr>
        <p:spPr bwMode="auto">
          <a:xfrm flipH="1" flipV="1">
            <a:off x="3352800" y="3044994"/>
            <a:ext cx="0" cy="3102770"/>
          </a:xfrm>
          <a:prstGeom prst="line">
            <a:avLst/>
          </a:prstGeom>
          <a:noFill/>
          <a:ln w="31750">
            <a:solidFill>
              <a:srgbClr val="009900"/>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7" name="Line 12">
            <a:extLst>
              <a:ext uri="{FF2B5EF4-FFF2-40B4-BE49-F238E27FC236}">
                <a16:creationId xmlns:a16="http://schemas.microsoft.com/office/drawing/2014/main" xmlns="" id="{3E3274EA-A13C-C049-8147-5FAAF219466D}"/>
              </a:ext>
            </a:extLst>
          </p:cNvPr>
          <p:cNvSpPr>
            <a:spLocks noChangeShapeType="1"/>
          </p:cNvSpPr>
          <p:nvPr/>
        </p:nvSpPr>
        <p:spPr bwMode="auto">
          <a:xfrm flipV="1">
            <a:off x="6259706" y="5870120"/>
            <a:ext cx="0" cy="265575"/>
          </a:xfrm>
          <a:prstGeom prst="line">
            <a:avLst/>
          </a:prstGeom>
          <a:noFill/>
          <a:ln w="31750">
            <a:solidFill>
              <a:schemeClr val="bg1">
                <a:lumMod val="85000"/>
              </a:schemeClr>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48" name="TextBox 5">
            <a:extLst>
              <a:ext uri="{FF2B5EF4-FFF2-40B4-BE49-F238E27FC236}">
                <a16:creationId xmlns:a16="http://schemas.microsoft.com/office/drawing/2014/main" xmlns="" id="{E21ADAC6-1B69-E348-A86D-FC53B4CD9BDE}"/>
              </a:ext>
            </a:extLst>
          </p:cNvPr>
          <p:cNvSpPr txBox="1"/>
          <p:nvPr/>
        </p:nvSpPr>
        <p:spPr>
          <a:xfrm>
            <a:off x="6180673" y="5569994"/>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E</a:t>
            </a:r>
          </a:p>
        </p:txBody>
      </p:sp>
      <p:sp>
        <p:nvSpPr>
          <p:cNvPr id="40" name="Line 12">
            <a:extLst>
              <a:ext uri="{FF2B5EF4-FFF2-40B4-BE49-F238E27FC236}">
                <a16:creationId xmlns:a16="http://schemas.microsoft.com/office/drawing/2014/main" xmlns="" id="{D0CDC0DA-DC8F-C34F-9D26-54D1E2451897}"/>
              </a:ext>
            </a:extLst>
          </p:cNvPr>
          <p:cNvSpPr>
            <a:spLocks noChangeShapeType="1"/>
          </p:cNvSpPr>
          <p:nvPr/>
        </p:nvSpPr>
        <p:spPr bwMode="auto">
          <a:xfrm>
            <a:off x="1911376" y="3056556"/>
            <a:ext cx="2519547" cy="1192"/>
          </a:xfrm>
          <a:prstGeom prst="line">
            <a:avLst/>
          </a:prstGeom>
          <a:noFill/>
          <a:ln w="31750">
            <a:solidFill>
              <a:schemeClr val="bg1">
                <a:lumMod val="85000"/>
              </a:schemeClr>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70" name="Line 5"/>
          <p:cNvSpPr>
            <a:spLocks noChangeShapeType="1"/>
          </p:cNvSpPr>
          <p:nvPr/>
        </p:nvSpPr>
        <p:spPr bwMode="auto">
          <a:xfrm flipV="1">
            <a:off x="1905000" y="6136714"/>
            <a:ext cx="4858294" cy="9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5" name="Line 12"/>
          <p:cNvSpPr>
            <a:spLocks noChangeShapeType="1"/>
          </p:cNvSpPr>
          <p:nvPr/>
        </p:nvSpPr>
        <p:spPr bwMode="auto">
          <a:xfrm>
            <a:off x="1896802" y="5864211"/>
            <a:ext cx="4427337" cy="0"/>
          </a:xfrm>
          <a:prstGeom prst="line">
            <a:avLst/>
          </a:prstGeom>
          <a:noFill/>
          <a:ln w="31750">
            <a:solidFill>
              <a:srgbClr val="0432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xmlns="" id="{05BBD851-E76B-404D-BFF0-D8BBF37466DF}"/>
              </a:ext>
            </a:extLst>
          </p:cNvPr>
          <p:cNvSpPr>
            <a:spLocks noGrp="1"/>
          </p:cNvSpPr>
          <p:nvPr>
            <p:ph type="title"/>
          </p:nvPr>
        </p:nvSpPr>
        <p:spPr>
          <a:xfrm>
            <a:off x="0" y="151196"/>
            <a:ext cx="9144000" cy="866770"/>
          </a:xfrm>
        </p:spPr>
        <p:txBody>
          <a:bodyPr/>
          <a:lstStyle/>
          <a:p>
            <a:r>
              <a:rPr lang="en-US" sz="3600"/>
              <a:t>Figure 1.  Pure public good allocations</a:t>
            </a:r>
            <a:br>
              <a:rPr lang="en-US" sz="3600"/>
            </a:br>
            <a:r>
              <a:rPr lang="en-US" sz="3600"/>
              <a:t>with constant MC</a:t>
            </a:r>
          </a:p>
        </p:txBody>
      </p:sp>
      <p:sp>
        <p:nvSpPr>
          <p:cNvPr id="25" name="TextBox 5">
            <a:extLst>
              <a:ext uri="{FF2B5EF4-FFF2-40B4-BE49-F238E27FC236}">
                <a16:creationId xmlns:a16="http://schemas.microsoft.com/office/drawing/2014/main" xmlns="" id="{C4F465D3-18CC-BA47-8968-8FCB85FAC88B}"/>
              </a:ext>
            </a:extLst>
          </p:cNvPr>
          <p:cNvSpPr txBox="1"/>
          <p:nvPr/>
        </p:nvSpPr>
        <p:spPr>
          <a:xfrm>
            <a:off x="6985305" y="5864211"/>
            <a:ext cx="2230834"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Public good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quantity</a:t>
            </a:r>
          </a:p>
        </p:txBody>
      </p:sp>
      <p:sp>
        <p:nvSpPr>
          <p:cNvPr id="26" name="TextBox 5">
            <a:extLst>
              <a:ext uri="{FF2B5EF4-FFF2-40B4-BE49-F238E27FC236}">
                <a16:creationId xmlns:a16="http://schemas.microsoft.com/office/drawing/2014/main" xmlns="" id="{1BF528DB-1EB4-A043-A440-F970089C68CE}"/>
              </a:ext>
            </a:extLst>
          </p:cNvPr>
          <p:cNvSpPr txBox="1"/>
          <p:nvPr/>
        </p:nvSpPr>
        <p:spPr>
          <a:xfrm>
            <a:off x="890674" y="1164230"/>
            <a:ext cx="1474259"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a:ln>
                  <a:noFill/>
                </a:ln>
                <a:solidFill>
                  <a:srgbClr val="000000"/>
                </a:solidFill>
                <a:effectLst/>
                <a:uLnTx/>
                <a:uFillTx/>
                <a:latin typeface="Times New Roman"/>
                <a:ea typeface="+mn-ea"/>
                <a:cs typeface="+mn-cs"/>
              </a:rPr>
              <a:t>p</a:t>
            </a:r>
            <a:endParaRPr kumimoji="0" lang="en-US" sz="2400" b="0" i="1" u="none" strike="noStrike" kern="1200" cap="none" spc="0" normalizeH="0" baseline="-25000" noProof="0">
              <a:ln>
                <a:noFill/>
              </a:ln>
              <a:solidFill>
                <a:srgbClr val="000000"/>
              </a:solidFill>
              <a:effectLst/>
              <a:uLnTx/>
              <a:uFillTx/>
              <a:latin typeface="Times New Roman"/>
              <a:ea typeface="+mn-ea"/>
              <a:cs typeface="+mn-cs"/>
            </a:endParaRPr>
          </a:p>
        </p:txBody>
      </p:sp>
      <p:sp>
        <p:nvSpPr>
          <p:cNvPr id="35" name="TextBox 5">
            <a:extLst>
              <a:ext uri="{FF2B5EF4-FFF2-40B4-BE49-F238E27FC236}">
                <a16:creationId xmlns:a16="http://schemas.microsoft.com/office/drawing/2014/main" xmlns=""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xmlns="" id="{E71140D7-3A5F-1144-A48C-ECDD66108499}"/>
              </a:ext>
            </a:extLst>
          </p:cNvPr>
          <p:cNvSpPr>
            <a:spLocks noChangeShapeType="1"/>
          </p:cNvSpPr>
          <p:nvPr/>
        </p:nvSpPr>
        <p:spPr bwMode="auto">
          <a:xfrm rot="1035838">
            <a:off x="1339809" y="2314580"/>
            <a:ext cx="5711786" cy="3054433"/>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Lst>
            <a:ahLst/>
            <a:cxnLst>
              <a:cxn ang="0">
                <a:pos x="connsiteX0" y="connsiteY0"/>
              </a:cxn>
              <a:cxn ang="0">
                <a:pos x="connsiteX1" y="connsiteY1"/>
              </a:cxn>
              <a:cxn ang="0">
                <a:pos x="connsiteX2" y="connsiteY2"/>
              </a:cxn>
              <a:cxn ang="0">
                <a:pos x="connsiteX3" y="connsiteY3"/>
              </a:cxn>
            </a:cxnLst>
            <a:rect l="l" t="t" r="r" b="b"/>
            <a:pathLst>
              <a:path w="4220661" h="2819148">
                <a:moveTo>
                  <a:pt x="0" y="0"/>
                </a:moveTo>
                <a:cubicBezTo>
                  <a:pt x="96464" y="56725"/>
                  <a:pt x="48409" y="-17360"/>
                  <a:pt x="661691" y="327019"/>
                </a:cubicBezTo>
                <a:cubicBezTo>
                  <a:pt x="1069713" y="552623"/>
                  <a:pt x="1913424" y="1102839"/>
                  <a:pt x="2416424" y="1392715"/>
                </a:cubicBezTo>
                <a:cubicBezTo>
                  <a:pt x="2919424" y="1682591"/>
                  <a:pt x="3764728" y="2434731"/>
                  <a:pt x="4220661" y="2819148"/>
                </a:cubicBezTo>
              </a:path>
            </a:pathLst>
          </a:custGeom>
          <a:noFill/>
          <a:ln w="349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7" name="TextBox 5">
            <a:extLst>
              <a:ext uri="{FF2B5EF4-FFF2-40B4-BE49-F238E27FC236}">
                <a16:creationId xmlns:a16="http://schemas.microsoft.com/office/drawing/2014/main" xmlns="" id="{4F073BA3-6B6A-6144-BBF3-5C506082CCCB}"/>
              </a:ext>
            </a:extLst>
          </p:cNvPr>
          <p:cNvSpPr txBox="1"/>
          <p:nvPr/>
        </p:nvSpPr>
        <p:spPr>
          <a:xfrm>
            <a:off x="3592219" y="2624246"/>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D</a:t>
            </a:r>
          </a:p>
        </p:txBody>
      </p:sp>
      <p:sp>
        <p:nvSpPr>
          <p:cNvPr id="45" name="TextBox 5">
            <a:extLst>
              <a:ext uri="{FF2B5EF4-FFF2-40B4-BE49-F238E27FC236}">
                <a16:creationId xmlns:a16="http://schemas.microsoft.com/office/drawing/2014/main" xmlns="" id="{5D9CFC32-D2FB-9546-9E85-EDBF7B933039}"/>
              </a:ext>
            </a:extLst>
          </p:cNvPr>
          <p:cNvSpPr txBox="1"/>
          <p:nvPr/>
        </p:nvSpPr>
        <p:spPr>
          <a:xfrm>
            <a:off x="2603671" y="1658383"/>
            <a:ext cx="1831693" cy="84477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Times New Roman"/>
                <a:ea typeface="+mn-ea"/>
                <a:cs typeface="+mn-cs"/>
              </a:rPr>
              <a:t>Average demand</a:t>
            </a:r>
          </a:p>
        </p:txBody>
      </p:sp>
      <p:sp>
        <p:nvSpPr>
          <p:cNvPr id="47" name="TextBox 5">
            <a:extLst>
              <a:ext uri="{FF2B5EF4-FFF2-40B4-BE49-F238E27FC236}">
                <a16:creationId xmlns:a16="http://schemas.microsoft.com/office/drawing/2014/main" xmlns="" id="{B2C7EEDB-716E-D343-A6A8-1A2581071106}"/>
              </a:ext>
            </a:extLst>
          </p:cNvPr>
          <p:cNvSpPr txBox="1"/>
          <p:nvPr/>
        </p:nvSpPr>
        <p:spPr>
          <a:xfrm>
            <a:off x="3620805" y="5510154"/>
            <a:ext cx="2238956"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432FF"/>
                </a:solidFill>
                <a:effectLst/>
                <a:uLnTx/>
                <a:uFillTx/>
                <a:latin typeface="Times New Roman"/>
                <a:ea typeface="+mn-ea"/>
                <a:cs typeface="+mn-cs"/>
              </a:rPr>
              <a:t>Social MC</a:t>
            </a:r>
          </a:p>
        </p:txBody>
      </p:sp>
      <p:sp>
        <p:nvSpPr>
          <p:cNvPr id="49" name="Oval 48">
            <a:extLst>
              <a:ext uri="{FF2B5EF4-FFF2-40B4-BE49-F238E27FC236}">
                <a16:creationId xmlns:a16="http://schemas.microsoft.com/office/drawing/2014/main" xmlns="" id="{81C240B6-2E9A-2C4B-8DED-984745024AA8}"/>
              </a:ext>
            </a:extLst>
          </p:cNvPr>
          <p:cNvSpPr>
            <a:spLocks noChangeArrowheads="1"/>
          </p:cNvSpPr>
          <p:nvPr/>
        </p:nvSpPr>
        <p:spPr bwMode="auto">
          <a:xfrm>
            <a:off x="6188692" y="5795807"/>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xmlns="" id="{7B15A5C9-74C7-4643-885B-12C018D2D919}"/>
                  </a:ext>
                </a:extLst>
              </p:cNvPr>
              <p:cNvSpPr txBox="1"/>
              <p:nvPr/>
            </p:nvSpPr>
            <p:spPr>
              <a:xfrm>
                <a:off x="1448349" y="2848693"/>
                <a:ext cx="58104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1448349" y="2848693"/>
                <a:ext cx="581049" cy="36298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xmlns="" id="{8EF45E06-B1B2-2A49-BDF7-E740A1DE6357}"/>
                  </a:ext>
                </a:extLst>
              </p:cNvPr>
              <p:cNvSpPr txBox="1"/>
              <p:nvPr/>
            </p:nvSpPr>
            <p:spPr>
              <a:xfrm>
                <a:off x="3436196" y="6158524"/>
                <a:ext cx="581049" cy="30284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smtClean="0">
                              <a:ln>
                                <a:noFill/>
                              </a:ln>
                              <a:solidFill>
                                <a:srgbClr val="000000"/>
                              </a:solidFill>
                              <a:effectLst/>
                              <a:uLnTx/>
                              <a:uFillTx/>
                              <a:latin typeface="Cambria Math"/>
                              <a:ea typeface="+mn-ea"/>
                              <a:cs typeface="+mn-cs"/>
                            </a:rPr>
                          </m:ctrlPr>
                        </m:sSubPr>
                        <m:e>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𝐺</m:t>
                          </m:r>
                        </m:e>
                        <m:sub>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sub>
                      </m:sSub>
                    </m:oMath>
                  </m:oMathPara>
                </a14:m>
                <a:endParaRPr kumimoji="0" lang="en-US" sz="14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3436196" y="6158524"/>
                <a:ext cx="581049" cy="302840"/>
              </a:xfrm>
              <a:prstGeom prst="rect">
                <a:avLst/>
              </a:prstGeom>
              <a:blipFill>
                <a:blip r:embed="rId4"/>
                <a:stretch>
                  <a:fillRect/>
                </a:stretch>
              </a:blipFill>
            </p:spPr>
            <p:txBody>
              <a:bodyPr/>
              <a:lstStyle/>
              <a:p>
                <a:r>
                  <a:rPr lang="en-US">
                    <a:noFill/>
                  </a:rPr>
                  <a:t> </a:t>
                </a:r>
              </a:p>
            </p:txBody>
          </p:sp>
        </mc:Fallback>
      </mc:AlternateContent>
      <p:sp>
        <p:nvSpPr>
          <p:cNvPr id="42" name="TextBox 5">
            <a:extLst>
              <a:ext uri="{FF2B5EF4-FFF2-40B4-BE49-F238E27FC236}">
                <a16:creationId xmlns:a16="http://schemas.microsoft.com/office/drawing/2014/main" xmlns="" id="{A965F8B5-A702-6041-8AAF-61405625BFBF}"/>
              </a:ext>
            </a:extLst>
          </p:cNvPr>
          <p:cNvSpPr txBox="1"/>
          <p:nvPr/>
        </p:nvSpPr>
        <p:spPr>
          <a:xfrm>
            <a:off x="747231" y="5655094"/>
            <a:ext cx="1733362"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432FF"/>
                </a:solidFill>
                <a:effectLst/>
                <a:uLnTx/>
                <a:uFillTx/>
                <a:latin typeface="Times New Roman"/>
                <a:ea typeface="+mn-ea"/>
                <a:cs typeface="+mn-cs"/>
              </a:rPr>
              <a:t>1/</a:t>
            </a:r>
            <a:r>
              <a:rPr kumimoji="0" lang="en-US" sz="2000" b="0" i="1" u="none" strike="noStrike" kern="1200" cap="none" spc="0" normalizeH="0" baseline="0" noProof="0">
                <a:ln>
                  <a:noFill/>
                </a:ln>
                <a:solidFill>
                  <a:srgbClr val="0432FF"/>
                </a:solidFill>
                <a:effectLst/>
                <a:uLnTx/>
                <a:uFillTx/>
                <a:latin typeface="Times New Roman"/>
                <a:ea typeface="+mn-ea"/>
                <a:cs typeface="+mn-cs"/>
              </a:rPr>
              <a:t>N</a:t>
            </a:r>
          </a:p>
        </p:txBody>
      </p:sp>
      <p:sp>
        <p:nvSpPr>
          <p:cNvPr id="43" name="Line 12">
            <a:extLst>
              <a:ext uri="{FF2B5EF4-FFF2-40B4-BE49-F238E27FC236}">
                <a16:creationId xmlns:a16="http://schemas.microsoft.com/office/drawing/2014/main" xmlns="" id="{A85F0705-DBBA-DA47-A1CF-91AE49C75D8A}"/>
              </a:ext>
            </a:extLst>
          </p:cNvPr>
          <p:cNvSpPr>
            <a:spLocks noChangeShapeType="1"/>
          </p:cNvSpPr>
          <p:nvPr/>
        </p:nvSpPr>
        <p:spPr bwMode="auto">
          <a:xfrm>
            <a:off x="1885276" y="6132326"/>
            <a:ext cx="1467524" cy="0"/>
          </a:xfrm>
          <a:prstGeom prst="line">
            <a:avLst/>
          </a:prstGeom>
          <a:noFill/>
          <a:ln w="31750">
            <a:solidFill>
              <a:srgbClr val="00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44" name="Line 12">
            <a:extLst>
              <a:ext uri="{FF2B5EF4-FFF2-40B4-BE49-F238E27FC236}">
                <a16:creationId xmlns:a16="http://schemas.microsoft.com/office/drawing/2014/main" xmlns="" id="{85FA63C7-6AC6-424B-84DD-4958DBF6F3E4}"/>
              </a:ext>
            </a:extLst>
          </p:cNvPr>
          <p:cNvSpPr>
            <a:spLocks noChangeShapeType="1"/>
          </p:cNvSpPr>
          <p:nvPr/>
        </p:nvSpPr>
        <p:spPr bwMode="auto">
          <a:xfrm flipH="1" flipV="1">
            <a:off x="3657600" y="3036318"/>
            <a:ext cx="0" cy="3102770"/>
          </a:xfrm>
          <a:prstGeom prst="line">
            <a:avLst/>
          </a:prstGeom>
          <a:noFill/>
          <a:ln w="31750">
            <a:solidFill>
              <a:schemeClr val="bg1">
                <a:lumMod val="85000"/>
              </a:schemeClr>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2" name="Line 12">
            <a:extLst>
              <a:ext uri="{FF2B5EF4-FFF2-40B4-BE49-F238E27FC236}">
                <a16:creationId xmlns:a16="http://schemas.microsoft.com/office/drawing/2014/main" xmlns="" id="{FB2BD190-61A3-5E45-93BC-07A0971B9020}"/>
              </a:ext>
            </a:extLst>
          </p:cNvPr>
          <p:cNvSpPr>
            <a:spLocks noChangeShapeType="1"/>
          </p:cNvSpPr>
          <p:nvPr/>
        </p:nvSpPr>
        <p:spPr bwMode="auto">
          <a:xfrm>
            <a:off x="3352800" y="3058339"/>
            <a:ext cx="1467524" cy="0"/>
          </a:xfrm>
          <a:prstGeom prst="line">
            <a:avLst/>
          </a:prstGeom>
          <a:noFill/>
          <a:ln w="31750">
            <a:solidFill>
              <a:srgbClr val="0099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1" name="Oval 20">
            <a:extLst>
              <a:ext uri="{FF2B5EF4-FFF2-40B4-BE49-F238E27FC236}">
                <a16:creationId xmlns:a16="http://schemas.microsoft.com/office/drawing/2014/main" xmlns="" id="{A6483C91-E34E-9446-9F85-327DF6869CC0}"/>
              </a:ext>
            </a:extLst>
          </p:cNvPr>
          <p:cNvSpPr>
            <a:spLocks noChangeArrowheads="1"/>
          </p:cNvSpPr>
          <p:nvPr/>
        </p:nvSpPr>
        <p:spPr bwMode="auto">
          <a:xfrm>
            <a:off x="3589468" y="2986393"/>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56" name="TextBox 5">
                <a:extLst>
                  <a:ext uri="{FF2B5EF4-FFF2-40B4-BE49-F238E27FC236}">
                    <a16:creationId xmlns:a16="http://schemas.microsoft.com/office/drawing/2014/main" xmlns="" id="{F4A61005-A783-154D-81A9-6AB62C371F62}"/>
                  </a:ext>
                </a:extLst>
              </p:cNvPr>
              <p:cNvSpPr txBox="1"/>
              <p:nvPr/>
            </p:nvSpPr>
            <p:spPr>
              <a:xfrm>
                <a:off x="2937270" y="6130804"/>
                <a:ext cx="581049" cy="49423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smtClean="0">
                              <a:ln>
                                <a:noFill/>
                              </a:ln>
                              <a:solidFill>
                                <a:srgbClr val="000000"/>
                              </a:solidFill>
                              <a:effectLst/>
                              <a:uLnTx/>
                              <a:uFillTx/>
                              <a:latin typeface="Cambria Math"/>
                              <a:ea typeface="+mn-ea"/>
                              <a:cs typeface="+mn-cs"/>
                            </a:rPr>
                          </m:ctrlPr>
                        </m:sSubPr>
                        <m:e>
                          <m:f>
                            <m:fPr>
                              <m:ctrlPr>
                                <a:rPr kumimoji="0" lang="en-US" sz="1400" b="0" i="1" u="none" strike="noStrike" kern="1200" cap="none" spc="0" normalizeH="0" baseline="0" noProof="0" smtClean="0">
                                  <a:ln>
                                    <a:noFill/>
                                  </a:ln>
                                  <a:solidFill>
                                    <a:srgbClr val="000000"/>
                                  </a:solidFill>
                                  <a:effectLst/>
                                  <a:uLnTx/>
                                  <a:uFillTx/>
                                  <a:latin typeface="Cambria Math"/>
                                  <a:ea typeface="+mn-ea"/>
                                  <a:cs typeface="+mn-cs"/>
                                </a:rPr>
                              </m:ctrlPr>
                            </m:fPr>
                            <m:num>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𝑁</m:t>
                              </m:r>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num>
                            <m:den>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𝑁</m:t>
                              </m:r>
                            </m:den>
                          </m:f>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𝐺</m:t>
                          </m:r>
                        </m:e>
                        <m:sub>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sub>
                      </m:sSub>
                    </m:oMath>
                  </m:oMathPara>
                </a14:m>
                <a:endParaRPr kumimoji="0" lang="en-US" sz="14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56" name="TextBox 5">
                <a:extLst>
                  <a:ext uri="{FF2B5EF4-FFF2-40B4-BE49-F238E27FC236}">
                    <a16:creationId xmlns:a16="http://schemas.microsoft.com/office/drawing/2014/main" id="{F4A61005-A783-154D-81A9-6AB62C371F62}"/>
                  </a:ext>
                </a:extLst>
              </p:cNvPr>
              <p:cNvSpPr txBox="1">
                <a:spLocks noRot="1" noChangeAspect="1" noMove="1" noResize="1" noEditPoints="1" noAdjustHandles="1" noChangeArrowheads="1" noChangeShapeType="1" noTextEdit="1"/>
              </p:cNvSpPr>
              <p:nvPr/>
            </p:nvSpPr>
            <p:spPr>
              <a:xfrm>
                <a:off x="2937270" y="6130804"/>
                <a:ext cx="581049" cy="494238"/>
              </a:xfrm>
              <a:prstGeom prst="rect">
                <a:avLst/>
              </a:prstGeom>
              <a:blipFill>
                <a:blip r:embed="rId5"/>
                <a:stretch>
                  <a:fillRect l="-23913" r="-13043" b="-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Box 5">
                <a:extLst>
                  <a:ext uri="{FF2B5EF4-FFF2-40B4-BE49-F238E27FC236}">
                    <a16:creationId xmlns:a16="http://schemas.microsoft.com/office/drawing/2014/main" xmlns="" id="{B7E5CEFF-8ABA-0E4E-9C29-5BFB81911560}"/>
                  </a:ext>
                </a:extLst>
              </p:cNvPr>
              <p:cNvSpPr txBox="1"/>
              <p:nvPr/>
            </p:nvSpPr>
            <p:spPr>
              <a:xfrm>
                <a:off x="6012601" y="6129327"/>
                <a:ext cx="581049" cy="30284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smtClean="0">
                              <a:ln>
                                <a:noFill/>
                              </a:ln>
                              <a:solidFill>
                                <a:srgbClr val="000000"/>
                              </a:solidFill>
                              <a:effectLst/>
                              <a:uLnTx/>
                              <a:uFillTx/>
                              <a:latin typeface="Cambria Math"/>
                              <a:ea typeface="+mn-ea"/>
                              <a:cs typeface="+mn-cs"/>
                            </a:rPr>
                          </m:ctrlPr>
                        </m:sSubPr>
                        <m:e>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𝐺</m:t>
                          </m:r>
                        </m:e>
                        <m:sub>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𝐸</m:t>
                          </m:r>
                        </m:sub>
                      </m:sSub>
                    </m:oMath>
                  </m:oMathPara>
                </a14:m>
                <a:endParaRPr kumimoji="0" lang="en-US" sz="14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58" name="TextBox 5">
                <a:extLst>
                  <a:ext uri="{FF2B5EF4-FFF2-40B4-BE49-F238E27FC236}">
                    <a16:creationId xmlns:a16="http://schemas.microsoft.com/office/drawing/2014/main" id="{B7E5CEFF-8ABA-0E4E-9C29-5BFB81911560}"/>
                  </a:ext>
                </a:extLst>
              </p:cNvPr>
              <p:cNvSpPr txBox="1">
                <a:spLocks noRot="1" noChangeAspect="1" noMove="1" noResize="1" noEditPoints="1" noAdjustHandles="1" noChangeArrowheads="1" noChangeShapeType="1" noTextEdit="1"/>
              </p:cNvSpPr>
              <p:nvPr/>
            </p:nvSpPr>
            <p:spPr>
              <a:xfrm>
                <a:off x="6012601" y="6129327"/>
                <a:ext cx="581049" cy="302840"/>
              </a:xfrm>
              <a:prstGeom prst="rect">
                <a:avLst/>
              </a:prstGeom>
              <a:blipFill>
                <a:blip r:embed="rId6"/>
                <a:stretch>
                  <a:fillRect/>
                </a:stretch>
              </a:blipFill>
            </p:spPr>
            <p:txBody>
              <a:bodyPr/>
              <a:lstStyle/>
              <a:p>
                <a:r>
                  <a:rPr lang="en-US">
                    <a:noFill/>
                  </a:rPr>
                  <a:t> </a:t>
                </a:r>
              </a:p>
            </p:txBody>
          </p:sp>
        </mc:Fallback>
      </mc:AlternateContent>
      <p:sp>
        <p:nvSpPr>
          <p:cNvPr id="39" name="TextBox 5">
            <a:extLst>
              <a:ext uri="{FF2B5EF4-FFF2-40B4-BE49-F238E27FC236}">
                <a16:creationId xmlns:a16="http://schemas.microsoft.com/office/drawing/2014/main" xmlns="" id="{AE576DCC-21F7-814A-92C0-306592B059A6}"/>
              </a:ext>
            </a:extLst>
          </p:cNvPr>
          <p:cNvSpPr txBox="1"/>
          <p:nvPr/>
        </p:nvSpPr>
        <p:spPr>
          <a:xfrm>
            <a:off x="5137213" y="3485839"/>
            <a:ext cx="2238956" cy="1015663"/>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9900"/>
                </a:solidFill>
                <a:effectLst/>
                <a:uLnTx/>
                <a:uFillTx/>
                <a:latin typeface="Times New Roman"/>
                <a:ea typeface="+mn-ea"/>
                <a:cs typeface="+mn-cs"/>
              </a:rPr>
              <a:t>Several</a:t>
            </a:r>
            <a:r>
              <a:rPr kumimoji="0" lang="en-US" sz="2000" b="0" i="0" u="none" strike="noStrike" kern="1200" cap="none" spc="0" normalizeH="0" noProof="0">
                <a:ln>
                  <a:noFill/>
                </a:ln>
                <a:solidFill>
                  <a:srgbClr val="009900"/>
                </a:solidFill>
                <a:effectLst/>
                <a:uLnTx/>
                <a:uFillTx/>
                <a:latin typeface="Times New Roman"/>
                <a:ea typeface="+mn-ea"/>
                <a:cs typeface="+mn-cs"/>
              </a:rPr>
              <a:t> neutrality results, e.g., with respect to </a:t>
            </a:r>
            <a:r>
              <a:rPr kumimoji="0" lang="en-US" sz="2000" b="0" i="1" u="none" strike="noStrike" kern="1200" cap="none" spc="0" normalizeH="0" noProof="0">
                <a:ln>
                  <a:noFill/>
                </a:ln>
                <a:solidFill>
                  <a:srgbClr val="009900"/>
                </a:solidFill>
                <a:effectLst/>
                <a:uLnTx/>
                <a:uFillTx/>
                <a:latin typeface="Times New Roman"/>
                <a:ea typeface="+mn-ea"/>
                <a:cs typeface="+mn-cs"/>
              </a:rPr>
              <a:t>N</a:t>
            </a:r>
            <a:endParaRPr kumimoji="0" lang="en-US" sz="2000" b="0" i="1" u="none" strike="noStrike" kern="1200" cap="none" spc="0" normalizeH="0" baseline="0" noProof="0">
              <a:ln>
                <a:noFill/>
              </a:ln>
              <a:solidFill>
                <a:srgbClr val="009900"/>
              </a:solidFill>
              <a:effectLst/>
              <a:uLnTx/>
              <a:uFillTx/>
              <a:latin typeface="Times New Roman"/>
              <a:ea typeface="+mn-ea"/>
              <a:cs typeface="+mn-cs"/>
            </a:endParaRPr>
          </a:p>
        </p:txBody>
      </p:sp>
    </p:spTree>
    <p:extLst>
      <p:ext uri="{BB962C8B-B14F-4D97-AF65-F5344CB8AC3E}">
        <p14:creationId xmlns:p14="http://schemas.microsoft.com/office/powerpoint/2010/main" val="2263729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6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5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6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54" grpId="0" animBg="1"/>
      <p:bldP spid="67" grpId="0" animBg="1"/>
      <p:bldP spid="48" grpId="0"/>
      <p:bldP spid="40" grpId="0" animBg="1"/>
      <p:bldP spid="2065" grpId="0" animBg="1"/>
      <p:bldP spid="37" grpId="0"/>
      <p:bldP spid="47" grpId="0"/>
      <p:bldP spid="49" grpId="0" animBg="1"/>
      <p:bldP spid="65" grpId="0"/>
      <p:bldP spid="55" grpId="0"/>
      <p:bldP spid="42" grpId="0"/>
      <p:bldP spid="43" grpId="0" animBg="1"/>
      <p:bldP spid="44" grpId="0" animBg="1"/>
      <p:bldP spid="52" grpId="0" animBg="1"/>
      <p:bldP spid="21" grpId="0" animBg="1"/>
      <p:bldP spid="56" grpId="0"/>
      <p:bldP spid="58" grpId="0"/>
      <p:bldP spid="39" grpId="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200"/>
              <a:t>Public Goods: Supply from Voluntary Associations</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a:t>Group WTP is the sum of MRS among </a:t>
            </a:r>
            <a:r>
              <a:rPr lang="en-US" altLang="en-US" i="1"/>
              <a:t>M</a:t>
            </a:r>
            <a:r>
              <a:rPr lang="en-US" altLang="en-US"/>
              <a:t> &lt; </a:t>
            </a:r>
            <a:r>
              <a:rPr lang="en-US" altLang="en-US" i="1"/>
              <a:t>N</a:t>
            </a:r>
            <a:r>
              <a:rPr lang="en-US" altLang="en-US"/>
              <a:t> members only</a:t>
            </a:r>
          </a:p>
          <a:p>
            <a:pPr lvl="1" eaLnBrk="1" hangingPunct="1">
              <a:lnSpc>
                <a:spcPct val="80000"/>
              </a:lnSpc>
            </a:pPr>
            <a:r>
              <a:rPr lang="en-US" altLang="en-US"/>
              <a:t>E.g., might enforce matching contributions</a:t>
            </a:r>
          </a:p>
          <a:p>
            <a:pPr lvl="1" eaLnBrk="1" hangingPunct="1">
              <a:lnSpc>
                <a:spcPct val="80000"/>
              </a:lnSpc>
            </a:pPr>
            <a:r>
              <a:rPr lang="en-US" altLang="en-US"/>
              <a:t>May supply nearly the efficient quantity</a:t>
            </a:r>
          </a:p>
          <a:p>
            <a:pPr lvl="1" eaLnBrk="1" hangingPunct="1">
              <a:lnSpc>
                <a:spcPct val="80000"/>
              </a:lnSpc>
            </a:pPr>
            <a:r>
              <a:rPr lang="en-US" altLang="en-US"/>
              <a:t>Even better if some excludability.  Infectious disease!</a:t>
            </a:r>
          </a:p>
          <a:p>
            <a:pPr eaLnBrk="1" hangingPunct="1">
              <a:lnSpc>
                <a:spcPct val="80000"/>
              </a:lnSpc>
            </a:pPr>
            <a:endParaRPr lang="en-US" altLang="en-US"/>
          </a:p>
          <a:p>
            <a:pPr eaLnBrk="1" hangingPunct="1">
              <a:lnSpc>
                <a:spcPct val="80000"/>
              </a:lnSpc>
            </a:pPr>
            <a:r>
              <a:rPr lang="en-US" altLang="en-US"/>
              <a:t>Group acts like an individual with WTP scaled up, or MC scaled down, by </a:t>
            </a:r>
            <a:r>
              <a:rPr lang="en-US" altLang="en-US" i="1"/>
              <a:t>M</a:t>
            </a:r>
          </a:p>
          <a:p>
            <a:pPr lvl="1" eaLnBrk="1" hangingPunct="1">
              <a:lnSpc>
                <a:spcPct val="80000"/>
              </a:lnSpc>
            </a:pPr>
            <a:r>
              <a:rPr lang="en-US" altLang="en-US"/>
              <a:t>The other </a:t>
            </a:r>
            <a:r>
              <a:rPr lang="en-US" altLang="en-US" i="1"/>
              <a:t>N</a:t>
            </a:r>
            <a:r>
              <a:rPr lang="en-US" altLang="en-US"/>
              <a:t> – </a:t>
            </a:r>
            <a:r>
              <a:rPr lang="en-US" altLang="en-US" i="1"/>
              <a:t>M</a:t>
            </a:r>
            <a:r>
              <a:rPr lang="en-US" altLang="en-US"/>
              <a:t> unilateral actors may contribute nothing</a:t>
            </a:r>
          </a:p>
          <a:p>
            <a:pPr lvl="1" eaLnBrk="1" hangingPunct="1">
              <a:lnSpc>
                <a:spcPct val="80000"/>
              </a:lnSpc>
            </a:pPr>
            <a:r>
              <a:rPr lang="en-US" altLang="en-US"/>
              <a:t>i.e., the unilateral actors will free ride</a:t>
            </a:r>
          </a:p>
          <a:p>
            <a:pPr eaLnBrk="1" hangingPunct="1">
              <a:lnSpc>
                <a:spcPct val="80000"/>
              </a:lnSpc>
            </a:pPr>
            <a:endParaRPr lang="en-US" altLang="en-US"/>
          </a:p>
          <a:p>
            <a:pPr marL="0" indent="0" eaLnBrk="1" hangingPunct="1">
              <a:lnSpc>
                <a:spcPct val="80000"/>
              </a:lnSpc>
              <a:buNone/>
            </a:pPr>
            <a:endParaRPr lang="en-US" altLang="en-US"/>
          </a:p>
        </p:txBody>
      </p:sp>
    </p:spTree>
    <p:extLst>
      <p:ext uri="{BB962C8B-B14F-4D97-AF65-F5344CB8AC3E}">
        <p14:creationId xmlns:p14="http://schemas.microsoft.com/office/powerpoint/2010/main" val="1705553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70" name="Line 5"/>
          <p:cNvSpPr>
            <a:spLocks noChangeShapeType="1"/>
          </p:cNvSpPr>
          <p:nvPr/>
        </p:nvSpPr>
        <p:spPr bwMode="auto">
          <a:xfrm flipV="1">
            <a:off x="1905000" y="6136714"/>
            <a:ext cx="4858294" cy="991"/>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9" name="Line 12">
            <a:extLst>
              <a:ext uri="{FF2B5EF4-FFF2-40B4-BE49-F238E27FC236}">
                <a16:creationId xmlns:a16="http://schemas.microsoft.com/office/drawing/2014/main" xmlns="" id="{972645DE-049C-934B-A38D-84E2F192E243}"/>
              </a:ext>
            </a:extLst>
          </p:cNvPr>
          <p:cNvSpPr>
            <a:spLocks noChangeShapeType="1"/>
          </p:cNvSpPr>
          <p:nvPr/>
        </p:nvSpPr>
        <p:spPr bwMode="auto">
          <a:xfrm flipV="1">
            <a:off x="5533908" y="3056556"/>
            <a:ext cx="2358" cy="3091208"/>
          </a:xfrm>
          <a:prstGeom prst="line">
            <a:avLst/>
          </a:prstGeom>
          <a:noFill/>
          <a:ln w="31750">
            <a:solidFill>
              <a:srgbClr val="942092"/>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8" name="Line 12">
            <a:extLst>
              <a:ext uri="{FF2B5EF4-FFF2-40B4-BE49-F238E27FC236}">
                <a16:creationId xmlns:a16="http://schemas.microsoft.com/office/drawing/2014/main" xmlns="" id="{DA234365-0D5A-1C44-98C1-F3D1F5A94D8D}"/>
              </a:ext>
            </a:extLst>
          </p:cNvPr>
          <p:cNvSpPr>
            <a:spLocks noChangeShapeType="1"/>
          </p:cNvSpPr>
          <p:nvPr/>
        </p:nvSpPr>
        <p:spPr bwMode="auto">
          <a:xfrm flipV="1">
            <a:off x="1908755" y="6122127"/>
            <a:ext cx="3619493" cy="3828"/>
          </a:xfrm>
          <a:prstGeom prst="line">
            <a:avLst/>
          </a:prstGeom>
          <a:noFill/>
          <a:ln w="31750">
            <a:solidFill>
              <a:srgbClr val="94209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0" name="Line 12">
            <a:extLst>
              <a:ext uri="{FF2B5EF4-FFF2-40B4-BE49-F238E27FC236}">
                <a16:creationId xmlns:a16="http://schemas.microsoft.com/office/drawing/2014/main" xmlns="" id="{F50DDF7D-F672-5542-A171-30E926E77BA0}"/>
              </a:ext>
            </a:extLst>
          </p:cNvPr>
          <p:cNvSpPr>
            <a:spLocks noChangeShapeType="1"/>
          </p:cNvSpPr>
          <p:nvPr/>
        </p:nvSpPr>
        <p:spPr bwMode="auto">
          <a:xfrm flipV="1">
            <a:off x="1920281" y="4965485"/>
            <a:ext cx="4640086" cy="1058"/>
          </a:xfrm>
          <a:prstGeom prst="line">
            <a:avLst/>
          </a:prstGeom>
          <a:noFill/>
          <a:ln w="31750">
            <a:solidFill>
              <a:srgbClr val="FF9300"/>
            </a:solidFill>
            <a:prstDash val="solid"/>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1" name="Line 12">
            <a:extLst>
              <a:ext uri="{FF2B5EF4-FFF2-40B4-BE49-F238E27FC236}">
                <a16:creationId xmlns:a16="http://schemas.microsoft.com/office/drawing/2014/main" xmlns="" id="{B9725F44-0072-0246-9AF8-9C62CB8567D6}"/>
              </a:ext>
            </a:extLst>
          </p:cNvPr>
          <p:cNvSpPr>
            <a:spLocks noChangeShapeType="1"/>
          </p:cNvSpPr>
          <p:nvPr/>
        </p:nvSpPr>
        <p:spPr bwMode="auto">
          <a:xfrm>
            <a:off x="5534853" y="3068728"/>
            <a:ext cx="1156680" cy="1058"/>
          </a:xfrm>
          <a:prstGeom prst="line">
            <a:avLst/>
          </a:prstGeom>
          <a:noFill/>
          <a:ln w="31750">
            <a:solidFill>
              <a:srgbClr val="942092"/>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67" name="Line 12">
            <a:extLst>
              <a:ext uri="{FF2B5EF4-FFF2-40B4-BE49-F238E27FC236}">
                <a16:creationId xmlns:a16="http://schemas.microsoft.com/office/drawing/2014/main" xmlns="" id="{3E3274EA-A13C-C049-8147-5FAAF219466D}"/>
              </a:ext>
            </a:extLst>
          </p:cNvPr>
          <p:cNvSpPr>
            <a:spLocks noChangeShapeType="1"/>
          </p:cNvSpPr>
          <p:nvPr/>
        </p:nvSpPr>
        <p:spPr bwMode="auto">
          <a:xfrm flipV="1">
            <a:off x="6259706" y="5870120"/>
            <a:ext cx="0" cy="265575"/>
          </a:xfrm>
          <a:prstGeom prst="line">
            <a:avLst/>
          </a:prstGeom>
          <a:noFill/>
          <a:ln w="31750">
            <a:solidFill>
              <a:schemeClr val="bg1">
                <a:lumMod val="85000"/>
              </a:schemeClr>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48" name="TextBox 5">
            <a:extLst>
              <a:ext uri="{FF2B5EF4-FFF2-40B4-BE49-F238E27FC236}">
                <a16:creationId xmlns:a16="http://schemas.microsoft.com/office/drawing/2014/main" xmlns="" id="{E21ADAC6-1B69-E348-A86D-FC53B4CD9BDE}"/>
              </a:ext>
            </a:extLst>
          </p:cNvPr>
          <p:cNvSpPr txBox="1"/>
          <p:nvPr/>
        </p:nvSpPr>
        <p:spPr>
          <a:xfrm>
            <a:off x="6180673" y="5569994"/>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E</a:t>
            </a:r>
          </a:p>
        </p:txBody>
      </p:sp>
      <p:sp>
        <p:nvSpPr>
          <p:cNvPr id="40" name="Line 12">
            <a:extLst>
              <a:ext uri="{FF2B5EF4-FFF2-40B4-BE49-F238E27FC236}">
                <a16:creationId xmlns:a16="http://schemas.microsoft.com/office/drawing/2014/main" xmlns="" id="{D0CDC0DA-DC8F-C34F-9D26-54D1E2451897}"/>
              </a:ext>
            </a:extLst>
          </p:cNvPr>
          <p:cNvSpPr>
            <a:spLocks noChangeShapeType="1"/>
          </p:cNvSpPr>
          <p:nvPr/>
        </p:nvSpPr>
        <p:spPr bwMode="auto">
          <a:xfrm>
            <a:off x="1911377" y="3056556"/>
            <a:ext cx="1755922" cy="0"/>
          </a:xfrm>
          <a:prstGeom prst="line">
            <a:avLst/>
          </a:prstGeom>
          <a:noFill/>
          <a:ln w="31750">
            <a:solidFill>
              <a:schemeClr val="bg1">
                <a:lumMod val="85000"/>
              </a:schemeClr>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9" name="Line 4"/>
          <p:cNvSpPr>
            <a:spLocks noChangeShapeType="1"/>
          </p:cNvSpPr>
          <p:nvPr/>
        </p:nvSpPr>
        <p:spPr bwMode="auto">
          <a:xfrm>
            <a:off x="1900558" y="1395063"/>
            <a:ext cx="4441" cy="474264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065" name="Line 12"/>
          <p:cNvSpPr>
            <a:spLocks noChangeShapeType="1"/>
          </p:cNvSpPr>
          <p:nvPr/>
        </p:nvSpPr>
        <p:spPr bwMode="auto">
          <a:xfrm>
            <a:off x="1896802" y="5864211"/>
            <a:ext cx="4427337" cy="0"/>
          </a:xfrm>
          <a:prstGeom prst="line">
            <a:avLst/>
          </a:prstGeom>
          <a:noFill/>
          <a:ln w="31750">
            <a:solidFill>
              <a:srgbClr val="0432FF"/>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9" name="Title 8">
            <a:extLst>
              <a:ext uri="{FF2B5EF4-FFF2-40B4-BE49-F238E27FC236}">
                <a16:creationId xmlns:a16="http://schemas.microsoft.com/office/drawing/2014/main" xmlns="" id="{05BBD851-E76B-404D-BFF0-D8BBF37466DF}"/>
              </a:ext>
            </a:extLst>
          </p:cNvPr>
          <p:cNvSpPr>
            <a:spLocks noGrp="1"/>
          </p:cNvSpPr>
          <p:nvPr>
            <p:ph type="title"/>
          </p:nvPr>
        </p:nvSpPr>
        <p:spPr>
          <a:xfrm>
            <a:off x="0" y="151196"/>
            <a:ext cx="9144000" cy="866770"/>
          </a:xfrm>
        </p:spPr>
        <p:txBody>
          <a:bodyPr/>
          <a:lstStyle/>
          <a:p>
            <a:r>
              <a:rPr lang="en-US" sz="3600"/>
              <a:t>Figure 1.  Pure public good allocations</a:t>
            </a:r>
            <a:br>
              <a:rPr lang="en-US" sz="3600"/>
            </a:br>
            <a:r>
              <a:rPr lang="en-US" sz="3600"/>
              <a:t>with constant MC</a:t>
            </a:r>
          </a:p>
        </p:txBody>
      </p:sp>
      <p:sp>
        <p:nvSpPr>
          <p:cNvPr id="25" name="TextBox 5">
            <a:extLst>
              <a:ext uri="{FF2B5EF4-FFF2-40B4-BE49-F238E27FC236}">
                <a16:creationId xmlns:a16="http://schemas.microsoft.com/office/drawing/2014/main" xmlns="" id="{C4F465D3-18CC-BA47-8968-8FCB85FAC88B}"/>
              </a:ext>
            </a:extLst>
          </p:cNvPr>
          <p:cNvSpPr txBox="1"/>
          <p:nvPr/>
        </p:nvSpPr>
        <p:spPr>
          <a:xfrm>
            <a:off x="6985305" y="5864211"/>
            <a:ext cx="2230834" cy="830997"/>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Public good</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quantity</a:t>
            </a:r>
          </a:p>
        </p:txBody>
      </p:sp>
      <p:sp>
        <p:nvSpPr>
          <p:cNvPr id="26" name="TextBox 5">
            <a:extLst>
              <a:ext uri="{FF2B5EF4-FFF2-40B4-BE49-F238E27FC236}">
                <a16:creationId xmlns:a16="http://schemas.microsoft.com/office/drawing/2014/main" xmlns="" id="{1BF528DB-1EB4-A043-A440-F970089C68CE}"/>
              </a:ext>
            </a:extLst>
          </p:cNvPr>
          <p:cNvSpPr txBox="1"/>
          <p:nvPr/>
        </p:nvSpPr>
        <p:spPr>
          <a:xfrm>
            <a:off x="890674" y="1164230"/>
            <a:ext cx="1474259"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1" u="none" strike="noStrike" kern="1200" cap="none" spc="0" normalizeH="0" baseline="0" noProof="0">
                <a:ln>
                  <a:noFill/>
                </a:ln>
                <a:solidFill>
                  <a:srgbClr val="000000"/>
                </a:solidFill>
                <a:effectLst/>
                <a:uLnTx/>
                <a:uFillTx/>
                <a:latin typeface="Times New Roman"/>
                <a:ea typeface="+mn-ea"/>
                <a:cs typeface="+mn-cs"/>
              </a:rPr>
              <a:t>p</a:t>
            </a:r>
            <a:endParaRPr kumimoji="0" lang="en-US" sz="2400" b="0" i="1" u="none" strike="noStrike" kern="1200" cap="none" spc="0" normalizeH="0" baseline="-25000" noProof="0">
              <a:ln>
                <a:noFill/>
              </a:ln>
              <a:solidFill>
                <a:srgbClr val="000000"/>
              </a:solidFill>
              <a:effectLst/>
              <a:uLnTx/>
              <a:uFillTx/>
              <a:latin typeface="Times New Roman"/>
              <a:ea typeface="+mn-ea"/>
              <a:cs typeface="+mn-cs"/>
            </a:endParaRPr>
          </a:p>
        </p:txBody>
      </p:sp>
      <p:sp>
        <p:nvSpPr>
          <p:cNvPr id="35" name="TextBox 5">
            <a:extLst>
              <a:ext uri="{FF2B5EF4-FFF2-40B4-BE49-F238E27FC236}">
                <a16:creationId xmlns:a16="http://schemas.microsoft.com/office/drawing/2014/main" xmlns="" id="{F660A965-4E54-6A47-B7FE-97E22A2C1A1D}"/>
              </a:ext>
            </a:extLst>
          </p:cNvPr>
          <p:cNvSpPr txBox="1"/>
          <p:nvPr/>
        </p:nvSpPr>
        <p:spPr>
          <a:xfrm>
            <a:off x="1035034" y="6073027"/>
            <a:ext cx="1474259"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a:ea typeface="+mn-ea"/>
                <a:cs typeface="+mn-cs"/>
              </a:rPr>
              <a:t>0</a:t>
            </a:r>
          </a:p>
        </p:txBody>
      </p:sp>
      <p:sp>
        <p:nvSpPr>
          <p:cNvPr id="24" name="Line 15">
            <a:extLst>
              <a:ext uri="{FF2B5EF4-FFF2-40B4-BE49-F238E27FC236}">
                <a16:creationId xmlns:a16="http://schemas.microsoft.com/office/drawing/2014/main" xmlns="" id="{E71140D7-3A5F-1144-A48C-ECDD66108499}"/>
              </a:ext>
            </a:extLst>
          </p:cNvPr>
          <p:cNvSpPr>
            <a:spLocks noChangeShapeType="1"/>
          </p:cNvSpPr>
          <p:nvPr/>
        </p:nvSpPr>
        <p:spPr bwMode="auto">
          <a:xfrm rot="1035838">
            <a:off x="1339809" y="2314580"/>
            <a:ext cx="5711786" cy="3054433"/>
          </a:xfrm>
          <a:custGeom>
            <a:avLst/>
            <a:gdLst>
              <a:gd name="connsiteX0" fmla="*/ 0 w 3679690"/>
              <a:gd name="connsiteY0" fmla="*/ 0 h 2066277"/>
              <a:gd name="connsiteX1" fmla="*/ 3679690 w 3679690"/>
              <a:gd name="connsiteY1" fmla="*/ 2066277 h 2066277"/>
              <a:gd name="connsiteX0" fmla="*/ 0 w 3679690"/>
              <a:gd name="connsiteY0" fmla="*/ 0 h 2066277"/>
              <a:gd name="connsiteX1" fmla="*/ 2265988 w 3679690"/>
              <a:gd name="connsiteY1" fmla="*/ 1407761 h 2066277"/>
              <a:gd name="connsiteX2" fmla="*/ 3679690 w 3679690"/>
              <a:gd name="connsiteY2" fmla="*/ 2066277 h 2066277"/>
              <a:gd name="connsiteX0" fmla="*/ 0 w 3679690"/>
              <a:gd name="connsiteY0" fmla="*/ 0 h 2066277"/>
              <a:gd name="connsiteX1" fmla="*/ 661691 w 3679690"/>
              <a:gd name="connsiteY1" fmla="*/ 327019 h 2066277"/>
              <a:gd name="connsiteX2" fmla="*/ 2265988 w 3679690"/>
              <a:gd name="connsiteY2" fmla="*/ 1407761 h 2066277"/>
              <a:gd name="connsiteX3" fmla="*/ 3679690 w 3679690"/>
              <a:gd name="connsiteY3" fmla="*/ 2066277 h 2066277"/>
              <a:gd name="connsiteX0" fmla="*/ 0 w 3679690"/>
              <a:gd name="connsiteY0" fmla="*/ 0 h 2066277"/>
              <a:gd name="connsiteX1" fmla="*/ 661691 w 3679690"/>
              <a:gd name="connsiteY1" fmla="*/ 327019 h 2066277"/>
              <a:gd name="connsiteX2" fmla="*/ 3679690 w 3679690"/>
              <a:gd name="connsiteY2" fmla="*/ 2066277 h 2066277"/>
              <a:gd name="connsiteX0" fmla="*/ 0 w 3679690"/>
              <a:gd name="connsiteY0" fmla="*/ 0 h 2066277"/>
              <a:gd name="connsiteX1" fmla="*/ 661691 w 3679690"/>
              <a:gd name="connsiteY1" fmla="*/ 327019 h 2066277"/>
              <a:gd name="connsiteX2" fmla="*/ 2416424 w 3679690"/>
              <a:gd name="connsiteY2" fmla="*/ 1392715 h 2066277"/>
              <a:gd name="connsiteX3" fmla="*/ 3679690 w 3679690"/>
              <a:gd name="connsiteY3" fmla="*/ 2066277 h 2066277"/>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030698"/>
              <a:gd name="connsiteY0" fmla="*/ 0 h 2607734"/>
              <a:gd name="connsiteX1" fmla="*/ 661691 w 4030698"/>
              <a:gd name="connsiteY1" fmla="*/ 327019 h 2607734"/>
              <a:gd name="connsiteX2" fmla="*/ 2416424 w 4030698"/>
              <a:gd name="connsiteY2" fmla="*/ 1392715 h 2607734"/>
              <a:gd name="connsiteX3" fmla="*/ 4030698 w 4030698"/>
              <a:gd name="connsiteY3" fmla="*/ 2607734 h 2607734"/>
              <a:gd name="connsiteX0" fmla="*/ 0 w 4220661"/>
              <a:gd name="connsiteY0" fmla="*/ 0 h 2819148"/>
              <a:gd name="connsiteX1" fmla="*/ 661691 w 4220661"/>
              <a:gd name="connsiteY1" fmla="*/ 327019 h 2819148"/>
              <a:gd name="connsiteX2" fmla="*/ 2416424 w 4220661"/>
              <a:gd name="connsiteY2" fmla="*/ 1392715 h 2819148"/>
              <a:gd name="connsiteX3" fmla="*/ 4220661 w 4220661"/>
              <a:gd name="connsiteY3" fmla="*/ 2819148 h 2819148"/>
            </a:gdLst>
            <a:ahLst/>
            <a:cxnLst>
              <a:cxn ang="0">
                <a:pos x="connsiteX0" y="connsiteY0"/>
              </a:cxn>
              <a:cxn ang="0">
                <a:pos x="connsiteX1" y="connsiteY1"/>
              </a:cxn>
              <a:cxn ang="0">
                <a:pos x="connsiteX2" y="connsiteY2"/>
              </a:cxn>
              <a:cxn ang="0">
                <a:pos x="connsiteX3" y="connsiteY3"/>
              </a:cxn>
            </a:cxnLst>
            <a:rect l="l" t="t" r="r" b="b"/>
            <a:pathLst>
              <a:path w="4220661" h="2819148">
                <a:moveTo>
                  <a:pt x="0" y="0"/>
                </a:moveTo>
                <a:cubicBezTo>
                  <a:pt x="96464" y="56725"/>
                  <a:pt x="48409" y="-17360"/>
                  <a:pt x="661691" y="327019"/>
                </a:cubicBezTo>
                <a:cubicBezTo>
                  <a:pt x="1069713" y="552623"/>
                  <a:pt x="1913424" y="1102839"/>
                  <a:pt x="2416424" y="1392715"/>
                </a:cubicBezTo>
                <a:cubicBezTo>
                  <a:pt x="2919424" y="1682591"/>
                  <a:pt x="3764728" y="2434731"/>
                  <a:pt x="4220661" y="2819148"/>
                </a:cubicBezTo>
              </a:path>
            </a:pathLst>
          </a:custGeom>
          <a:noFill/>
          <a:ln w="34925">
            <a:solidFill>
              <a:srgbClr val="FF00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32" name="TextBox 5">
            <a:extLst>
              <a:ext uri="{FF2B5EF4-FFF2-40B4-BE49-F238E27FC236}">
                <a16:creationId xmlns:a16="http://schemas.microsoft.com/office/drawing/2014/main" xmlns="" id="{3D01A546-0BAD-2947-B093-66EE7D7BB3D1}"/>
              </a:ext>
            </a:extLst>
          </p:cNvPr>
          <p:cNvSpPr txBox="1"/>
          <p:nvPr/>
        </p:nvSpPr>
        <p:spPr>
          <a:xfrm>
            <a:off x="5457034" y="4487698"/>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F</a:t>
            </a:r>
          </a:p>
        </p:txBody>
      </p:sp>
      <p:sp>
        <p:nvSpPr>
          <p:cNvPr id="37" name="TextBox 5">
            <a:extLst>
              <a:ext uri="{FF2B5EF4-FFF2-40B4-BE49-F238E27FC236}">
                <a16:creationId xmlns:a16="http://schemas.microsoft.com/office/drawing/2014/main" xmlns="" id="{4F073BA3-6B6A-6144-BBF3-5C506082CCCB}"/>
              </a:ext>
            </a:extLst>
          </p:cNvPr>
          <p:cNvSpPr txBox="1"/>
          <p:nvPr/>
        </p:nvSpPr>
        <p:spPr>
          <a:xfrm>
            <a:off x="3592219" y="2624246"/>
            <a:ext cx="547318" cy="461665"/>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000000"/>
                </a:solidFill>
                <a:effectLst/>
                <a:uLnTx/>
                <a:uFillTx/>
                <a:latin typeface="Times New Roman"/>
                <a:ea typeface="+mn-ea"/>
                <a:cs typeface="+mn-cs"/>
              </a:rPr>
              <a:t>D</a:t>
            </a:r>
          </a:p>
        </p:txBody>
      </p:sp>
      <p:sp>
        <p:nvSpPr>
          <p:cNvPr id="45" name="TextBox 5">
            <a:extLst>
              <a:ext uri="{FF2B5EF4-FFF2-40B4-BE49-F238E27FC236}">
                <a16:creationId xmlns:a16="http://schemas.microsoft.com/office/drawing/2014/main" xmlns="" id="{5D9CFC32-D2FB-9546-9E85-EDBF7B933039}"/>
              </a:ext>
            </a:extLst>
          </p:cNvPr>
          <p:cNvSpPr txBox="1"/>
          <p:nvPr/>
        </p:nvSpPr>
        <p:spPr>
          <a:xfrm>
            <a:off x="2603671" y="1658383"/>
            <a:ext cx="1831693" cy="84477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a:ln>
                  <a:noFill/>
                </a:ln>
                <a:solidFill>
                  <a:srgbClr val="FF0000"/>
                </a:solidFill>
                <a:effectLst/>
                <a:uLnTx/>
                <a:uFillTx/>
                <a:latin typeface="Times New Roman"/>
                <a:ea typeface="+mn-ea"/>
                <a:cs typeface="+mn-cs"/>
              </a:rPr>
              <a:t>Average demand</a:t>
            </a:r>
          </a:p>
        </p:txBody>
      </p:sp>
      <p:sp>
        <p:nvSpPr>
          <p:cNvPr id="47" name="TextBox 5">
            <a:extLst>
              <a:ext uri="{FF2B5EF4-FFF2-40B4-BE49-F238E27FC236}">
                <a16:creationId xmlns:a16="http://schemas.microsoft.com/office/drawing/2014/main" xmlns="" id="{B2C7EEDB-716E-D343-A6A8-1A2581071106}"/>
              </a:ext>
            </a:extLst>
          </p:cNvPr>
          <p:cNvSpPr txBox="1"/>
          <p:nvPr/>
        </p:nvSpPr>
        <p:spPr>
          <a:xfrm>
            <a:off x="3620805" y="5510154"/>
            <a:ext cx="2238956"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432FF"/>
                </a:solidFill>
                <a:effectLst/>
                <a:uLnTx/>
                <a:uFillTx/>
                <a:latin typeface="Times New Roman"/>
                <a:ea typeface="+mn-ea"/>
                <a:cs typeface="+mn-cs"/>
              </a:rPr>
              <a:t>Social MC</a:t>
            </a:r>
          </a:p>
        </p:txBody>
      </p:sp>
      <p:sp>
        <p:nvSpPr>
          <p:cNvPr id="49" name="Oval 48">
            <a:extLst>
              <a:ext uri="{FF2B5EF4-FFF2-40B4-BE49-F238E27FC236}">
                <a16:creationId xmlns:a16="http://schemas.microsoft.com/office/drawing/2014/main" xmlns="" id="{81C240B6-2E9A-2C4B-8DED-984745024AA8}"/>
              </a:ext>
            </a:extLst>
          </p:cNvPr>
          <p:cNvSpPr>
            <a:spLocks noChangeArrowheads="1"/>
          </p:cNvSpPr>
          <p:nvPr/>
        </p:nvSpPr>
        <p:spPr bwMode="auto">
          <a:xfrm>
            <a:off x="6188692" y="5795807"/>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65" name="TextBox 5">
                <a:extLst>
                  <a:ext uri="{FF2B5EF4-FFF2-40B4-BE49-F238E27FC236}">
                    <a16:creationId xmlns:a16="http://schemas.microsoft.com/office/drawing/2014/main" xmlns="" id="{7B15A5C9-74C7-4643-885B-12C018D2D919}"/>
                  </a:ext>
                </a:extLst>
              </p:cNvPr>
              <p:cNvSpPr txBox="1"/>
              <p:nvPr/>
            </p:nvSpPr>
            <p:spPr>
              <a:xfrm>
                <a:off x="1448349" y="2848693"/>
                <a:ext cx="581049"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oMath>
                  </m:oMathPara>
                </a14:m>
                <a:endParaRPr kumimoji="0" lang="en-US" sz="18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65" name="TextBox 5">
                <a:extLst>
                  <a:ext uri="{FF2B5EF4-FFF2-40B4-BE49-F238E27FC236}">
                    <a16:creationId xmlns:a16="http://schemas.microsoft.com/office/drawing/2014/main" id="{7B15A5C9-74C7-4643-885B-12C018D2D919}"/>
                  </a:ext>
                </a:extLst>
              </p:cNvPr>
              <p:cNvSpPr txBox="1">
                <a:spLocks noRot="1" noChangeAspect="1" noMove="1" noResize="1" noEditPoints="1" noAdjustHandles="1" noChangeArrowheads="1" noChangeShapeType="1" noTextEdit="1"/>
              </p:cNvSpPr>
              <p:nvPr/>
            </p:nvSpPr>
            <p:spPr>
              <a:xfrm>
                <a:off x="1448349" y="2848693"/>
                <a:ext cx="581049" cy="36298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
                <a:extLst>
                  <a:ext uri="{FF2B5EF4-FFF2-40B4-BE49-F238E27FC236}">
                    <a16:creationId xmlns:a16="http://schemas.microsoft.com/office/drawing/2014/main" xmlns="" id="{8EF45E06-B1B2-2A49-BDF7-E740A1DE6357}"/>
                  </a:ext>
                </a:extLst>
              </p:cNvPr>
              <p:cNvSpPr txBox="1"/>
              <p:nvPr/>
            </p:nvSpPr>
            <p:spPr>
              <a:xfrm>
                <a:off x="3436196" y="6158524"/>
                <a:ext cx="581049" cy="30284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smtClean="0">
                              <a:ln>
                                <a:noFill/>
                              </a:ln>
                              <a:solidFill>
                                <a:srgbClr val="000000"/>
                              </a:solidFill>
                              <a:effectLst/>
                              <a:uLnTx/>
                              <a:uFillTx/>
                              <a:latin typeface="Cambria Math"/>
                              <a:ea typeface="+mn-ea"/>
                              <a:cs typeface="+mn-cs"/>
                            </a:rPr>
                          </m:ctrlPr>
                        </m:sSubPr>
                        <m:e>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𝐺</m:t>
                          </m:r>
                        </m:e>
                        <m:sub>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𝐷</m:t>
                          </m:r>
                        </m:sub>
                      </m:sSub>
                    </m:oMath>
                  </m:oMathPara>
                </a14:m>
                <a:endParaRPr kumimoji="0" lang="en-US" sz="14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55" name="TextBox 5">
                <a:extLst>
                  <a:ext uri="{FF2B5EF4-FFF2-40B4-BE49-F238E27FC236}">
                    <a16:creationId xmlns:a16="http://schemas.microsoft.com/office/drawing/2014/main" id="{8EF45E06-B1B2-2A49-BDF7-E740A1DE6357}"/>
                  </a:ext>
                </a:extLst>
              </p:cNvPr>
              <p:cNvSpPr txBox="1">
                <a:spLocks noRot="1" noChangeAspect="1" noMove="1" noResize="1" noEditPoints="1" noAdjustHandles="1" noChangeArrowheads="1" noChangeShapeType="1" noTextEdit="1"/>
              </p:cNvSpPr>
              <p:nvPr/>
            </p:nvSpPr>
            <p:spPr>
              <a:xfrm>
                <a:off x="3436196" y="6158524"/>
                <a:ext cx="581049" cy="302840"/>
              </a:xfrm>
              <a:prstGeom prst="rect">
                <a:avLst/>
              </a:prstGeom>
              <a:blipFill>
                <a:blip r:embed="rId4"/>
                <a:stretch>
                  <a:fillRect/>
                </a:stretch>
              </a:blipFill>
            </p:spPr>
            <p:txBody>
              <a:bodyPr/>
              <a:lstStyle/>
              <a:p>
                <a:r>
                  <a:rPr lang="en-US">
                    <a:noFill/>
                  </a:rPr>
                  <a:t> </a:t>
                </a:r>
              </a:p>
            </p:txBody>
          </p:sp>
        </mc:Fallback>
      </mc:AlternateContent>
      <p:sp>
        <p:nvSpPr>
          <p:cNvPr id="42" name="TextBox 5">
            <a:extLst>
              <a:ext uri="{FF2B5EF4-FFF2-40B4-BE49-F238E27FC236}">
                <a16:creationId xmlns:a16="http://schemas.microsoft.com/office/drawing/2014/main" xmlns="" id="{A965F8B5-A702-6041-8AAF-61405625BFBF}"/>
              </a:ext>
            </a:extLst>
          </p:cNvPr>
          <p:cNvSpPr txBox="1"/>
          <p:nvPr/>
        </p:nvSpPr>
        <p:spPr>
          <a:xfrm>
            <a:off x="747231" y="5655094"/>
            <a:ext cx="1733362" cy="40011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432FF"/>
                </a:solidFill>
                <a:effectLst/>
                <a:uLnTx/>
                <a:uFillTx/>
                <a:latin typeface="Times New Roman"/>
                <a:ea typeface="+mn-ea"/>
                <a:cs typeface="+mn-cs"/>
              </a:rPr>
              <a:t>1/</a:t>
            </a:r>
            <a:r>
              <a:rPr kumimoji="0" lang="en-US" sz="2000" b="0" i="1" u="none" strike="noStrike" kern="1200" cap="none" spc="0" normalizeH="0" baseline="0" noProof="0">
                <a:ln>
                  <a:noFill/>
                </a:ln>
                <a:solidFill>
                  <a:srgbClr val="0432FF"/>
                </a:solidFill>
                <a:effectLst/>
                <a:uLnTx/>
                <a:uFillTx/>
                <a:latin typeface="Times New Roman"/>
                <a:ea typeface="+mn-ea"/>
                <a:cs typeface="+mn-cs"/>
              </a:rPr>
              <a:t>N</a:t>
            </a:r>
          </a:p>
        </p:txBody>
      </p:sp>
      <p:sp>
        <p:nvSpPr>
          <p:cNvPr id="44" name="Line 12">
            <a:extLst>
              <a:ext uri="{FF2B5EF4-FFF2-40B4-BE49-F238E27FC236}">
                <a16:creationId xmlns:a16="http://schemas.microsoft.com/office/drawing/2014/main" xmlns="" id="{85FA63C7-6AC6-424B-84DD-4958DBF6F3E4}"/>
              </a:ext>
            </a:extLst>
          </p:cNvPr>
          <p:cNvSpPr>
            <a:spLocks noChangeShapeType="1"/>
          </p:cNvSpPr>
          <p:nvPr/>
        </p:nvSpPr>
        <p:spPr bwMode="auto">
          <a:xfrm flipH="1" flipV="1">
            <a:off x="3657600" y="3036318"/>
            <a:ext cx="0" cy="3102770"/>
          </a:xfrm>
          <a:prstGeom prst="line">
            <a:avLst/>
          </a:prstGeom>
          <a:noFill/>
          <a:ln w="31750">
            <a:solidFill>
              <a:schemeClr val="bg1">
                <a:lumMod val="85000"/>
              </a:schemeClr>
            </a:solidFill>
            <a:prstDash val="dash"/>
            <a:round/>
            <a:headEnd/>
            <a:tailEnd/>
          </a:ln>
          <a:extLst>
            <a:ext uri="{909E8E84-426E-40DD-AFC4-6F175D3DCCD1}">
              <a14:hiddenFill xmlns:a14="http://schemas.microsoft.com/office/drawing/2010/main">
                <a:noFill/>
              </a14:hiddenFill>
            </a:ext>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21" name="Oval 20">
            <a:extLst>
              <a:ext uri="{FF2B5EF4-FFF2-40B4-BE49-F238E27FC236}">
                <a16:creationId xmlns:a16="http://schemas.microsoft.com/office/drawing/2014/main" xmlns="" id="{A6483C91-E34E-9446-9F85-327DF6869CC0}"/>
              </a:ext>
            </a:extLst>
          </p:cNvPr>
          <p:cNvSpPr>
            <a:spLocks noChangeArrowheads="1"/>
          </p:cNvSpPr>
          <p:nvPr/>
        </p:nvSpPr>
        <p:spPr bwMode="auto">
          <a:xfrm>
            <a:off x="3589468" y="2986393"/>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mc:AlternateContent xmlns:mc="http://schemas.openxmlformats.org/markup-compatibility/2006" xmlns:a14="http://schemas.microsoft.com/office/drawing/2010/main">
        <mc:Choice Requires="a14">
          <p:sp>
            <p:nvSpPr>
              <p:cNvPr id="58" name="TextBox 5">
                <a:extLst>
                  <a:ext uri="{FF2B5EF4-FFF2-40B4-BE49-F238E27FC236}">
                    <a16:creationId xmlns:a16="http://schemas.microsoft.com/office/drawing/2014/main" xmlns="" id="{B7E5CEFF-8ABA-0E4E-9C29-5BFB81911560}"/>
                  </a:ext>
                </a:extLst>
              </p:cNvPr>
              <p:cNvSpPr txBox="1"/>
              <p:nvPr/>
            </p:nvSpPr>
            <p:spPr>
              <a:xfrm>
                <a:off x="6012601" y="6129327"/>
                <a:ext cx="581049" cy="30284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smtClean="0">
                              <a:ln>
                                <a:noFill/>
                              </a:ln>
                              <a:solidFill>
                                <a:srgbClr val="000000"/>
                              </a:solidFill>
                              <a:effectLst/>
                              <a:uLnTx/>
                              <a:uFillTx/>
                              <a:latin typeface="Cambria Math"/>
                              <a:ea typeface="+mn-ea"/>
                              <a:cs typeface="+mn-cs"/>
                            </a:rPr>
                          </m:ctrlPr>
                        </m:sSubPr>
                        <m:e>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𝐺</m:t>
                          </m:r>
                        </m:e>
                        <m:sub>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𝐸</m:t>
                          </m:r>
                        </m:sub>
                      </m:sSub>
                    </m:oMath>
                  </m:oMathPara>
                </a14:m>
                <a:endParaRPr kumimoji="0" lang="en-US" sz="14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58" name="TextBox 5">
                <a:extLst>
                  <a:ext uri="{FF2B5EF4-FFF2-40B4-BE49-F238E27FC236}">
                    <a16:creationId xmlns:a16="http://schemas.microsoft.com/office/drawing/2014/main" id="{B7E5CEFF-8ABA-0E4E-9C29-5BFB81911560}"/>
                  </a:ext>
                </a:extLst>
              </p:cNvPr>
              <p:cNvSpPr txBox="1">
                <a:spLocks noRot="1" noChangeAspect="1" noMove="1" noResize="1" noEditPoints="1" noAdjustHandles="1" noChangeArrowheads="1" noChangeShapeType="1" noTextEdit="1"/>
              </p:cNvSpPr>
              <p:nvPr/>
            </p:nvSpPr>
            <p:spPr>
              <a:xfrm>
                <a:off x="6012601" y="6129327"/>
                <a:ext cx="581049" cy="302840"/>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1" name="TextBox 5">
                <a:extLst>
                  <a:ext uri="{FF2B5EF4-FFF2-40B4-BE49-F238E27FC236}">
                    <a16:creationId xmlns:a16="http://schemas.microsoft.com/office/drawing/2014/main" xmlns="" id="{81443991-451D-8142-AC87-B3FEC91C4F34}"/>
                  </a:ext>
                </a:extLst>
              </p:cNvPr>
              <p:cNvSpPr txBox="1"/>
              <p:nvPr/>
            </p:nvSpPr>
            <p:spPr>
              <a:xfrm>
                <a:off x="1295418" y="4810776"/>
                <a:ext cx="703944" cy="36298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1/</m:t>
                      </m:r>
                      <m:r>
                        <a:rPr kumimoji="0" lang="en-US" sz="18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𝑀</m:t>
                      </m:r>
                    </m:oMath>
                  </m:oMathPara>
                </a14:m>
                <a:endParaRPr kumimoji="0" lang="en-US" sz="18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61" name="TextBox 5">
                <a:extLst>
                  <a:ext uri="{FF2B5EF4-FFF2-40B4-BE49-F238E27FC236}">
                    <a16:creationId xmlns:a16="http://schemas.microsoft.com/office/drawing/2014/main" id="{81443991-451D-8142-AC87-B3FEC91C4F34}"/>
                  </a:ext>
                </a:extLst>
              </p:cNvPr>
              <p:cNvSpPr txBox="1">
                <a:spLocks noRot="1" noChangeAspect="1" noMove="1" noResize="1" noEditPoints="1" noAdjustHandles="1" noChangeArrowheads="1" noChangeShapeType="1" noTextEdit="1"/>
              </p:cNvSpPr>
              <p:nvPr/>
            </p:nvSpPr>
            <p:spPr>
              <a:xfrm>
                <a:off x="1295418" y="4810776"/>
                <a:ext cx="703944" cy="362984"/>
              </a:xfrm>
              <a:prstGeom prst="rect">
                <a:avLst/>
              </a:prstGeom>
              <a:blipFill>
                <a:blip r:embed="rId6"/>
                <a:stretch>
                  <a:fillRect b="-16667"/>
                </a:stretch>
              </a:blipFill>
            </p:spPr>
            <p:txBody>
              <a:bodyPr/>
              <a:lstStyle/>
              <a:p>
                <a:r>
                  <a:rPr lang="en-US">
                    <a:noFill/>
                  </a:rPr>
                  <a:t> </a:t>
                </a:r>
              </a:p>
            </p:txBody>
          </p:sp>
        </mc:Fallback>
      </mc:AlternateContent>
      <p:sp>
        <p:nvSpPr>
          <p:cNvPr id="36" name="Oval 35">
            <a:extLst>
              <a:ext uri="{FF2B5EF4-FFF2-40B4-BE49-F238E27FC236}">
                <a16:creationId xmlns:a16="http://schemas.microsoft.com/office/drawing/2014/main" xmlns="" id="{1A6A0A21-38FA-754D-988D-9AB1787E03AF}"/>
              </a:ext>
            </a:extLst>
          </p:cNvPr>
          <p:cNvSpPr>
            <a:spLocks noChangeArrowheads="1"/>
          </p:cNvSpPr>
          <p:nvPr/>
        </p:nvSpPr>
        <p:spPr bwMode="auto">
          <a:xfrm>
            <a:off x="5458653" y="4889285"/>
            <a:ext cx="152400" cy="152400"/>
          </a:xfrm>
          <a:prstGeom prst="ellipse">
            <a:avLst/>
          </a:prstGeom>
          <a:solidFill>
            <a:srgbClr val="000000"/>
          </a:solidFill>
          <a:ln w="9525">
            <a:solidFill>
              <a:schemeClr val="tx1"/>
            </a:solidFill>
            <a:round/>
            <a:headEnd/>
            <a:tailEnd/>
          </a:ln>
        </p:spPr>
        <p:txBody>
          <a:bodyPr wrap="none" anchor="ct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400" b="0" i="0" u="none" strike="noStrike" kern="1200" cap="none" spc="0" normalizeH="0" baseline="0" noProof="0">
              <a:ln>
                <a:noFill/>
              </a:ln>
              <a:solidFill>
                <a:srgbClr val="4D4D4D"/>
              </a:solidFill>
              <a:effectLst/>
              <a:uLnTx/>
              <a:uFillTx/>
              <a:latin typeface="Times New Roman" pitchFamily="18" charset="0"/>
              <a:ea typeface="MS PGothic" pitchFamily="34" charset="-128"/>
              <a:cs typeface="+mn-cs"/>
            </a:endParaRPr>
          </a:p>
        </p:txBody>
      </p:sp>
      <p:sp>
        <p:nvSpPr>
          <p:cNvPr id="53" name="TextBox 5">
            <a:extLst>
              <a:ext uri="{FF2B5EF4-FFF2-40B4-BE49-F238E27FC236}">
                <a16:creationId xmlns:a16="http://schemas.microsoft.com/office/drawing/2014/main" xmlns="" id="{7B830E13-B66A-2742-9352-D4A39F95CB89}"/>
              </a:ext>
            </a:extLst>
          </p:cNvPr>
          <p:cNvSpPr txBox="1"/>
          <p:nvPr/>
        </p:nvSpPr>
        <p:spPr>
          <a:xfrm>
            <a:off x="5845730" y="2691051"/>
            <a:ext cx="192713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942092"/>
                </a:solidFill>
                <a:effectLst/>
                <a:uLnTx/>
                <a:uFillTx/>
                <a:latin typeface="Times New Roman"/>
                <a:ea typeface="+mn-ea"/>
                <a:cs typeface="+mn-cs"/>
              </a:rPr>
              <a:t>Nongroup supply</a:t>
            </a:r>
          </a:p>
        </p:txBody>
      </p:sp>
      <p:sp>
        <p:nvSpPr>
          <p:cNvPr id="62" name="TextBox 5">
            <a:extLst>
              <a:ext uri="{FF2B5EF4-FFF2-40B4-BE49-F238E27FC236}">
                <a16:creationId xmlns:a16="http://schemas.microsoft.com/office/drawing/2014/main" xmlns="" id="{FFABC2C8-6B50-7D4E-A4E5-D4D3D9198239}"/>
              </a:ext>
            </a:extLst>
          </p:cNvPr>
          <p:cNvSpPr txBox="1"/>
          <p:nvPr/>
        </p:nvSpPr>
        <p:spPr>
          <a:xfrm>
            <a:off x="5927375" y="4601421"/>
            <a:ext cx="1552911" cy="703458"/>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9300"/>
                </a:solidFill>
                <a:effectLst/>
                <a:uLnTx/>
                <a:uFillTx/>
                <a:latin typeface="Times New Roman"/>
                <a:ea typeface="+mn-ea"/>
                <a:cs typeface="+mn-cs"/>
              </a:rPr>
              <a:t>Group supply</a:t>
            </a:r>
          </a:p>
        </p:txBody>
      </p:sp>
      <mc:AlternateContent xmlns:mc="http://schemas.openxmlformats.org/markup-compatibility/2006" xmlns:a14="http://schemas.microsoft.com/office/drawing/2010/main">
        <mc:Choice Requires="a14">
          <p:sp>
            <p:nvSpPr>
              <p:cNvPr id="63" name="TextBox 5">
                <a:extLst>
                  <a:ext uri="{FF2B5EF4-FFF2-40B4-BE49-F238E27FC236}">
                    <a16:creationId xmlns:a16="http://schemas.microsoft.com/office/drawing/2014/main" xmlns="" id="{F3E042F5-9954-CF49-A425-24319248A015}"/>
                  </a:ext>
                </a:extLst>
              </p:cNvPr>
              <p:cNvSpPr txBox="1"/>
              <p:nvPr/>
            </p:nvSpPr>
            <p:spPr>
              <a:xfrm>
                <a:off x="5287003" y="6126514"/>
                <a:ext cx="581049" cy="302840"/>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sz="1400" b="0" i="1" u="none" strike="noStrike" kern="1200" cap="none" spc="0" normalizeH="0" baseline="0" noProof="0" smtClean="0">
                              <a:ln>
                                <a:noFill/>
                              </a:ln>
                              <a:solidFill>
                                <a:srgbClr val="000000"/>
                              </a:solidFill>
                              <a:effectLst/>
                              <a:uLnTx/>
                              <a:uFillTx/>
                              <a:latin typeface="Cambria Math"/>
                              <a:ea typeface="+mn-ea"/>
                              <a:cs typeface="+mn-cs"/>
                            </a:rPr>
                          </m:ctrlPr>
                        </m:sSubPr>
                        <m:e>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𝐺</m:t>
                          </m:r>
                        </m:e>
                        <m:sub>
                          <m:r>
                            <a:rPr kumimoji="0" lang="en-US" sz="1400" b="0" i="1" u="none" strike="noStrike" kern="1200" cap="none" spc="0" normalizeH="0" baseline="0" noProof="0" smtClean="0">
                              <a:ln>
                                <a:noFill/>
                              </a:ln>
                              <a:solidFill>
                                <a:srgbClr val="000000"/>
                              </a:solidFill>
                              <a:effectLst/>
                              <a:uLnTx/>
                              <a:uFillTx/>
                              <a:latin typeface="Cambria Math" panose="02040503050406030204" pitchFamily="18" charset="0"/>
                              <a:ea typeface="+mn-ea"/>
                              <a:cs typeface="+mn-cs"/>
                            </a:rPr>
                            <m:t>𝐹</m:t>
                          </m:r>
                        </m:sub>
                      </m:sSub>
                    </m:oMath>
                  </m:oMathPara>
                </a14:m>
                <a:endParaRPr kumimoji="0" lang="en-US" sz="1400" b="0" i="0" u="none" strike="noStrike" kern="1200" cap="none" spc="0" normalizeH="0" baseline="-25000" noProof="0">
                  <a:ln>
                    <a:noFill/>
                  </a:ln>
                  <a:solidFill>
                    <a:srgbClr val="000000"/>
                  </a:solidFill>
                  <a:effectLst/>
                  <a:uLnTx/>
                  <a:uFillTx/>
                  <a:latin typeface="Times New Roman"/>
                  <a:ea typeface="+mn-ea"/>
                  <a:cs typeface="+mn-cs"/>
                </a:endParaRPr>
              </a:p>
            </p:txBody>
          </p:sp>
        </mc:Choice>
        <mc:Fallback xmlns="">
          <p:sp>
            <p:nvSpPr>
              <p:cNvPr id="63" name="TextBox 5">
                <a:extLst>
                  <a:ext uri="{FF2B5EF4-FFF2-40B4-BE49-F238E27FC236}">
                    <a16:creationId xmlns:a16="http://schemas.microsoft.com/office/drawing/2014/main" id="{F3E042F5-9954-CF49-A425-24319248A015}"/>
                  </a:ext>
                </a:extLst>
              </p:cNvPr>
              <p:cNvSpPr txBox="1">
                <a:spLocks noRot="1" noChangeAspect="1" noMove="1" noResize="1" noEditPoints="1" noAdjustHandles="1" noChangeArrowheads="1" noChangeShapeType="1" noTextEdit="1"/>
              </p:cNvSpPr>
              <p:nvPr/>
            </p:nvSpPr>
            <p:spPr>
              <a:xfrm>
                <a:off x="5287003" y="6126514"/>
                <a:ext cx="581049" cy="302840"/>
              </a:xfrm>
              <a:prstGeom prst="rect">
                <a:avLst/>
              </a:prstGeom>
              <a:blipFill>
                <a:blip r:embed="rId7"/>
                <a:stretch>
                  <a:fillRect/>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xmlns="" id="{95A316C8-0319-4C48-A0F4-660196075AE3}"/>
              </a:ext>
            </a:extLst>
          </p:cNvPr>
          <p:cNvSpPr/>
          <p:nvPr/>
        </p:nvSpPr>
        <p:spPr>
          <a:xfrm>
            <a:off x="1918778" y="5006955"/>
            <a:ext cx="3596674" cy="109867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5">
            <a:extLst>
              <a:ext uri="{FF2B5EF4-FFF2-40B4-BE49-F238E27FC236}">
                <a16:creationId xmlns:a16="http://schemas.microsoft.com/office/drawing/2014/main" xmlns="" id="{27D205D3-E32C-334C-BBDF-3DC8C3ABEED7}"/>
              </a:ext>
            </a:extLst>
          </p:cNvPr>
          <p:cNvSpPr txBox="1"/>
          <p:nvPr/>
        </p:nvSpPr>
        <p:spPr>
          <a:xfrm>
            <a:off x="1925221" y="5198385"/>
            <a:ext cx="3486054" cy="707886"/>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Times New Roman"/>
                <a:ea typeface="+mn-ea"/>
                <a:cs typeface="+mn-cs"/>
              </a:rPr>
              <a:t>Free-ride benefit</a:t>
            </a:r>
          </a:p>
          <a:p>
            <a:pPr marL="0" marR="0" lvl="0" indent="0" algn="ctr" defTabSz="914400" rtl="0" eaLnBrk="1" fontAlgn="base" latinLnBrk="0" hangingPunct="1">
              <a:lnSpc>
                <a:spcPct val="100000"/>
              </a:lnSpc>
              <a:spcBef>
                <a:spcPct val="0"/>
              </a:spcBef>
              <a:spcAft>
                <a:spcPct val="0"/>
              </a:spcAft>
              <a:buClrTx/>
              <a:buSzTx/>
              <a:buFontTx/>
              <a:buNone/>
              <a:tabLst/>
              <a:defRPr/>
            </a:pPr>
            <a:r>
              <a:rPr lang="en-US" sz="2000">
                <a:solidFill>
                  <a:srgbClr val="000000"/>
                </a:solidFill>
                <a:latin typeface="Times New Roman"/>
              </a:rPr>
              <a:t>(nonmembers skip contribution)</a:t>
            </a:r>
            <a:endParaRPr kumimoji="0" lang="en-US" sz="2000" b="0" i="0" u="none" strike="noStrike" kern="1200" cap="none" spc="0" normalizeH="0" baseline="0" noProof="0">
              <a:ln>
                <a:noFill/>
              </a:ln>
              <a:solidFill>
                <a:srgbClr val="000000"/>
              </a:solidFill>
              <a:effectLst/>
              <a:uLnTx/>
              <a:uFillTx/>
              <a:latin typeface="Times New Roman"/>
              <a:ea typeface="+mn-ea"/>
              <a:cs typeface="+mn-cs"/>
            </a:endParaRPr>
          </a:p>
        </p:txBody>
      </p:sp>
    </p:spTree>
    <p:extLst>
      <p:ext uri="{BB962C8B-B14F-4D97-AF65-F5344CB8AC3E}">
        <p14:creationId xmlns:p14="http://schemas.microsoft.com/office/powerpoint/2010/main" val="999656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animBg="1"/>
      <p:bldP spid="38" grpId="0" animBg="1"/>
      <p:bldP spid="51" grpId="0" animBg="1"/>
      <p:bldP spid="53" grpId="0"/>
      <p:bldP spid="2" grpId="0" animBg="1"/>
      <p:bldP spid="39" grpId="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200"/>
              <a:t>Public Goods: Supply from Voluntary Associations</a:t>
            </a:r>
          </a:p>
        </p:txBody>
      </p:sp>
      <p:sp>
        <p:nvSpPr>
          <p:cNvPr id="18435" name="Rectangle 3"/>
          <p:cNvSpPr>
            <a:spLocks noGrp="1" noChangeArrowheads="1"/>
          </p:cNvSpPr>
          <p:nvPr>
            <p:ph type="body" idx="1"/>
          </p:nvPr>
        </p:nvSpPr>
        <p:spPr>
          <a:xfrm>
            <a:off x="0" y="914400"/>
            <a:ext cx="9144000" cy="4572000"/>
          </a:xfrm>
        </p:spPr>
        <p:txBody>
          <a:bodyPr/>
          <a:lstStyle/>
          <a:p>
            <a:pPr eaLnBrk="1" hangingPunct="1">
              <a:lnSpc>
                <a:spcPct val="80000"/>
              </a:lnSpc>
            </a:pPr>
            <a:r>
              <a:rPr lang="en-US" altLang="en-US"/>
              <a:t>Group WTP is the sum of MRS among </a:t>
            </a:r>
            <a:r>
              <a:rPr lang="en-US" altLang="en-US" i="1"/>
              <a:t>M</a:t>
            </a:r>
            <a:r>
              <a:rPr lang="en-US" altLang="en-US"/>
              <a:t> &lt; </a:t>
            </a:r>
            <a:r>
              <a:rPr lang="en-US" altLang="en-US" i="1"/>
              <a:t>N</a:t>
            </a:r>
            <a:r>
              <a:rPr lang="en-US" altLang="en-US"/>
              <a:t> members only</a:t>
            </a:r>
          </a:p>
          <a:p>
            <a:pPr lvl="1" eaLnBrk="1" hangingPunct="1">
              <a:lnSpc>
                <a:spcPct val="80000"/>
              </a:lnSpc>
            </a:pPr>
            <a:r>
              <a:rPr lang="en-US" altLang="en-US"/>
              <a:t>E.g., might enforce matching contributions</a:t>
            </a:r>
          </a:p>
          <a:p>
            <a:pPr lvl="1" eaLnBrk="1" hangingPunct="1">
              <a:lnSpc>
                <a:spcPct val="80000"/>
              </a:lnSpc>
            </a:pPr>
            <a:r>
              <a:rPr lang="en-US" altLang="en-US"/>
              <a:t>May supply nearly the efficient quantity</a:t>
            </a:r>
          </a:p>
          <a:p>
            <a:pPr lvl="1" eaLnBrk="1" hangingPunct="1">
              <a:lnSpc>
                <a:spcPct val="80000"/>
              </a:lnSpc>
            </a:pPr>
            <a:r>
              <a:rPr lang="en-US" altLang="en-US"/>
              <a:t>Even better if some excludability.  Infectious disease!</a:t>
            </a:r>
          </a:p>
          <a:p>
            <a:pPr eaLnBrk="1" hangingPunct="1">
              <a:lnSpc>
                <a:spcPct val="80000"/>
              </a:lnSpc>
            </a:pPr>
            <a:endParaRPr lang="en-US" altLang="en-US"/>
          </a:p>
          <a:p>
            <a:pPr eaLnBrk="1" hangingPunct="1">
              <a:lnSpc>
                <a:spcPct val="80000"/>
              </a:lnSpc>
            </a:pPr>
            <a:r>
              <a:rPr lang="en-US" altLang="en-US"/>
              <a:t>Group acts like an individual with WTP scaled up, or MC scaled down, by </a:t>
            </a:r>
            <a:r>
              <a:rPr lang="en-US" altLang="en-US" i="1"/>
              <a:t>M</a:t>
            </a:r>
          </a:p>
          <a:p>
            <a:pPr lvl="1" eaLnBrk="1" hangingPunct="1">
              <a:lnSpc>
                <a:spcPct val="80000"/>
              </a:lnSpc>
            </a:pPr>
            <a:r>
              <a:rPr lang="en-US" altLang="en-US"/>
              <a:t>The other </a:t>
            </a:r>
            <a:r>
              <a:rPr lang="en-US" altLang="en-US" i="1"/>
              <a:t>N</a:t>
            </a:r>
            <a:r>
              <a:rPr lang="en-US" altLang="en-US"/>
              <a:t> – </a:t>
            </a:r>
            <a:r>
              <a:rPr lang="en-US" altLang="en-US" i="1"/>
              <a:t>M</a:t>
            </a:r>
            <a:r>
              <a:rPr lang="en-US" altLang="en-US"/>
              <a:t> unilateral actors may contribute nothing</a:t>
            </a:r>
          </a:p>
          <a:p>
            <a:pPr lvl="1" eaLnBrk="1" hangingPunct="1">
              <a:lnSpc>
                <a:spcPct val="80000"/>
              </a:lnSpc>
            </a:pPr>
            <a:r>
              <a:rPr lang="en-US" altLang="en-US"/>
              <a:t>i.e., the unilateral actors will free ride</a:t>
            </a:r>
          </a:p>
          <a:p>
            <a:pPr eaLnBrk="1" hangingPunct="1">
              <a:lnSpc>
                <a:spcPct val="80000"/>
              </a:lnSpc>
            </a:pPr>
            <a:endParaRPr lang="en-US" altLang="en-US"/>
          </a:p>
          <a:p>
            <a:pPr eaLnBrk="1" hangingPunct="1">
              <a:lnSpc>
                <a:spcPct val="80000"/>
              </a:lnSpc>
            </a:pPr>
            <a:r>
              <a:rPr lang="en-US" altLang="en-US" sz="2400"/>
              <a:t>“the business enterprise … made possible more elaborate specialization and machinery, more perfect coordination of effort and greater reduction of waste than could be attained by the family.”</a:t>
            </a:r>
          </a:p>
          <a:p>
            <a:pPr marL="0" indent="0" eaLnBrk="1" hangingPunct="1">
              <a:lnSpc>
                <a:spcPct val="80000"/>
              </a:lnSpc>
              <a:buNone/>
            </a:pPr>
            <a:endParaRPr lang="en-US" altLang="en-US"/>
          </a:p>
        </p:txBody>
      </p:sp>
    </p:spTree>
    <p:extLst>
      <p:ext uri="{BB962C8B-B14F-4D97-AF65-F5344CB8AC3E}">
        <p14:creationId xmlns:p14="http://schemas.microsoft.com/office/powerpoint/2010/main" val="42322375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a:t>The Core</a:t>
            </a:r>
          </a:p>
        </p:txBody>
      </p:sp>
      <p:sp>
        <p:nvSpPr>
          <p:cNvPr id="18435" name="Rectangle 3"/>
          <p:cNvSpPr>
            <a:spLocks noGrp="1" noChangeArrowheads="1"/>
          </p:cNvSpPr>
          <p:nvPr>
            <p:ph type="body" idx="1"/>
          </p:nvPr>
        </p:nvSpPr>
        <p:spPr>
          <a:xfrm>
            <a:off x="0" y="914400"/>
            <a:ext cx="9144000" cy="5105400"/>
          </a:xfrm>
        </p:spPr>
        <p:txBody>
          <a:bodyPr/>
          <a:lstStyle/>
          <a:p>
            <a:pPr eaLnBrk="1" hangingPunct="1">
              <a:lnSpc>
                <a:spcPct val="80000"/>
              </a:lnSpc>
            </a:pPr>
            <a:r>
              <a:rPr lang="en-US" altLang="en-US"/>
              <a:t>Any feasible allocation that cannot be improved upon by any coalition</a:t>
            </a:r>
          </a:p>
          <a:p>
            <a:pPr lvl="1" eaLnBrk="1" hangingPunct="1">
              <a:lnSpc>
                <a:spcPct val="80000"/>
              </a:lnSpc>
            </a:pPr>
            <a:r>
              <a:rPr lang="en-US" altLang="en-US"/>
              <a:t>Coalition: a subset of agents take their endowment and allocate it among themselves</a:t>
            </a:r>
          </a:p>
          <a:p>
            <a:pPr lvl="1" eaLnBrk="1" hangingPunct="1">
              <a:lnSpc>
                <a:spcPct val="80000"/>
              </a:lnSpc>
            </a:pPr>
            <a:r>
              <a:rPr lang="en-US" altLang="en-US"/>
              <a:t>“Cooperative game theory”</a:t>
            </a:r>
          </a:p>
          <a:p>
            <a:pPr lvl="1" eaLnBrk="1" hangingPunct="1">
              <a:lnSpc>
                <a:spcPct val="80000"/>
              </a:lnSpc>
            </a:pPr>
            <a:r>
              <a:rPr lang="en-US" altLang="en-US"/>
              <a:t>2</a:t>
            </a:r>
            <a:r>
              <a:rPr lang="en-US" altLang="en-US" i="1" baseline="30000"/>
              <a:t>N</a:t>
            </a:r>
            <a:r>
              <a:rPr lang="en-US" altLang="en-US"/>
              <a:t>–2 possible coalitions: not (centrally) computable!</a:t>
            </a:r>
          </a:p>
          <a:p>
            <a:pPr eaLnBrk="1" hangingPunct="1">
              <a:lnSpc>
                <a:spcPct val="80000"/>
              </a:lnSpc>
            </a:pPr>
            <a:endParaRPr lang="en-US" altLang="en-US"/>
          </a:p>
          <a:p>
            <a:pPr eaLnBrk="1" hangingPunct="1">
              <a:lnSpc>
                <a:spcPct val="80000"/>
              </a:lnSpc>
            </a:pPr>
            <a:r>
              <a:rPr lang="en-US" altLang="en-US"/>
              <a:t>Group supply of a pure public good may not be in the core unless</a:t>
            </a:r>
            <a:endParaRPr lang="en-US" altLang="en-US" i="1"/>
          </a:p>
          <a:p>
            <a:pPr lvl="1" eaLnBrk="1" hangingPunct="1">
              <a:lnSpc>
                <a:spcPct val="80000"/>
              </a:lnSpc>
            </a:pPr>
            <a:r>
              <a:rPr lang="en-US" altLang="en-US"/>
              <a:t>The group generates surplus for another reason, or</a:t>
            </a:r>
          </a:p>
          <a:p>
            <a:pPr lvl="1" eaLnBrk="1" hangingPunct="1">
              <a:lnSpc>
                <a:spcPct val="80000"/>
              </a:lnSpc>
            </a:pPr>
            <a:r>
              <a:rPr lang="en-US" altLang="en-US"/>
              <a:t>Nonmembers can be excluded from at least part of the benefits of member contributions</a:t>
            </a:r>
          </a:p>
          <a:p>
            <a:pPr lvl="2" eaLnBrk="1" hangingPunct="1">
              <a:lnSpc>
                <a:spcPct val="80000"/>
              </a:lnSpc>
            </a:pPr>
            <a:r>
              <a:rPr lang="en-US" altLang="en-US"/>
              <a:t>“club goods”</a:t>
            </a:r>
          </a:p>
          <a:p>
            <a:pPr lvl="2" eaLnBrk="1" hangingPunct="1">
              <a:lnSpc>
                <a:spcPct val="80000"/>
              </a:lnSpc>
            </a:pPr>
            <a:r>
              <a:rPr lang="en-US" altLang="en-US"/>
              <a:t>Are pure public goods uncommon?</a:t>
            </a:r>
          </a:p>
          <a:p>
            <a:pPr eaLnBrk="1" hangingPunct="1">
              <a:lnSpc>
                <a:spcPct val="80000"/>
              </a:lnSpc>
            </a:pPr>
            <a:endParaRPr lang="en-US" altLang="en-US"/>
          </a:p>
          <a:p>
            <a:pPr marL="0" indent="0" eaLnBrk="1" hangingPunct="1">
              <a:lnSpc>
                <a:spcPct val="80000"/>
              </a:lnSpc>
              <a:buNone/>
            </a:pPr>
            <a:endParaRPr lang="en-US" altLang="en-US"/>
          </a:p>
        </p:txBody>
      </p:sp>
    </p:spTree>
    <p:extLst>
      <p:ext uri="{BB962C8B-B14F-4D97-AF65-F5344CB8AC3E}">
        <p14:creationId xmlns:p14="http://schemas.microsoft.com/office/powerpoint/2010/main" val="137525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a:t>The Coase Theorem</a:t>
            </a:r>
          </a:p>
        </p:txBody>
      </p:sp>
      <p:sp>
        <p:nvSpPr>
          <p:cNvPr id="18435" name="Rectangle 3"/>
          <p:cNvSpPr>
            <a:spLocks noGrp="1" noChangeArrowheads="1"/>
          </p:cNvSpPr>
          <p:nvPr>
            <p:ph type="body" idx="1"/>
          </p:nvPr>
        </p:nvSpPr>
        <p:spPr>
          <a:xfrm>
            <a:off x="0" y="685800"/>
            <a:ext cx="9144000" cy="5105400"/>
          </a:xfrm>
        </p:spPr>
        <p:txBody>
          <a:bodyPr/>
          <a:lstStyle/>
          <a:p>
            <a:pPr eaLnBrk="1" hangingPunct="1">
              <a:lnSpc>
                <a:spcPct val="80000"/>
              </a:lnSpc>
            </a:pPr>
            <a:r>
              <a:rPr lang="en-US" altLang="en-US"/>
              <a:t>“In the absence of transactions and bargaining costs, affected parties to an externality will agree on an allocation of resources that is both Pareto optimal and independent of any prior assignment of property rights” (Mueller 1989, p. 28)</a:t>
            </a:r>
          </a:p>
          <a:p>
            <a:pPr eaLnBrk="1" hangingPunct="1">
              <a:lnSpc>
                <a:spcPct val="80000"/>
              </a:lnSpc>
            </a:pPr>
            <a:endParaRPr lang="en-US" altLang="en-US"/>
          </a:p>
          <a:p>
            <a:pPr eaLnBrk="1" hangingPunct="1">
              <a:lnSpc>
                <a:spcPct val="80000"/>
              </a:lnSpc>
            </a:pPr>
            <a:r>
              <a:rPr lang="en-US" altLang="en-US"/>
              <a:t>i.e., beginning from an inefficient allocation, parties have an incentive to improve via cooperation</a:t>
            </a:r>
          </a:p>
          <a:p>
            <a:pPr lvl="1" eaLnBrk="1" hangingPunct="1">
              <a:lnSpc>
                <a:spcPct val="80000"/>
              </a:lnSpc>
            </a:pPr>
            <a:r>
              <a:rPr lang="en-US" altLang="en-US" sz="2400"/>
              <a:t>Esp., parties with much to gain</a:t>
            </a:r>
          </a:p>
          <a:p>
            <a:pPr lvl="1" eaLnBrk="1" hangingPunct="1">
              <a:lnSpc>
                <a:spcPct val="80000"/>
              </a:lnSpc>
            </a:pPr>
            <a:r>
              <a:rPr lang="en-US" altLang="en-US" sz="2400"/>
              <a:t>Murphy on the single-price monopolist</a:t>
            </a:r>
          </a:p>
          <a:p>
            <a:pPr eaLnBrk="1" hangingPunct="1">
              <a:lnSpc>
                <a:spcPct val="80000"/>
              </a:lnSpc>
            </a:pPr>
            <a:endParaRPr lang="en-US" altLang="en-US" i="1"/>
          </a:p>
          <a:p>
            <a:pPr eaLnBrk="1" hangingPunct="1">
              <a:lnSpc>
                <a:spcPct val="80000"/>
              </a:lnSpc>
            </a:pPr>
            <a:r>
              <a:rPr lang="en-US" altLang="en-US"/>
              <a:t>Public policy is misguided if it ignores equilibrium cooperation</a:t>
            </a:r>
          </a:p>
          <a:p>
            <a:pPr lvl="1" eaLnBrk="1" hangingPunct="1">
              <a:lnSpc>
                <a:spcPct val="80000"/>
              </a:lnSpc>
            </a:pPr>
            <a:r>
              <a:rPr lang="en-US" altLang="en-US" sz="2400"/>
              <a:t>Esp., if “corrective” policy makes cooperation more difficult.  Infectious disease, again.</a:t>
            </a:r>
          </a:p>
          <a:p>
            <a:pPr marL="0" indent="0" eaLnBrk="1" hangingPunct="1">
              <a:lnSpc>
                <a:spcPct val="80000"/>
              </a:lnSpc>
              <a:buNone/>
            </a:pPr>
            <a:endParaRPr lang="en-US" altLang="en-US"/>
          </a:p>
        </p:txBody>
      </p:sp>
    </p:spTree>
    <p:extLst>
      <p:ext uri="{BB962C8B-B14F-4D97-AF65-F5344CB8AC3E}">
        <p14:creationId xmlns:p14="http://schemas.microsoft.com/office/powerpoint/2010/main" val="1369386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4000"/>
              <a:t>Fighting Infectious Disease at Work</a:t>
            </a:r>
          </a:p>
        </p:txBody>
      </p:sp>
      <p:sp>
        <p:nvSpPr>
          <p:cNvPr id="18435" name="Rectangle 3"/>
          <p:cNvSpPr>
            <a:spLocks noGrp="1" noChangeArrowheads="1"/>
          </p:cNvSpPr>
          <p:nvPr>
            <p:ph type="body" idx="1"/>
          </p:nvPr>
        </p:nvSpPr>
        <p:spPr>
          <a:xfrm>
            <a:off x="0" y="914400"/>
            <a:ext cx="9144000" cy="5105400"/>
          </a:xfrm>
        </p:spPr>
        <p:txBody>
          <a:bodyPr/>
          <a:lstStyle/>
          <a:p>
            <a:pPr eaLnBrk="1" hangingPunct="1">
              <a:lnSpc>
                <a:spcPct val="80000"/>
              </a:lnSpc>
            </a:pPr>
            <a:r>
              <a:rPr lang="en-US" altLang="en-US"/>
              <a:t>60-70 percent of employers offer on-site flu shot</a:t>
            </a:r>
          </a:p>
          <a:p>
            <a:pPr lvl="1" eaLnBrk="1" hangingPunct="1">
              <a:lnSpc>
                <a:spcPct val="80000"/>
              </a:lnSpc>
            </a:pPr>
            <a:r>
              <a:rPr lang="en-US" altLang="en-US"/>
              <a:t>Among employed persons, the workplace is the most common place to receive it (doctor office close second)</a:t>
            </a:r>
          </a:p>
          <a:p>
            <a:pPr lvl="1" eaLnBrk="1" hangingPunct="1">
              <a:lnSpc>
                <a:spcPct val="80000"/>
              </a:lnSpc>
            </a:pPr>
            <a:r>
              <a:rPr lang="en-US" altLang="en-US"/>
              <a:t>Hardly any self-employed (= small business?) receive at work</a:t>
            </a:r>
          </a:p>
          <a:p>
            <a:pPr lvl="1" eaLnBrk="1" hangingPunct="1">
              <a:lnSpc>
                <a:spcPct val="80000"/>
              </a:lnSpc>
            </a:pPr>
            <a:r>
              <a:rPr lang="en-US" altLang="en-US"/>
              <a:t>Self employed much less likely to vax than employees</a:t>
            </a:r>
          </a:p>
          <a:p>
            <a:pPr eaLnBrk="1" hangingPunct="1">
              <a:lnSpc>
                <a:spcPct val="80000"/>
              </a:lnSpc>
            </a:pPr>
            <a:endParaRPr lang="en-US" altLang="en-US"/>
          </a:p>
          <a:p>
            <a:pPr eaLnBrk="1" hangingPunct="1">
              <a:lnSpc>
                <a:spcPct val="80000"/>
              </a:lnSpc>
            </a:pPr>
            <a:r>
              <a:rPr lang="en-US" altLang="en-US"/>
              <a:t>61 percent of workers have paid sick leave</a:t>
            </a:r>
            <a:endParaRPr lang="en-US" altLang="en-US" i="1"/>
          </a:p>
          <a:p>
            <a:pPr lvl="1" eaLnBrk="1" hangingPunct="1">
              <a:lnSpc>
                <a:spcPct val="80000"/>
              </a:lnSpc>
            </a:pPr>
            <a:r>
              <a:rPr lang="en-US" altLang="en-US"/>
              <a:t>50 percent at small businesses (&lt; 50)</a:t>
            </a:r>
          </a:p>
          <a:p>
            <a:pPr lvl="1" eaLnBrk="1" hangingPunct="1">
              <a:lnSpc>
                <a:spcPct val="80000"/>
              </a:lnSpc>
            </a:pPr>
            <a:r>
              <a:rPr lang="en-US" altLang="en-US"/>
              <a:t>81 percent at large businesses (&gt;499)</a:t>
            </a:r>
          </a:p>
          <a:p>
            <a:pPr lvl="1" eaLnBrk="1" hangingPunct="1">
              <a:lnSpc>
                <a:spcPct val="80000"/>
              </a:lnSpc>
            </a:pPr>
            <a:endParaRPr lang="en-US" altLang="en-US"/>
          </a:p>
          <a:p>
            <a:pPr eaLnBrk="1" hangingPunct="1">
              <a:lnSpc>
                <a:spcPct val="80000"/>
              </a:lnSpc>
            </a:pPr>
            <a:r>
              <a:rPr lang="en-US" altLang="en-US"/>
              <a:t>The firm-size gradient: scale economies in provision? accumulated MRS (Samuelson)? Disease severity?</a:t>
            </a:r>
          </a:p>
          <a:p>
            <a:pPr eaLnBrk="1" hangingPunct="1">
              <a:lnSpc>
                <a:spcPct val="80000"/>
              </a:lnSpc>
            </a:pPr>
            <a:endParaRPr lang="en-US" altLang="en-US"/>
          </a:p>
          <a:p>
            <a:pPr marL="0" indent="0" eaLnBrk="1" hangingPunct="1">
              <a:lnSpc>
                <a:spcPct val="80000"/>
              </a:lnSpc>
              <a:buNone/>
            </a:pPr>
            <a:endParaRPr lang="en-US" altLang="en-US"/>
          </a:p>
        </p:txBody>
      </p:sp>
    </p:spTree>
    <p:extLst>
      <p:ext uri="{BB962C8B-B14F-4D97-AF65-F5344CB8AC3E}">
        <p14:creationId xmlns:p14="http://schemas.microsoft.com/office/powerpoint/2010/main" val="917800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435">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435">
                                            <p:txEl>
                                              <p:pRg st="6" end="6"/>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76EBDD6B-D3B3-EF48-97B5-8B25873D6A89}"/>
              </a:ext>
            </a:extLst>
          </p:cNvPr>
          <p:cNvSpPr/>
          <p:nvPr/>
        </p:nvSpPr>
        <p:spPr>
          <a:xfrm>
            <a:off x="6096000" y="5867400"/>
            <a:ext cx="3048000" cy="457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graphicFrame>
        <p:nvGraphicFramePr>
          <p:cNvPr id="5" name="Chart 4">
            <a:extLst>
              <a:ext uri="{FF2B5EF4-FFF2-40B4-BE49-F238E27FC236}">
                <a16:creationId xmlns:a16="http://schemas.microsoft.com/office/drawing/2014/main" xmlns="" id="{00000000-0008-0000-0500-000002000000}"/>
              </a:ext>
            </a:extLst>
          </p:cNvPr>
          <p:cNvGraphicFramePr>
            <a:graphicFrameLocks noGrp="1"/>
          </p:cNvGraphicFramePr>
          <p:nvPr/>
        </p:nvGraphicFramePr>
        <p:xfrm>
          <a:off x="0" y="152400"/>
          <a:ext cx="9144000" cy="6553199"/>
        </p:xfrm>
        <a:graphic>
          <a:graphicData uri="http://schemas.openxmlformats.org/drawingml/2006/chart">
            <c:chart xmlns:c="http://schemas.openxmlformats.org/drawingml/2006/chart" xmlns:r="http://schemas.openxmlformats.org/officeDocument/2006/relationships" r:id="rId3"/>
          </a:graphicData>
        </a:graphic>
      </p:graphicFrame>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xmlns="" id="{1EB38CFB-12BC-B647-A1F7-3F97262E5759}"/>
                  </a:ext>
                </a:extLst>
              </p:cNvPr>
              <p:cNvSpPr txBox="1"/>
              <p:nvPr/>
            </p:nvSpPr>
            <p:spPr>
              <a:xfrm>
                <a:off x="3505200" y="1371600"/>
                <a:ext cx="4935967" cy="8592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US" sz="2400" b="0" i="1" u="none" strike="noStrike" kern="1200" cap="none" spc="0" normalizeH="0" baseline="0" noProof="0" smtClean="0">
                              <a:ln>
                                <a:noFill/>
                              </a:ln>
                              <a:solidFill>
                                <a:prstClr val="black"/>
                              </a:solidFill>
                              <a:effectLst/>
                              <a:uLnTx/>
                              <a:uFillTx/>
                              <a:latin typeface="Cambria Math"/>
                              <a:ea typeface="+mn-ea"/>
                              <a:cs typeface="+mn-cs"/>
                            </a:rPr>
                          </m:ctrlPr>
                        </m:fPr>
                        <m:num>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𝑖𝑛𝑓𝑒𝑐𝑡𝑖𝑜𝑛𝑠</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𝑝𝑒𝑟</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h𝑜𝑢𝑟</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𝑎𝑡</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mn-ea"/>
                              <a:cs typeface="+mn-cs"/>
                            </a:rPr>
                            <m:t>𝑤𝑜𝑟𝑘𝑝𝑙𝑎𝑐𝑒</m:t>
                          </m:r>
                          <m:r>
                            <m:rPr>
                              <m:nor/>
                            </m:rPr>
                            <a:rPr kumimoji="0" lang="en-US" sz="2400" b="0" i="0" u="none" strike="noStrike" kern="1200" cap="none" spc="0" normalizeH="0" baseline="0" noProof="0" dirty="0">
                              <a:ln>
                                <a:noFill/>
                              </a:ln>
                              <a:solidFill>
                                <a:prstClr val="black"/>
                              </a:solidFill>
                              <a:effectLst/>
                              <a:uLnTx/>
                              <a:uFillTx/>
                              <a:latin typeface="Times New Roman"/>
                              <a:ea typeface="+mn-ea"/>
                              <a:cs typeface="+mn-cs"/>
                            </a:rPr>
                            <m:t> </m:t>
                          </m:r>
                        </m:num>
                        <m:den>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𝑖𝑛𝑓𝑒𝑐𝑡𝑖𝑜𝑛𝑠</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𝑝𝑒𝑟</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h𝑜𝑢𝑟</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𝑜𝑢𝑡𝑠𝑖𝑑𝑒</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m:t>
                          </m:r>
                          <m: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𝑤𝑜𝑟𝑘</m:t>
                          </m:r>
                        </m:den>
                      </m:f>
                    </m:oMath>
                  </m:oMathPara>
                </a14:m>
                <a:endParaRPr kumimoji="0" lang="en-US" sz="2400" b="0" i="0" u="none" strike="noStrike" kern="1200" cap="none" spc="0" normalizeH="0" baseline="0" noProof="0">
                  <a:ln>
                    <a:noFill/>
                  </a:ln>
                  <a:solidFill>
                    <a:prstClr val="black"/>
                  </a:solidFill>
                  <a:effectLst/>
                  <a:uLnTx/>
                  <a:uFillTx/>
                  <a:latin typeface="Times New Roman"/>
                  <a:ea typeface="+mn-ea"/>
                  <a:cs typeface="+mn-cs"/>
                </a:endParaRPr>
              </a:p>
            </p:txBody>
          </p:sp>
        </mc:Choice>
        <mc:Fallback xmlns="">
          <p:sp>
            <p:nvSpPr>
              <p:cNvPr id="6" name="TextBox 5">
                <a:extLst>
                  <a:ext uri="{FF2B5EF4-FFF2-40B4-BE49-F238E27FC236}">
                    <a16:creationId xmlns:a16="http://schemas.microsoft.com/office/drawing/2014/main" id="{1EB38CFB-12BC-B647-A1F7-3F97262E5759}"/>
                  </a:ext>
                </a:extLst>
              </p:cNvPr>
              <p:cNvSpPr txBox="1">
                <a:spLocks noRot="1" noChangeAspect="1" noMove="1" noResize="1" noEditPoints="1" noAdjustHandles="1" noChangeArrowheads="1" noChangeShapeType="1" noTextEdit="1"/>
              </p:cNvSpPr>
              <p:nvPr/>
            </p:nvSpPr>
            <p:spPr>
              <a:xfrm>
                <a:off x="3505200" y="1371600"/>
                <a:ext cx="4935967" cy="859210"/>
              </a:xfrm>
              <a:prstGeom prst="rect">
                <a:avLst/>
              </a:prstGeom>
              <a:blipFill>
                <a:blip r:embed="rId4"/>
                <a:stretch>
                  <a:fillRect t="-5882" b="-13235"/>
                </a:stretch>
              </a:blipFill>
            </p:spPr>
            <p:txBody>
              <a:bodyPr/>
              <a:lstStyle/>
              <a:p>
                <a:r>
                  <a:rPr lang="en-US">
                    <a:noFill/>
                  </a:rPr>
                  <a:t> </a:t>
                </a:r>
              </a:p>
            </p:txBody>
          </p:sp>
        </mc:Fallback>
      </mc:AlternateContent>
      <p:sp>
        <p:nvSpPr>
          <p:cNvPr id="7" name="Rectangle 6">
            <a:extLst>
              <a:ext uri="{FF2B5EF4-FFF2-40B4-BE49-F238E27FC236}">
                <a16:creationId xmlns:a16="http://schemas.microsoft.com/office/drawing/2014/main" xmlns="" id="{83045495-16E3-5842-8D17-3A9ADD3C6B2E}"/>
              </a:ext>
            </a:extLst>
          </p:cNvPr>
          <p:cNvSpPr/>
          <p:nvPr/>
        </p:nvSpPr>
        <p:spPr>
          <a:xfrm>
            <a:off x="609600" y="838200"/>
            <a:ext cx="8458200" cy="381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Times New Roman"/>
              <a:ea typeface="+mn-ea"/>
              <a:cs typeface="+mn-cs"/>
            </a:endParaRPr>
          </a:p>
        </p:txBody>
      </p:sp>
    </p:spTree>
    <p:extLst>
      <p:ext uri="{BB962C8B-B14F-4D97-AF65-F5344CB8AC3E}">
        <p14:creationId xmlns:p14="http://schemas.microsoft.com/office/powerpoint/2010/main" val="20620155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0" y="0"/>
            <a:ext cx="9144000" cy="685800"/>
          </a:xfrm>
        </p:spPr>
        <p:txBody>
          <a:bodyPr/>
          <a:lstStyle/>
          <a:p>
            <a:pPr eaLnBrk="1" hangingPunct="1"/>
            <a:r>
              <a:rPr lang="en-US" altLang="en-US" sz="3600"/>
              <a:t>Externalities in Centrally-Planned Economies</a:t>
            </a:r>
          </a:p>
        </p:txBody>
      </p:sp>
      <p:sp>
        <p:nvSpPr>
          <p:cNvPr id="18435" name="Rectangle 3"/>
          <p:cNvSpPr>
            <a:spLocks noGrp="1" noChangeArrowheads="1"/>
          </p:cNvSpPr>
          <p:nvPr>
            <p:ph type="body" idx="1"/>
          </p:nvPr>
        </p:nvSpPr>
        <p:spPr>
          <a:xfrm>
            <a:off x="457200" y="838200"/>
            <a:ext cx="8686800" cy="5791200"/>
          </a:xfrm>
        </p:spPr>
        <p:txBody>
          <a:bodyPr/>
          <a:lstStyle/>
          <a:p>
            <a:pPr eaLnBrk="1" hangingPunct="1">
              <a:lnSpc>
                <a:spcPct val="80000"/>
              </a:lnSpc>
            </a:pPr>
            <a:r>
              <a:rPr lang="en-US" altLang="en-US" sz="2800" dirty="0"/>
              <a:t>Central planning/management did not alleviate externalities</a:t>
            </a:r>
          </a:p>
          <a:p>
            <a:pPr lvl="1" eaLnBrk="1" hangingPunct="1">
              <a:lnSpc>
                <a:spcPct val="80000"/>
              </a:lnSpc>
            </a:pPr>
            <a:r>
              <a:rPr lang="en-US" altLang="en-US" sz="2400" dirty="0"/>
              <a:t>Much pollution</a:t>
            </a:r>
          </a:p>
          <a:p>
            <a:pPr lvl="1" eaLnBrk="1" hangingPunct="1">
              <a:lnSpc>
                <a:spcPct val="80000"/>
              </a:lnSpc>
            </a:pPr>
            <a:r>
              <a:rPr lang="en-US" altLang="en-US" sz="2400" dirty="0"/>
              <a:t>Lack of a reliable price system makes externalities worse</a:t>
            </a:r>
          </a:p>
          <a:p>
            <a:pPr lvl="1" eaLnBrk="1" hangingPunct="1">
              <a:lnSpc>
                <a:spcPct val="80000"/>
              </a:lnSpc>
            </a:pPr>
            <a:r>
              <a:rPr lang="en-US" altLang="en-US" sz="2400" dirty="0"/>
              <a:t>Each seller “tends to neglect the requirements of the user, </a:t>
            </a:r>
            <a:r>
              <a:rPr lang="en-US" altLang="en-US" sz="2400" i="1" dirty="0"/>
              <a:t>and</a:t>
            </a:r>
            <a:r>
              <a:rPr lang="en-US" altLang="en-US" sz="2400" dirty="0"/>
              <a:t> finds that it is actually beneficial to do so.”</a:t>
            </a:r>
          </a:p>
          <a:p>
            <a:pPr eaLnBrk="1" hangingPunct="1">
              <a:lnSpc>
                <a:spcPct val="80000"/>
              </a:lnSpc>
            </a:pPr>
            <a:endParaRPr lang="en-US" altLang="en-US" sz="2800" dirty="0"/>
          </a:p>
          <a:p>
            <a:pPr lvl="1" eaLnBrk="1" hangingPunct="1">
              <a:lnSpc>
                <a:spcPct val="80000"/>
              </a:lnSpc>
            </a:pPr>
            <a:endParaRPr lang="en-US" altLang="en-US" sz="2400" dirty="0"/>
          </a:p>
          <a:p>
            <a:pPr eaLnBrk="1" hangingPunct="1">
              <a:lnSpc>
                <a:spcPct val="80000"/>
              </a:lnSpc>
            </a:pPr>
            <a:r>
              <a:rPr lang="en-US" altLang="en-US" sz="2400" dirty="0"/>
              <a:t>Source: </a:t>
            </a:r>
            <a:r>
              <a:rPr lang="en-US" altLang="en-US" sz="2400" dirty="0" err="1"/>
              <a:t>Nove</a:t>
            </a:r>
            <a:r>
              <a:rPr lang="en-US" altLang="en-US" sz="2400" dirty="0"/>
              <a:t>, Alec. “Socialism and the Soviet Experience.” in </a:t>
            </a:r>
            <a:r>
              <a:rPr lang="en-US" altLang="en-US" sz="2400" i="1" dirty="0"/>
              <a:t>The Economics of Feasible Socialism Revisited</a:t>
            </a:r>
            <a:r>
              <a:rPr lang="en-US" altLang="en-US" sz="2400" dirty="0"/>
              <a:t>.</a:t>
            </a:r>
          </a:p>
          <a:p>
            <a:pPr eaLnBrk="1" hangingPunct="1">
              <a:lnSpc>
                <a:spcPct val="80000"/>
              </a:lnSpc>
            </a:pPr>
            <a:endParaRPr lang="en-US" altLang="en-US" sz="2400" dirty="0"/>
          </a:p>
          <a:p>
            <a:pPr eaLnBrk="1" hangingPunct="1">
              <a:lnSpc>
                <a:spcPct val="80000"/>
              </a:lnSpc>
            </a:pPr>
            <a:r>
              <a:rPr lang="en-US" altLang="en-US" sz="2800" dirty="0"/>
              <a:t>“Externalities refers to situations when the effect of production or consumption of goods and services imposes costs or benefits on others which are </a:t>
            </a:r>
            <a:r>
              <a:rPr lang="en-US" altLang="en-US" sz="2800" u="sng" dirty="0">
                <a:solidFill>
                  <a:schemeClr val="tx2"/>
                </a:solidFill>
              </a:rPr>
              <a:t>not reflected in the prices charged</a:t>
            </a:r>
            <a:r>
              <a:rPr lang="en-US" altLang="en-US" sz="2800" dirty="0"/>
              <a:t> for the goods and services being provided.”</a:t>
            </a:r>
          </a:p>
          <a:p>
            <a:pPr lvl="1" eaLnBrk="1" hangingPunct="1">
              <a:lnSpc>
                <a:spcPct val="80000"/>
              </a:lnSpc>
            </a:pPr>
            <a:r>
              <a:rPr lang="en-US" altLang="en-US" sz="2000" dirty="0"/>
              <a:t>Quote from OECD</a:t>
            </a:r>
          </a:p>
        </p:txBody>
      </p:sp>
    </p:spTree>
    <p:extLst>
      <p:ext uri="{BB962C8B-B14F-4D97-AF65-F5344CB8AC3E}">
        <p14:creationId xmlns:p14="http://schemas.microsoft.com/office/powerpoint/2010/main" val="45801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435">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435">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435">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435">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uiExpand="1" build="p"/>
    </p:bldLst>
  </p:timing>
</p:sld>
</file>

<file path=ppt/theme/theme1.xml><?xml version="1.0" encoding="utf-8"?>
<a:theme xmlns:a="http://schemas.openxmlformats.org/drawingml/2006/main" name="Default Design">
  <a:themeElements>
    <a:clrScheme name="">
      <a:dk1>
        <a:srgbClr val="000000"/>
      </a:dk1>
      <a:lt1>
        <a:srgbClr val="FFFFFF"/>
      </a:lt1>
      <a:dk2>
        <a:srgbClr val="3399FF"/>
      </a:dk2>
      <a:lt2>
        <a:srgbClr val="FFFF00"/>
      </a:lt2>
      <a:accent1>
        <a:srgbClr val="FF9900"/>
      </a:accent1>
      <a:accent2>
        <a:srgbClr val="00FFFF"/>
      </a:accent2>
      <a:accent3>
        <a:srgbClr val="ADCAFF"/>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3_Default Design">
  <a:themeElements>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4_Default Design">
  <a:themeElements>
    <a:clrScheme name="">
      <a:dk1>
        <a:srgbClr val="000000"/>
      </a:dk1>
      <a:lt1>
        <a:srgbClr val="FFFFFF"/>
      </a:lt1>
      <a:dk2>
        <a:srgbClr val="3399FF"/>
      </a:dk2>
      <a:lt2>
        <a:srgbClr val="FFFF00"/>
      </a:lt2>
      <a:accent1>
        <a:srgbClr val="FF9900"/>
      </a:accent1>
      <a:accent2>
        <a:srgbClr val="00FFFF"/>
      </a:accent2>
      <a:accent3>
        <a:srgbClr val="ADCAFF"/>
      </a:accent3>
      <a:accent4>
        <a:srgbClr val="DADADA"/>
      </a:accent4>
      <a:accent5>
        <a:srgbClr val="FFCAAA"/>
      </a:accent5>
      <a:accent6>
        <a:srgbClr val="00E7E7"/>
      </a:accent6>
      <a:hlink>
        <a:srgbClr val="FF0000"/>
      </a:hlink>
      <a:folHlink>
        <a:srgbClr val="96969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BMThemeTR">
      <a:majorFont>
        <a:latin typeface="Cambria"/>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TotalTime>
  <Words>1122</Words>
  <Application>Microsoft Office PowerPoint</Application>
  <PresentationFormat>On-screen Show (4:3)</PresentationFormat>
  <Paragraphs>165</Paragraphs>
  <Slides>15</Slides>
  <Notes>15</Notes>
  <HiddenSlides>0</HiddenSlides>
  <MMClips>0</MMClips>
  <ScaleCrop>false</ScaleCrop>
  <HeadingPairs>
    <vt:vector size="4" baseType="variant">
      <vt:variant>
        <vt:lpstr>Theme</vt:lpstr>
      </vt:variant>
      <vt:variant>
        <vt:i4>4</vt:i4>
      </vt:variant>
      <vt:variant>
        <vt:lpstr>Slide Titles</vt:lpstr>
      </vt:variant>
      <vt:variant>
        <vt:i4>15</vt:i4>
      </vt:variant>
    </vt:vector>
  </HeadingPairs>
  <TitlesOfParts>
    <vt:vector size="19" baseType="lpstr">
      <vt:lpstr>Default Design</vt:lpstr>
      <vt:lpstr>3_Default Design</vt:lpstr>
      <vt:lpstr>4_Default Design</vt:lpstr>
      <vt:lpstr>1_Office Theme</vt:lpstr>
      <vt:lpstr>Externalities and Public Goods</vt:lpstr>
      <vt:lpstr>Externality?</vt:lpstr>
      <vt:lpstr>Externality?</vt:lpstr>
      <vt:lpstr>Public Goods</vt:lpstr>
      <vt:lpstr>Public Goods: Pareto Efficiency</vt:lpstr>
      <vt:lpstr>Public Goods: Nash Equilibrium in Contributions</vt:lpstr>
      <vt:lpstr>Figure 1.  Pure public good allocations with constant MC</vt:lpstr>
      <vt:lpstr>Public Goods: Supply from Voluntary Associations</vt:lpstr>
      <vt:lpstr>Figure 1.  Pure public good allocations with constant MC</vt:lpstr>
      <vt:lpstr>Public Goods: Supply from Voluntary Associations</vt:lpstr>
      <vt:lpstr>The Core</vt:lpstr>
      <vt:lpstr>The Coase Theorem</vt:lpstr>
      <vt:lpstr>Fighting Infectious Disease at Work</vt:lpstr>
      <vt:lpstr>PowerPoint Presentation</vt:lpstr>
      <vt:lpstr>Externalities in Centrally-Planned Economies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Economics of Socialism</dc:title>
  <dc:creator>Casey Mulligan</dc:creator>
  <cp:lastModifiedBy>Windows User</cp:lastModifiedBy>
  <cp:revision>3</cp:revision>
  <dcterms:created xsi:type="dcterms:W3CDTF">2020-05-16T18:04:24Z</dcterms:created>
  <dcterms:modified xsi:type="dcterms:W3CDTF">2021-11-11T15:09:53Z</dcterms:modified>
</cp:coreProperties>
</file>