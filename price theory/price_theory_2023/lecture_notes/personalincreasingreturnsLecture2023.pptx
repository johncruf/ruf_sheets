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  <p:sldMasterId id="2147483713" r:id="rId2"/>
    <p:sldMasterId id="2147483727" r:id="rId3"/>
    <p:sldMasterId id="2147483739" r:id="rId4"/>
  </p:sldMasterIdLst>
  <p:notesMasterIdLst>
    <p:notesMasterId r:id="rId35"/>
  </p:notesMasterIdLst>
  <p:sldIdLst>
    <p:sldId id="293" r:id="rId5"/>
    <p:sldId id="408" r:id="rId6"/>
    <p:sldId id="419" r:id="rId7"/>
    <p:sldId id="441" r:id="rId8"/>
    <p:sldId id="412" r:id="rId9"/>
    <p:sldId id="413" r:id="rId10"/>
    <p:sldId id="415" r:id="rId11"/>
    <p:sldId id="416" r:id="rId12"/>
    <p:sldId id="439" r:id="rId13"/>
    <p:sldId id="417" r:id="rId14"/>
    <p:sldId id="375" r:id="rId15"/>
    <p:sldId id="414" r:id="rId16"/>
    <p:sldId id="418" r:id="rId17"/>
    <p:sldId id="422" r:id="rId18"/>
    <p:sldId id="366" r:id="rId19"/>
    <p:sldId id="435" r:id="rId20"/>
    <p:sldId id="423" r:id="rId21"/>
    <p:sldId id="440" r:id="rId22"/>
    <p:sldId id="425" r:id="rId23"/>
    <p:sldId id="438" r:id="rId24"/>
    <p:sldId id="401" r:id="rId25"/>
    <p:sldId id="424" r:id="rId26"/>
    <p:sldId id="428" r:id="rId27"/>
    <p:sldId id="429" r:id="rId28"/>
    <p:sldId id="430" r:id="rId29"/>
    <p:sldId id="432" r:id="rId30"/>
    <p:sldId id="433" r:id="rId31"/>
    <p:sldId id="442" r:id="rId32"/>
    <p:sldId id="365" r:id="rId33"/>
    <p:sldId id="434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2DE6DD8-1364-124C-80DA-FEBB54061B74}">
          <p14:sldIdLst>
            <p14:sldId id="293"/>
            <p14:sldId id="408"/>
            <p14:sldId id="419"/>
            <p14:sldId id="441"/>
            <p14:sldId id="412"/>
          </p14:sldIdLst>
        </p14:section>
        <p14:section name="Examples" id="{CD94119B-BBEB-0448-BA44-3B605889D696}">
          <p14:sldIdLst>
            <p14:sldId id="413"/>
            <p14:sldId id="415"/>
            <p14:sldId id="416"/>
            <p14:sldId id="439"/>
            <p14:sldId id="417"/>
            <p14:sldId id="375"/>
            <p14:sldId id="414"/>
            <p14:sldId id="418"/>
            <p14:sldId id="422"/>
          </p14:sldIdLst>
        </p14:section>
        <p14:section name="Analytics" id="{7476E093-D625-6C44-ABD9-69B0EC18E00A}">
          <p14:sldIdLst>
            <p14:sldId id="366"/>
            <p14:sldId id="435"/>
            <p14:sldId id="423"/>
            <p14:sldId id="440"/>
            <p14:sldId id="425"/>
            <p14:sldId id="438"/>
            <p14:sldId id="401"/>
            <p14:sldId id="424"/>
            <p14:sldId id="428"/>
            <p14:sldId id="429"/>
            <p14:sldId id="430"/>
            <p14:sldId id="432"/>
            <p14:sldId id="433"/>
            <p14:sldId id="442"/>
            <p14:sldId id="365"/>
            <p14:sldId id="4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9300"/>
    <a:srgbClr val="FF0000"/>
    <a:srgbClr val="48967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7492"/>
    <p:restoredTop sz="88844"/>
  </p:normalViewPr>
  <p:slideViewPr>
    <p:cSldViewPr>
      <p:cViewPr varScale="1">
        <p:scale>
          <a:sx n="72" d="100"/>
          <a:sy n="72" d="100"/>
        </p:scale>
        <p:origin x="141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ey Mulligan" userId="b1a7e7a662de0c22" providerId="LiveId" clId="{B3E259FA-C477-6B4E-A27A-4FBAB646ED97}"/>
    <pc:docChg chg="undo custSel addSld delSld modSld sldOrd delMainMaster delSection modSection">
      <pc:chgData name="Casey Mulligan" userId="b1a7e7a662de0c22" providerId="LiveId" clId="{B3E259FA-C477-6B4E-A27A-4FBAB646ED97}" dt="2022-11-06T08:45:16.785" v="1629" actId="20577"/>
      <pc:docMkLst>
        <pc:docMk/>
      </pc:docMkLst>
      <pc:sldChg chg="modSp">
        <pc:chgData name="Casey Mulligan" userId="b1a7e7a662de0c22" providerId="LiveId" clId="{B3E259FA-C477-6B4E-A27A-4FBAB646ED97}" dt="2022-11-06T05:26:02.612" v="10" actId="20577"/>
        <pc:sldMkLst>
          <pc:docMk/>
          <pc:sldMk cId="150715368" sldId="293"/>
        </pc:sldMkLst>
        <pc:spChg chg="mod">
          <ac:chgData name="Casey Mulligan" userId="b1a7e7a662de0c22" providerId="LiveId" clId="{B3E259FA-C477-6B4E-A27A-4FBAB646ED97}" dt="2022-11-06T05:26:02.612" v="10" actId="20577"/>
          <ac:spMkLst>
            <pc:docMk/>
            <pc:sldMk cId="150715368" sldId="293"/>
            <ac:spMk id="16387" creationId="{00000000-0000-0000-0000-000000000000}"/>
          </ac:spMkLst>
        </pc:spChg>
      </pc:sldChg>
      <pc:sldChg chg="del">
        <pc:chgData name="Casey Mulligan" userId="b1a7e7a662de0c22" providerId="LiveId" clId="{B3E259FA-C477-6B4E-A27A-4FBAB646ED97}" dt="2022-11-06T05:58:20.697" v="413" actId="2696"/>
        <pc:sldMkLst>
          <pc:docMk/>
          <pc:sldMk cId="46938501" sldId="317"/>
        </pc:sldMkLst>
      </pc:sldChg>
      <pc:sldChg chg="addSp delSp modSp modAnim modNotesTx">
        <pc:chgData name="Casey Mulligan" userId="b1a7e7a662de0c22" providerId="LiveId" clId="{B3E259FA-C477-6B4E-A27A-4FBAB646ED97}" dt="2022-11-06T06:38:01.904" v="1200" actId="20577"/>
        <pc:sldMkLst>
          <pc:docMk/>
          <pc:sldMk cId="3009533299" sldId="365"/>
        </pc:sldMkLst>
        <pc:spChg chg="add del mod">
          <ac:chgData name="Casey Mulligan" userId="b1a7e7a662de0c22" providerId="LiveId" clId="{B3E259FA-C477-6B4E-A27A-4FBAB646ED97}" dt="2022-11-06T06:36:17.647" v="1174" actId="11529"/>
          <ac:spMkLst>
            <pc:docMk/>
            <pc:sldMk cId="3009533299" sldId="365"/>
            <ac:spMk id="2" creationId="{14839777-D878-7D4C-A53F-CF1E495FE2A0}"/>
          </ac:spMkLst>
        </pc:spChg>
        <pc:spChg chg="add mod">
          <ac:chgData name="Casey Mulligan" userId="b1a7e7a662de0c22" providerId="LiveId" clId="{B3E259FA-C477-6B4E-A27A-4FBAB646ED97}" dt="2022-11-06T06:36:49.231" v="1178" actId="692"/>
          <ac:spMkLst>
            <pc:docMk/>
            <pc:sldMk cId="3009533299" sldId="365"/>
            <ac:spMk id="3" creationId="{632C2D45-8133-224A-917A-8261E47019D9}"/>
          </ac:spMkLst>
        </pc:spChg>
        <pc:spChg chg="mod">
          <ac:chgData name="Casey Mulligan" userId="b1a7e7a662de0c22" providerId="LiveId" clId="{B3E259FA-C477-6B4E-A27A-4FBAB646ED97}" dt="2022-11-06T06:34:36.078" v="1169" actId="20577"/>
          <ac:spMkLst>
            <pc:docMk/>
            <pc:sldMk cId="3009533299" sldId="365"/>
            <ac:spMk id="27" creationId="{139722F7-4CB3-2E47-BC83-CF6ABE9728E6}"/>
          </ac:spMkLst>
        </pc:spChg>
        <pc:spChg chg="mod">
          <ac:chgData name="Casey Mulligan" userId="b1a7e7a662de0c22" providerId="LiveId" clId="{B3E259FA-C477-6B4E-A27A-4FBAB646ED97}" dt="2022-11-06T06:34:42.310" v="1171" actId="6549"/>
          <ac:spMkLst>
            <pc:docMk/>
            <pc:sldMk cId="3009533299" sldId="365"/>
            <ac:spMk id="33" creationId="{7DA2C119-A7D9-7047-8544-90D24DD67C0C}"/>
          </ac:spMkLst>
        </pc:spChg>
        <pc:spChg chg="mod">
          <ac:chgData name="Casey Mulligan" userId="b1a7e7a662de0c22" providerId="LiveId" clId="{B3E259FA-C477-6B4E-A27A-4FBAB646ED97}" dt="2022-11-06T06:34:23.701" v="1165" actId="6549"/>
          <ac:spMkLst>
            <pc:docMk/>
            <pc:sldMk cId="3009533299" sldId="365"/>
            <ac:spMk id="34" creationId="{69E2ECE2-ABDD-6843-A2C4-74581791B5C0}"/>
          </ac:spMkLst>
        </pc:spChg>
      </pc:sldChg>
      <pc:sldChg chg="addSp modSp modNotesTx">
        <pc:chgData name="Casey Mulligan" userId="b1a7e7a662de0c22" providerId="LiveId" clId="{B3E259FA-C477-6B4E-A27A-4FBAB646ED97}" dt="2022-11-06T05:43:58.262" v="202" actId="20577"/>
        <pc:sldMkLst>
          <pc:docMk/>
          <pc:sldMk cId="2744821802" sldId="366"/>
        </pc:sldMkLst>
        <pc:spChg chg="mod">
          <ac:chgData name="Casey Mulligan" userId="b1a7e7a662de0c22" providerId="LiveId" clId="{B3E259FA-C477-6B4E-A27A-4FBAB646ED97}" dt="2022-11-06T05:33:47.904" v="38" actId="692"/>
          <ac:spMkLst>
            <pc:docMk/>
            <pc:sldMk cId="2744821802" sldId="366"/>
            <ac:spMk id="2" creationId="{00000000-0000-0000-0000-000000000000}"/>
          </ac:spMkLst>
        </pc:spChg>
        <pc:spChg chg="mod">
          <ac:chgData name="Casey Mulligan" userId="b1a7e7a662de0c22" providerId="LiveId" clId="{B3E259FA-C477-6B4E-A27A-4FBAB646ED97}" dt="2022-11-06T05:33:28.651" v="35" actId="1076"/>
          <ac:spMkLst>
            <pc:docMk/>
            <pc:sldMk cId="2744821802" sldId="366"/>
            <ac:spMk id="3" creationId="{00000000-0000-0000-0000-000000000000}"/>
          </ac:spMkLst>
        </pc:spChg>
        <pc:spChg chg="mod">
          <ac:chgData name="Casey Mulligan" userId="b1a7e7a662de0c22" providerId="LiveId" clId="{B3E259FA-C477-6B4E-A27A-4FBAB646ED97}" dt="2022-11-06T05:34:02.083" v="59" actId="20577"/>
          <ac:spMkLst>
            <pc:docMk/>
            <pc:sldMk cId="2744821802" sldId="366"/>
            <ac:spMk id="4" creationId="{00000000-0000-0000-0000-000000000000}"/>
          </ac:spMkLst>
        </pc:spChg>
        <pc:spChg chg="mod">
          <ac:chgData name="Casey Mulligan" userId="b1a7e7a662de0c22" providerId="LiveId" clId="{B3E259FA-C477-6B4E-A27A-4FBAB646ED97}" dt="2022-11-06T05:33:28.651" v="35" actId="1076"/>
          <ac:spMkLst>
            <pc:docMk/>
            <pc:sldMk cId="2744821802" sldId="366"/>
            <ac:spMk id="5" creationId="{00000000-0000-0000-0000-000000000000}"/>
          </ac:spMkLst>
        </pc:spChg>
        <pc:spChg chg="add mod">
          <ac:chgData name="Casey Mulligan" userId="b1a7e7a662de0c22" providerId="LiveId" clId="{B3E259FA-C477-6B4E-A27A-4FBAB646ED97}" dt="2022-11-06T05:33:36.481" v="36" actId="14100"/>
          <ac:spMkLst>
            <pc:docMk/>
            <pc:sldMk cId="2744821802" sldId="366"/>
            <ac:spMk id="7" creationId="{4A9185C8-2288-9A48-8446-A1DBDC9416D0}"/>
          </ac:spMkLst>
        </pc:spChg>
        <pc:spChg chg="mod">
          <ac:chgData name="Casey Mulligan" userId="b1a7e7a662de0c22" providerId="LiveId" clId="{B3E259FA-C477-6B4E-A27A-4FBAB646ED97}" dt="2022-11-06T05:35:11.562" v="81" actId="20577"/>
          <ac:spMkLst>
            <pc:docMk/>
            <pc:sldMk cId="2744821802" sldId="366"/>
            <ac:spMk id="8" creationId="{00000000-0000-0000-0000-000000000000}"/>
          </ac:spMkLst>
        </pc:spChg>
        <pc:spChg chg="add mod">
          <ac:chgData name="Casey Mulligan" userId="b1a7e7a662de0c22" providerId="LiveId" clId="{B3E259FA-C477-6B4E-A27A-4FBAB646ED97}" dt="2022-11-06T05:33:13.620" v="33" actId="1076"/>
          <ac:spMkLst>
            <pc:docMk/>
            <pc:sldMk cId="2744821802" sldId="366"/>
            <ac:spMk id="9" creationId="{74F65EE6-2C74-7C46-BCD1-8AECC39051A0}"/>
          </ac:spMkLst>
        </pc:spChg>
      </pc:sldChg>
      <pc:sldChg chg="del">
        <pc:chgData name="Casey Mulligan" userId="b1a7e7a662de0c22" providerId="LiveId" clId="{B3E259FA-C477-6B4E-A27A-4FBAB646ED97}" dt="2022-11-06T05:24:55.560" v="0" actId="2696"/>
        <pc:sldMkLst>
          <pc:docMk/>
          <pc:sldMk cId="355160276" sldId="375"/>
        </pc:sldMkLst>
      </pc:sldChg>
      <pc:sldChg chg="del">
        <pc:chgData name="Casey Mulligan" userId="b1a7e7a662de0c22" providerId="LiveId" clId="{B3E259FA-C477-6B4E-A27A-4FBAB646ED97}" dt="2022-11-06T05:24:55.585" v="1" actId="2696"/>
        <pc:sldMkLst>
          <pc:docMk/>
          <pc:sldMk cId="631209284" sldId="376"/>
        </pc:sldMkLst>
      </pc:sldChg>
      <pc:sldChg chg="del">
        <pc:chgData name="Casey Mulligan" userId="b1a7e7a662de0c22" providerId="LiveId" clId="{B3E259FA-C477-6B4E-A27A-4FBAB646ED97}" dt="2022-11-06T05:24:55.968" v="5" actId="2696"/>
        <pc:sldMkLst>
          <pc:docMk/>
          <pc:sldMk cId="1292165847" sldId="377"/>
        </pc:sldMkLst>
      </pc:sldChg>
      <pc:sldChg chg="addSp delSp modSp add delAnim modNotesTx">
        <pc:chgData name="Casey Mulligan" userId="b1a7e7a662de0c22" providerId="LiveId" clId="{B3E259FA-C477-6B4E-A27A-4FBAB646ED97}" dt="2022-11-06T08:34:42.698" v="1580" actId="20577"/>
        <pc:sldMkLst>
          <pc:docMk/>
          <pc:sldMk cId="70376379" sldId="401"/>
        </pc:sldMkLst>
        <pc:spChg chg="add del mod">
          <ac:chgData name="Casey Mulligan" userId="b1a7e7a662de0c22" providerId="LiveId" clId="{B3E259FA-C477-6B4E-A27A-4FBAB646ED97}" dt="2022-11-06T06:20:50.421" v="854" actId="478"/>
          <ac:spMkLst>
            <pc:docMk/>
            <pc:sldMk cId="70376379" sldId="401"/>
            <ac:spMk id="3" creationId="{605B677F-C9B3-B246-B4CB-52DD634D8DAF}"/>
          </ac:spMkLst>
        </pc:spChg>
        <pc:spChg chg="del">
          <ac:chgData name="Casey Mulligan" userId="b1a7e7a662de0c22" providerId="LiveId" clId="{B3E259FA-C477-6B4E-A27A-4FBAB646ED97}" dt="2022-11-06T06:20:47.718" v="853" actId="478"/>
          <ac:spMkLst>
            <pc:docMk/>
            <pc:sldMk cId="70376379" sldId="401"/>
            <ac:spMk id="9" creationId="{05BBD851-E76B-404D-BFF0-D8BBF37466DF}"/>
          </ac:spMkLst>
        </pc:spChg>
        <pc:spChg chg="del">
          <ac:chgData name="Casey Mulligan" userId="b1a7e7a662de0c22" providerId="LiveId" clId="{B3E259FA-C477-6B4E-A27A-4FBAB646ED97}" dt="2022-11-06T06:21:55.833" v="861" actId="478"/>
          <ac:spMkLst>
            <pc:docMk/>
            <pc:sldMk cId="70376379" sldId="401"/>
            <ac:spMk id="23" creationId="{ADAB3EDD-4835-B349-8144-06EB9BACD77B}"/>
          </ac:spMkLst>
        </pc:spChg>
        <pc:spChg chg="del">
          <ac:chgData name="Casey Mulligan" userId="b1a7e7a662de0c22" providerId="LiveId" clId="{B3E259FA-C477-6B4E-A27A-4FBAB646ED97}" dt="2022-11-06T06:22:20.898" v="867" actId="478"/>
          <ac:spMkLst>
            <pc:docMk/>
            <pc:sldMk cId="70376379" sldId="401"/>
            <ac:spMk id="28" creationId="{F4C662EA-2B92-B54F-A1E0-9BA4BB9F0499}"/>
          </ac:spMkLst>
        </pc:spChg>
        <pc:spChg chg="del">
          <ac:chgData name="Casey Mulligan" userId="b1a7e7a662de0c22" providerId="LiveId" clId="{B3E259FA-C477-6B4E-A27A-4FBAB646ED97}" dt="2022-11-06T06:21:17.284" v="857" actId="478"/>
          <ac:spMkLst>
            <pc:docMk/>
            <pc:sldMk cId="70376379" sldId="401"/>
            <ac:spMk id="29" creationId="{E4D27BE8-3A84-4A41-84CC-0B08B45A2591}"/>
          </ac:spMkLst>
        </pc:spChg>
        <pc:spChg chg="del">
          <ac:chgData name="Casey Mulligan" userId="b1a7e7a662de0c22" providerId="LiveId" clId="{B3E259FA-C477-6B4E-A27A-4FBAB646ED97}" dt="2022-11-06T06:21:30.037" v="859" actId="478"/>
          <ac:spMkLst>
            <pc:docMk/>
            <pc:sldMk cId="70376379" sldId="401"/>
            <ac:spMk id="30" creationId="{45D06BE1-12A1-E542-8BE0-9E0940C8806F}"/>
          </ac:spMkLst>
        </pc:spChg>
        <pc:spChg chg="del">
          <ac:chgData name="Casey Mulligan" userId="b1a7e7a662de0c22" providerId="LiveId" clId="{B3E259FA-C477-6B4E-A27A-4FBAB646ED97}" dt="2022-11-06T06:21:27.372" v="858" actId="478"/>
          <ac:spMkLst>
            <pc:docMk/>
            <pc:sldMk cId="70376379" sldId="401"/>
            <ac:spMk id="31" creationId="{6EA92DE5-6829-5E4B-ACB6-067BB6457610}"/>
          </ac:spMkLst>
        </pc:spChg>
        <pc:spChg chg="add">
          <ac:chgData name="Casey Mulligan" userId="b1a7e7a662de0c22" providerId="LiveId" clId="{B3E259FA-C477-6B4E-A27A-4FBAB646ED97}" dt="2022-11-06T06:20:51.461" v="855"/>
          <ac:spMkLst>
            <pc:docMk/>
            <pc:sldMk cId="70376379" sldId="401"/>
            <ac:spMk id="32" creationId="{D70AA5C8-7C21-8146-A90D-A59A98D53B24}"/>
          </ac:spMkLst>
        </pc:spChg>
        <pc:spChg chg="add">
          <ac:chgData name="Casey Mulligan" userId="b1a7e7a662de0c22" providerId="LiveId" clId="{B3E259FA-C477-6B4E-A27A-4FBAB646ED97}" dt="2022-11-06T06:21:42.680" v="860"/>
          <ac:spMkLst>
            <pc:docMk/>
            <pc:sldMk cId="70376379" sldId="401"/>
            <ac:spMk id="33" creationId="{31D6F893-D981-3E4A-AC28-87A22120159E}"/>
          </ac:spMkLst>
        </pc:spChg>
        <pc:spChg chg="add del mod">
          <ac:chgData name="Casey Mulligan" userId="b1a7e7a662de0c22" providerId="LiveId" clId="{B3E259FA-C477-6B4E-A27A-4FBAB646ED97}" dt="2022-11-06T06:22:16.127" v="866" actId="167"/>
          <ac:spMkLst>
            <pc:docMk/>
            <pc:sldMk cId="70376379" sldId="401"/>
            <ac:spMk id="34" creationId="{C07A3D78-8554-EE4C-8126-45AD4BCDF156}"/>
          </ac:spMkLst>
        </pc:spChg>
        <pc:spChg chg="del">
          <ac:chgData name="Casey Mulligan" userId="b1a7e7a662de0c22" providerId="LiveId" clId="{B3E259FA-C477-6B4E-A27A-4FBAB646ED97}" dt="2022-11-06T06:21:02.842" v="856" actId="478"/>
          <ac:spMkLst>
            <pc:docMk/>
            <pc:sldMk cId="70376379" sldId="401"/>
            <ac:spMk id="50" creationId="{58E74A5E-76E6-B941-8D69-3094E4A5A295}"/>
          </ac:spMkLst>
        </pc:spChg>
      </pc:sldChg>
      <pc:sldChg chg="del">
        <pc:chgData name="Casey Mulligan" userId="b1a7e7a662de0c22" providerId="LiveId" clId="{B3E259FA-C477-6B4E-A27A-4FBAB646ED97}" dt="2022-11-06T05:24:55.656" v="2" actId="2696"/>
        <pc:sldMkLst>
          <pc:docMk/>
          <pc:sldMk cId="2743962579" sldId="402"/>
        </pc:sldMkLst>
      </pc:sldChg>
      <pc:sldChg chg="del">
        <pc:chgData name="Casey Mulligan" userId="b1a7e7a662de0c22" providerId="LiveId" clId="{B3E259FA-C477-6B4E-A27A-4FBAB646ED97}" dt="2022-11-06T05:24:55.808" v="3" actId="2696"/>
        <pc:sldMkLst>
          <pc:docMk/>
          <pc:sldMk cId="1450084219" sldId="403"/>
        </pc:sldMkLst>
      </pc:sldChg>
      <pc:sldChg chg="modSp ord modAnim modNotesTx">
        <pc:chgData name="Casey Mulligan" userId="b1a7e7a662de0c22" providerId="LiveId" clId="{B3E259FA-C477-6B4E-A27A-4FBAB646ED97}" dt="2022-11-06T08:45:16.785" v="1629" actId="20577"/>
        <pc:sldMkLst>
          <pc:docMk/>
          <pc:sldMk cId="23466306" sldId="404"/>
        </pc:sldMkLst>
        <pc:spChg chg="mod">
          <ac:chgData name="Casey Mulligan" userId="b1a7e7a662de0c22" providerId="LiveId" clId="{B3E259FA-C477-6B4E-A27A-4FBAB646ED97}" dt="2022-11-06T06:30:00.082" v="926" actId="20577"/>
          <ac:spMkLst>
            <pc:docMk/>
            <pc:sldMk cId="23466306" sldId="404"/>
            <ac:spMk id="9" creationId="{05BBD851-E76B-404D-BFF0-D8BBF37466DF}"/>
          </ac:spMkLst>
        </pc:spChg>
      </pc:sldChg>
      <pc:sldChg chg="modSp modNotesTx">
        <pc:chgData name="Casey Mulligan" userId="b1a7e7a662de0c22" providerId="LiveId" clId="{B3E259FA-C477-6B4E-A27A-4FBAB646ED97}" dt="2022-11-06T06:01:33.710" v="631" actId="20577"/>
        <pc:sldMkLst>
          <pc:docMk/>
          <pc:sldMk cId="3470819696" sldId="408"/>
        </pc:sldMkLst>
        <pc:spChg chg="mod">
          <ac:chgData name="Casey Mulligan" userId="b1a7e7a662de0c22" providerId="LiveId" clId="{B3E259FA-C477-6B4E-A27A-4FBAB646ED97}" dt="2022-11-06T05:59:08.613" v="438" actId="20577"/>
          <ac:spMkLst>
            <pc:docMk/>
            <pc:sldMk cId="3470819696" sldId="408"/>
            <ac:spMk id="27651" creationId="{00000000-0000-0000-0000-000000000000}"/>
          </ac:spMkLst>
        </pc:spChg>
      </pc:sldChg>
      <pc:sldChg chg="del">
        <pc:chgData name="Casey Mulligan" userId="b1a7e7a662de0c22" providerId="LiveId" clId="{B3E259FA-C477-6B4E-A27A-4FBAB646ED97}" dt="2022-11-06T05:24:55.988" v="6" actId="2696"/>
        <pc:sldMkLst>
          <pc:docMk/>
          <pc:sldMk cId="2713207803" sldId="411"/>
        </pc:sldMkLst>
      </pc:sldChg>
      <pc:sldChg chg="del">
        <pc:chgData name="Casey Mulligan" userId="b1a7e7a662de0c22" providerId="LiveId" clId="{B3E259FA-C477-6B4E-A27A-4FBAB646ED97}" dt="2022-11-06T05:57:48.257" v="411" actId="2696"/>
        <pc:sldMkLst>
          <pc:docMk/>
          <pc:sldMk cId="3671770159" sldId="414"/>
        </pc:sldMkLst>
      </pc:sldChg>
      <pc:sldChg chg="modNotesTx">
        <pc:chgData name="Casey Mulligan" userId="b1a7e7a662de0c22" providerId="LiveId" clId="{B3E259FA-C477-6B4E-A27A-4FBAB646ED97}" dt="2022-11-06T06:26:18.958" v="905" actId="20577"/>
        <pc:sldMkLst>
          <pc:docMk/>
          <pc:sldMk cId="2850773641" sldId="415"/>
        </pc:sldMkLst>
      </pc:sldChg>
      <pc:sldChg chg="modSp modNotesTx">
        <pc:chgData name="Casey Mulligan" userId="b1a7e7a662de0c22" providerId="LiveId" clId="{B3E259FA-C477-6B4E-A27A-4FBAB646ED97}" dt="2022-11-06T05:55:46.701" v="407" actId="20577"/>
        <pc:sldMkLst>
          <pc:docMk/>
          <pc:sldMk cId="1292052107" sldId="416"/>
        </pc:sldMkLst>
        <pc:spChg chg="mod">
          <ac:chgData name="Casey Mulligan" userId="b1a7e7a662de0c22" providerId="LiveId" clId="{B3E259FA-C477-6B4E-A27A-4FBAB646ED97}" dt="2022-11-06T05:55:39.513" v="403" actId="20577"/>
          <ac:spMkLst>
            <pc:docMk/>
            <pc:sldMk cId="1292052107" sldId="416"/>
            <ac:spMk id="25" creationId="{C4F465D3-18CC-BA47-8968-8FCB85FAC88B}"/>
          </ac:spMkLst>
        </pc:spChg>
      </pc:sldChg>
      <pc:sldChg chg="modSp">
        <pc:chgData name="Casey Mulligan" userId="b1a7e7a662de0c22" providerId="LiveId" clId="{B3E259FA-C477-6B4E-A27A-4FBAB646ED97}" dt="2022-11-06T05:48:50.014" v="366" actId="20577"/>
        <pc:sldMkLst>
          <pc:docMk/>
          <pc:sldMk cId="253932089" sldId="419"/>
        </pc:sldMkLst>
        <pc:spChg chg="mod">
          <ac:chgData name="Casey Mulligan" userId="b1a7e7a662de0c22" providerId="LiveId" clId="{B3E259FA-C477-6B4E-A27A-4FBAB646ED97}" dt="2022-11-06T05:48:50.014" v="366" actId="20577"/>
          <ac:spMkLst>
            <pc:docMk/>
            <pc:sldMk cId="253932089" sldId="419"/>
            <ac:spMk id="27651" creationId="{00000000-0000-0000-0000-000000000000}"/>
          </ac:spMkLst>
        </pc:spChg>
      </pc:sldChg>
      <pc:sldChg chg="del">
        <pc:chgData name="Casey Mulligan" userId="b1a7e7a662de0c22" providerId="LiveId" clId="{B3E259FA-C477-6B4E-A27A-4FBAB646ED97}" dt="2022-11-06T05:57:48.268" v="412" actId="2696"/>
        <pc:sldMkLst>
          <pc:docMk/>
          <pc:sldMk cId="2152234819" sldId="421"/>
        </pc:sldMkLst>
      </pc:sldChg>
      <pc:sldChg chg="modNotesTx">
        <pc:chgData name="Casey Mulligan" userId="b1a7e7a662de0c22" providerId="LiveId" clId="{B3E259FA-C477-6B4E-A27A-4FBAB646ED97}" dt="2022-11-06T06:30:59.329" v="990" actId="313"/>
        <pc:sldMkLst>
          <pc:docMk/>
          <pc:sldMk cId="1708391614" sldId="423"/>
        </pc:sldMkLst>
      </pc:sldChg>
      <pc:sldChg chg="modNotesTx">
        <pc:chgData name="Casey Mulligan" userId="b1a7e7a662de0c22" providerId="LiveId" clId="{B3E259FA-C477-6B4E-A27A-4FBAB646ED97}" dt="2022-11-06T06:11:50.446" v="789" actId="20577"/>
        <pc:sldMkLst>
          <pc:docMk/>
          <pc:sldMk cId="2606370151" sldId="425"/>
        </pc:sldMkLst>
      </pc:sldChg>
      <pc:sldChg chg="del">
        <pc:chgData name="Casey Mulligan" userId="b1a7e7a662de0c22" providerId="LiveId" clId="{B3E259FA-C477-6B4E-A27A-4FBAB646ED97}" dt="2022-11-06T05:35:35.708" v="86" actId="2696"/>
        <pc:sldMkLst>
          <pc:docMk/>
          <pc:sldMk cId="752687459" sldId="426"/>
        </pc:sldMkLst>
      </pc:sldChg>
      <pc:sldChg chg="del">
        <pc:chgData name="Casey Mulligan" userId="b1a7e7a662de0c22" providerId="LiveId" clId="{B3E259FA-C477-6B4E-A27A-4FBAB646ED97}" dt="2022-11-06T05:35:32.049" v="82" actId="2696"/>
        <pc:sldMkLst>
          <pc:docMk/>
          <pc:sldMk cId="3610801956" sldId="427"/>
        </pc:sldMkLst>
      </pc:sldChg>
      <pc:sldChg chg="del">
        <pc:chgData name="Casey Mulligan" userId="b1a7e7a662de0c22" providerId="LiveId" clId="{B3E259FA-C477-6B4E-A27A-4FBAB646ED97}" dt="2022-11-06T05:35:43.970" v="87" actId="2696"/>
        <pc:sldMkLst>
          <pc:docMk/>
          <pc:sldMk cId="2482242095" sldId="430"/>
        </pc:sldMkLst>
      </pc:sldChg>
      <pc:sldChg chg="del">
        <pc:chgData name="Casey Mulligan" userId="b1a7e7a662de0c22" providerId="LiveId" clId="{B3E259FA-C477-6B4E-A27A-4FBAB646ED97}" dt="2022-11-06T06:24:04.181" v="868" actId="2696"/>
        <pc:sldMkLst>
          <pc:docMk/>
          <pc:sldMk cId="2255077161" sldId="431"/>
        </pc:sldMkLst>
      </pc:sldChg>
      <pc:sldChg chg="addSp modSp ord modTransition modAnim modNotesTx">
        <pc:chgData name="Casey Mulligan" userId="b1a7e7a662de0c22" providerId="LiveId" clId="{B3E259FA-C477-6B4E-A27A-4FBAB646ED97}" dt="2022-11-06T06:10:50.803" v="756" actId="20577"/>
        <pc:sldMkLst>
          <pc:docMk/>
          <pc:sldMk cId="1665459998" sldId="435"/>
        </pc:sldMkLst>
        <pc:spChg chg="add mod">
          <ac:chgData name="Casey Mulligan" userId="b1a7e7a662de0c22" providerId="LiveId" clId="{B3E259FA-C477-6B4E-A27A-4FBAB646ED97}" dt="2022-11-06T05:40:56.153" v="110" actId="20577"/>
          <ac:spMkLst>
            <pc:docMk/>
            <pc:sldMk cId="1665459998" sldId="435"/>
            <ac:spMk id="2" creationId="{62A4C887-D351-454D-B0EA-A09868FC2B71}"/>
          </ac:spMkLst>
        </pc:spChg>
        <pc:spChg chg="mod">
          <ac:chgData name="Casey Mulligan" userId="b1a7e7a662de0c22" providerId="LiveId" clId="{B3E259FA-C477-6B4E-A27A-4FBAB646ED97}" dt="2022-11-06T05:40:29.715" v="104" actId="20577"/>
          <ac:spMkLst>
            <pc:docMk/>
            <pc:sldMk cId="1665459998" sldId="435"/>
            <ac:spMk id="27651" creationId="{00000000-0000-0000-0000-000000000000}"/>
          </ac:spMkLst>
        </pc:spChg>
      </pc:sldChg>
      <pc:sldChg chg="del">
        <pc:chgData name="Casey Mulligan" userId="b1a7e7a662de0c22" providerId="LiveId" clId="{B3E259FA-C477-6B4E-A27A-4FBAB646ED97}" dt="2022-11-06T06:05:37.028" v="649" actId="2696"/>
        <pc:sldMkLst>
          <pc:docMk/>
          <pc:sldMk cId="941921848" sldId="436"/>
        </pc:sldMkLst>
      </pc:sldChg>
      <pc:sldChg chg="del">
        <pc:chgData name="Casey Mulligan" userId="b1a7e7a662de0c22" providerId="LiveId" clId="{B3E259FA-C477-6B4E-A27A-4FBAB646ED97}" dt="2022-11-06T06:05:37.057" v="650" actId="2696"/>
        <pc:sldMkLst>
          <pc:docMk/>
          <pc:sldMk cId="3320501402" sldId="437"/>
        </pc:sldMkLst>
      </pc:sldChg>
      <pc:sldChg chg="addSp modSp ord modAnim modNotesTx">
        <pc:chgData name="Casey Mulligan" userId="b1a7e7a662de0c22" providerId="LiveId" clId="{B3E259FA-C477-6B4E-A27A-4FBAB646ED97}" dt="2022-11-06T06:16:35.452" v="851"/>
        <pc:sldMkLst>
          <pc:docMk/>
          <pc:sldMk cId="2293593020" sldId="438"/>
        </pc:sldMkLst>
        <pc:spChg chg="mod">
          <ac:chgData name="Casey Mulligan" userId="b1a7e7a662de0c22" providerId="LiveId" clId="{B3E259FA-C477-6B4E-A27A-4FBAB646ED97}" dt="2022-11-06T06:04:41.955" v="648" actId="20577"/>
          <ac:spMkLst>
            <pc:docMk/>
            <pc:sldMk cId="2293593020" sldId="438"/>
            <ac:spMk id="9" creationId="{05BBD851-E76B-404D-BFF0-D8BBF37466DF}"/>
          </ac:spMkLst>
        </pc:spChg>
        <pc:spChg chg="add mod">
          <ac:chgData name="Casey Mulligan" userId="b1a7e7a662de0c22" providerId="LiveId" clId="{B3E259FA-C477-6B4E-A27A-4FBAB646ED97}" dt="2022-11-06T06:16:25.144" v="848" actId="1076"/>
          <ac:spMkLst>
            <pc:docMk/>
            <pc:sldMk cId="2293593020" sldId="438"/>
            <ac:spMk id="27" creationId="{C56A2D67-3EE9-0B4D-8580-DBA9E576F140}"/>
          </ac:spMkLst>
        </pc:spChg>
      </pc:sldChg>
      <pc:sldChg chg="delSp modSp ord">
        <pc:chgData name="Casey Mulligan" userId="b1a7e7a662de0c22" providerId="LiveId" clId="{B3E259FA-C477-6B4E-A27A-4FBAB646ED97}" dt="2022-11-06T05:56:30.740" v="410" actId="1076"/>
        <pc:sldMkLst>
          <pc:docMk/>
          <pc:sldMk cId="3849474728" sldId="439"/>
        </pc:sldMkLst>
        <pc:spChg chg="mod">
          <ac:chgData name="Casey Mulligan" userId="b1a7e7a662de0c22" providerId="LiveId" clId="{B3E259FA-C477-6B4E-A27A-4FBAB646ED97}" dt="2022-11-06T05:56:30.740" v="410" actId="1076"/>
          <ac:spMkLst>
            <pc:docMk/>
            <pc:sldMk cId="3849474728" sldId="439"/>
            <ac:spMk id="3" creationId="{42F5B60F-6299-6149-8994-E8ECC5AF448E}"/>
          </ac:spMkLst>
        </pc:spChg>
        <pc:spChg chg="mod">
          <ac:chgData name="Casey Mulligan" userId="b1a7e7a662de0c22" providerId="LiveId" clId="{B3E259FA-C477-6B4E-A27A-4FBAB646ED97}" dt="2022-11-06T05:53:25.019" v="388" actId="20577"/>
          <ac:spMkLst>
            <pc:docMk/>
            <pc:sldMk cId="3849474728" sldId="439"/>
            <ac:spMk id="9" creationId="{05BBD851-E76B-404D-BFF0-D8BBF37466DF}"/>
          </ac:spMkLst>
        </pc:spChg>
        <pc:spChg chg="del">
          <ac:chgData name="Casey Mulligan" userId="b1a7e7a662de0c22" providerId="LiveId" clId="{B3E259FA-C477-6B4E-A27A-4FBAB646ED97}" dt="2022-11-06T05:56:23.563" v="408" actId="478"/>
          <ac:spMkLst>
            <pc:docMk/>
            <pc:sldMk cId="3849474728" sldId="439"/>
            <ac:spMk id="21" creationId="{099FFE1B-BC55-D64E-BB79-D852685364C2}"/>
          </ac:spMkLst>
        </pc:spChg>
        <pc:spChg chg="del">
          <ac:chgData name="Casey Mulligan" userId="b1a7e7a662de0c22" providerId="LiveId" clId="{B3E259FA-C477-6B4E-A27A-4FBAB646ED97}" dt="2022-11-06T05:56:25.945" v="409" actId="478"/>
          <ac:spMkLst>
            <pc:docMk/>
            <pc:sldMk cId="3849474728" sldId="439"/>
            <ac:spMk id="23" creationId="{E930CFC9-5761-3246-91B9-C52D02FD20C2}"/>
          </ac:spMkLst>
        </pc:spChg>
        <pc:spChg chg="del">
          <ac:chgData name="Casey Mulligan" userId="b1a7e7a662de0c22" providerId="LiveId" clId="{B3E259FA-C477-6B4E-A27A-4FBAB646ED97}" dt="2022-11-06T05:56:23.563" v="408" actId="478"/>
          <ac:spMkLst>
            <pc:docMk/>
            <pc:sldMk cId="3849474728" sldId="439"/>
            <ac:spMk id="24" creationId="{9BB2ABA6-5765-B74F-8ECB-F7FAD1BB47FD}"/>
          </ac:spMkLst>
        </pc:spChg>
        <pc:spChg chg="del">
          <ac:chgData name="Casey Mulligan" userId="b1a7e7a662de0c22" providerId="LiveId" clId="{B3E259FA-C477-6B4E-A27A-4FBAB646ED97}" dt="2022-11-06T05:56:23.563" v="408" actId="478"/>
          <ac:spMkLst>
            <pc:docMk/>
            <pc:sldMk cId="3849474728" sldId="439"/>
            <ac:spMk id="28" creationId="{1D5B3960-900A-CB45-B9E4-4C5E05DAB4C6}"/>
          </ac:spMkLst>
        </pc:spChg>
        <pc:spChg chg="del">
          <ac:chgData name="Casey Mulligan" userId="b1a7e7a662de0c22" providerId="LiveId" clId="{B3E259FA-C477-6B4E-A27A-4FBAB646ED97}" dt="2022-11-06T05:56:23.563" v="408" actId="478"/>
          <ac:spMkLst>
            <pc:docMk/>
            <pc:sldMk cId="3849474728" sldId="439"/>
            <ac:spMk id="30" creationId="{6F3BCEBF-CD49-BD4C-A42C-403B665A2B87}"/>
          </ac:spMkLst>
        </pc:spChg>
        <pc:spChg chg="del">
          <ac:chgData name="Casey Mulligan" userId="b1a7e7a662de0c22" providerId="LiveId" clId="{B3E259FA-C477-6B4E-A27A-4FBAB646ED97}" dt="2022-11-06T05:56:23.563" v="408" actId="478"/>
          <ac:spMkLst>
            <pc:docMk/>
            <pc:sldMk cId="3849474728" sldId="439"/>
            <ac:spMk id="33" creationId="{7DA2C119-A7D9-7047-8544-90D24DD67C0C}"/>
          </ac:spMkLst>
        </pc:spChg>
      </pc:sldChg>
      <pc:sldChg chg="del">
        <pc:chgData name="Casey Mulligan" userId="b1a7e7a662de0c22" providerId="LiveId" clId="{B3E259FA-C477-6B4E-A27A-4FBAB646ED97}" dt="2022-11-06T05:24:55.947" v="4" actId="2696"/>
        <pc:sldMkLst>
          <pc:docMk/>
          <pc:sldMk cId="105708540" sldId="440"/>
        </pc:sldMkLst>
      </pc:sldChg>
      <pc:sldMasterChg chg="del delSldLayout">
        <pc:chgData name="Casey Mulligan" userId="b1a7e7a662de0c22" providerId="LiveId" clId="{B3E259FA-C477-6B4E-A27A-4FBAB646ED97}" dt="2022-11-06T05:35:32.055" v="85" actId="2696"/>
        <pc:sldMasterMkLst>
          <pc:docMk/>
          <pc:sldMasterMk cId="3686710990" sldId="2147483751"/>
        </pc:sldMasterMkLst>
        <pc:sldLayoutChg chg="del">
          <pc:chgData name="Casey Mulligan" userId="b1a7e7a662de0c22" providerId="LiveId" clId="{B3E259FA-C477-6B4E-A27A-4FBAB646ED97}" dt="2022-11-06T05:35:32.050" v="83" actId="2696"/>
          <pc:sldLayoutMkLst>
            <pc:docMk/>
            <pc:sldMasterMk cId="3686710990" sldId="2147483751"/>
            <pc:sldLayoutMk cId="3454603151" sldId="2147483752"/>
          </pc:sldLayoutMkLst>
        </pc:sldLayoutChg>
        <pc:sldLayoutChg chg="del">
          <pc:chgData name="Casey Mulligan" userId="b1a7e7a662de0c22" providerId="LiveId" clId="{B3E259FA-C477-6B4E-A27A-4FBAB646ED97}" dt="2022-11-06T05:35:32.051" v="84" actId="2696"/>
          <pc:sldLayoutMkLst>
            <pc:docMk/>
            <pc:sldMasterMk cId="3686710990" sldId="2147483751"/>
            <pc:sldLayoutMk cId="396069719" sldId="2147483753"/>
          </pc:sldLayoutMkLst>
        </pc:sldLayoutChg>
      </pc:sldMasterChg>
      <pc:sldMasterChg chg="del delSldLayout">
        <pc:chgData name="Casey Mulligan" userId="b1a7e7a662de0c22" providerId="LiveId" clId="{B3E259FA-C477-6B4E-A27A-4FBAB646ED97}" dt="2022-11-06T05:58:20.776" v="425" actId="2696"/>
        <pc:sldMasterMkLst>
          <pc:docMk/>
          <pc:sldMasterMk cId="3507644203" sldId="2147483754"/>
        </pc:sldMasterMkLst>
        <pc:sldLayoutChg chg="del">
          <pc:chgData name="Casey Mulligan" userId="b1a7e7a662de0c22" providerId="LiveId" clId="{B3E259FA-C477-6B4E-A27A-4FBAB646ED97}" dt="2022-11-06T05:58:20.761" v="414" actId="2696"/>
          <pc:sldLayoutMkLst>
            <pc:docMk/>
            <pc:sldMasterMk cId="3507644203" sldId="2147483754"/>
            <pc:sldLayoutMk cId="498752895" sldId="2147483755"/>
          </pc:sldLayoutMkLst>
        </pc:sldLayoutChg>
        <pc:sldLayoutChg chg="del">
          <pc:chgData name="Casey Mulligan" userId="b1a7e7a662de0c22" providerId="LiveId" clId="{B3E259FA-C477-6B4E-A27A-4FBAB646ED97}" dt="2022-11-06T05:58:20.762" v="415" actId="2696"/>
          <pc:sldLayoutMkLst>
            <pc:docMk/>
            <pc:sldMasterMk cId="3507644203" sldId="2147483754"/>
            <pc:sldLayoutMk cId="2093419807" sldId="2147483756"/>
          </pc:sldLayoutMkLst>
        </pc:sldLayoutChg>
        <pc:sldLayoutChg chg="del">
          <pc:chgData name="Casey Mulligan" userId="b1a7e7a662de0c22" providerId="LiveId" clId="{B3E259FA-C477-6B4E-A27A-4FBAB646ED97}" dt="2022-11-06T05:58:20.764" v="416" actId="2696"/>
          <pc:sldLayoutMkLst>
            <pc:docMk/>
            <pc:sldMasterMk cId="3507644203" sldId="2147483754"/>
            <pc:sldLayoutMk cId="572561603" sldId="2147483757"/>
          </pc:sldLayoutMkLst>
        </pc:sldLayoutChg>
        <pc:sldLayoutChg chg="del">
          <pc:chgData name="Casey Mulligan" userId="b1a7e7a662de0c22" providerId="LiveId" clId="{B3E259FA-C477-6B4E-A27A-4FBAB646ED97}" dt="2022-11-06T05:58:20.765" v="417" actId="2696"/>
          <pc:sldLayoutMkLst>
            <pc:docMk/>
            <pc:sldMasterMk cId="3507644203" sldId="2147483754"/>
            <pc:sldLayoutMk cId="3164836279" sldId="2147483758"/>
          </pc:sldLayoutMkLst>
        </pc:sldLayoutChg>
        <pc:sldLayoutChg chg="del">
          <pc:chgData name="Casey Mulligan" userId="b1a7e7a662de0c22" providerId="LiveId" clId="{B3E259FA-C477-6B4E-A27A-4FBAB646ED97}" dt="2022-11-06T05:58:20.766" v="418" actId="2696"/>
          <pc:sldLayoutMkLst>
            <pc:docMk/>
            <pc:sldMasterMk cId="3507644203" sldId="2147483754"/>
            <pc:sldLayoutMk cId="897962767" sldId="2147483759"/>
          </pc:sldLayoutMkLst>
        </pc:sldLayoutChg>
        <pc:sldLayoutChg chg="del">
          <pc:chgData name="Casey Mulligan" userId="b1a7e7a662de0c22" providerId="LiveId" clId="{B3E259FA-C477-6B4E-A27A-4FBAB646ED97}" dt="2022-11-06T05:58:20.767" v="419" actId="2696"/>
          <pc:sldLayoutMkLst>
            <pc:docMk/>
            <pc:sldMasterMk cId="3507644203" sldId="2147483754"/>
            <pc:sldLayoutMk cId="2577478338" sldId="2147483760"/>
          </pc:sldLayoutMkLst>
        </pc:sldLayoutChg>
        <pc:sldLayoutChg chg="del">
          <pc:chgData name="Casey Mulligan" userId="b1a7e7a662de0c22" providerId="LiveId" clId="{B3E259FA-C477-6B4E-A27A-4FBAB646ED97}" dt="2022-11-06T05:58:20.768" v="420" actId="2696"/>
          <pc:sldLayoutMkLst>
            <pc:docMk/>
            <pc:sldMasterMk cId="3507644203" sldId="2147483754"/>
            <pc:sldLayoutMk cId="3652344905" sldId="2147483761"/>
          </pc:sldLayoutMkLst>
        </pc:sldLayoutChg>
        <pc:sldLayoutChg chg="del">
          <pc:chgData name="Casey Mulligan" userId="b1a7e7a662de0c22" providerId="LiveId" clId="{B3E259FA-C477-6B4E-A27A-4FBAB646ED97}" dt="2022-11-06T05:58:20.770" v="421" actId="2696"/>
          <pc:sldLayoutMkLst>
            <pc:docMk/>
            <pc:sldMasterMk cId="3507644203" sldId="2147483754"/>
            <pc:sldLayoutMk cId="160686455" sldId="2147483762"/>
          </pc:sldLayoutMkLst>
        </pc:sldLayoutChg>
        <pc:sldLayoutChg chg="del">
          <pc:chgData name="Casey Mulligan" userId="b1a7e7a662de0c22" providerId="LiveId" clId="{B3E259FA-C477-6B4E-A27A-4FBAB646ED97}" dt="2022-11-06T05:58:20.771" v="422" actId="2696"/>
          <pc:sldLayoutMkLst>
            <pc:docMk/>
            <pc:sldMasterMk cId="3507644203" sldId="2147483754"/>
            <pc:sldLayoutMk cId="1258470046" sldId="2147483763"/>
          </pc:sldLayoutMkLst>
        </pc:sldLayoutChg>
        <pc:sldLayoutChg chg="del">
          <pc:chgData name="Casey Mulligan" userId="b1a7e7a662de0c22" providerId="LiveId" clId="{B3E259FA-C477-6B4E-A27A-4FBAB646ED97}" dt="2022-11-06T05:58:20.772" v="423" actId="2696"/>
          <pc:sldLayoutMkLst>
            <pc:docMk/>
            <pc:sldMasterMk cId="3507644203" sldId="2147483754"/>
            <pc:sldLayoutMk cId="1097479247" sldId="2147483764"/>
          </pc:sldLayoutMkLst>
        </pc:sldLayoutChg>
        <pc:sldLayoutChg chg="del">
          <pc:chgData name="Casey Mulligan" userId="b1a7e7a662de0c22" providerId="LiveId" clId="{B3E259FA-C477-6B4E-A27A-4FBAB646ED97}" dt="2022-11-06T05:58:20.774" v="424" actId="2696"/>
          <pc:sldLayoutMkLst>
            <pc:docMk/>
            <pc:sldMasterMk cId="3507644203" sldId="2147483754"/>
            <pc:sldLayoutMk cId="2867950514" sldId="2147483765"/>
          </pc:sldLayoutMkLst>
        </pc:sldLayoutChg>
      </pc:sldMasterChg>
    </pc:docChg>
  </pc:docChgLst>
  <pc:docChgLst>
    <pc:chgData name="Casey Mulligan" userId="b1a7e7a662de0c22" providerId="LiveId" clId="{D4890229-5E00-BA4E-B523-3B3C316CF732}"/>
    <pc:docChg chg="undo redo custSel addSld delSld modSld sldOrd delMainMaster">
      <pc:chgData name="Casey Mulligan" userId="b1a7e7a662de0c22" providerId="LiveId" clId="{D4890229-5E00-BA4E-B523-3B3C316CF732}" dt="2019-10-22T02:44:53.553" v="1934"/>
      <pc:docMkLst>
        <pc:docMk/>
      </pc:docMkLst>
      <pc:sldChg chg="del">
        <pc:chgData name="Casey Mulligan" userId="b1a7e7a662de0c22" providerId="LiveId" clId="{D4890229-5E00-BA4E-B523-3B3C316CF732}" dt="2019-10-21T22:30:51.625" v="342" actId="2696"/>
        <pc:sldMkLst>
          <pc:docMk/>
          <pc:sldMk cId="0" sldId="280"/>
        </pc:sldMkLst>
      </pc:sldChg>
      <pc:sldChg chg="add">
        <pc:chgData name="Casey Mulligan" userId="b1a7e7a662de0c22" providerId="LiveId" clId="{D4890229-5E00-BA4E-B523-3B3C316CF732}" dt="2019-10-21T22:30:34.076" v="340"/>
        <pc:sldMkLst>
          <pc:docMk/>
          <pc:sldMk cId="3431243894" sldId="284"/>
        </pc:sldMkLst>
      </pc:sldChg>
      <pc:sldChg chg="add ord">
        <pc:chgData name="Casey Mulligan" userId="b1a7e7a662de0c22" providerId="LiveId" clId="{D4890229-5E00-BA4E-B523-3B3C316CF732}" dt="2019-10-21T22:31:37.760" v="364"/>
        <pc:sldMkLst>
          <pc:docMk/>
          <pc:sldMk cId="3310872528" sldId="285"/>
        </pc:sldMkLst>
      </pc:sldChg>
      <pc:sldChg chg="del">
        <pc:chgData name="Casey Mulligan" userId="b1a7e7a662de0c22" providerId="LiveId" clId="{D4890229-5E00-BA4E-B523-3B3C316CF732}" dt="2019-10-21T22:31:11.675" v="346" actId="2696"/>
        <pc:sldMkLst>
          <pc:docMk/>
          <pc:sldMk cId="0" sldId="287"/>
        </pc:sldMkLst>
      </pc:sldChg>
      <pc:sldChg chg="del">
        <pc:chgData name="Casey Mulligan" userId="b1a7e7a662de0c22" providerId="LiveId" clId="{D4890229-5E00-BA4E-B523-3B3C316CF732}" dt="2019-10-21T22:31:11.653" v="344" actId="2696"/>
        <pc:sldMkLst>
          <pc:docMk/>
          <pc:sldMk cId="2574483881" sldId="288"/>
        </pc:sldMkLst>
      </pc:sldChg>
      <pc:sldChg chg="modSp modAnim">
        <pc:chgData name="Casey Mulligan" userId="b1a7e7a662de0c22" providerId="LiveId" clId="{D4890229-5E00-BA4E-B523-3B3C316CF732}" dt="2019-10-22T01:34:35.156" v="1141" actId="403"/>
        <pc:sldMkLst>
          <pc:docMk/>
          <pc:sldMk cId="465606072" sldId="289"/>
        </pc:sldMkLst>
        <pc:spChg chg="mod">
          <ac:chgData name="Casey Mulligan" userId="b1a7e7a662de0c22" providerId="LiveId" clId="{D4890229-5E00-BA4E-B523-3B3C316CF732}" dt="2019-10-22T01:34:35.156" v="1141" actId="403"/>
          <ac:spMkLst>
            <pc:docMk/>
            <pc:sldMk cId="465606072" sldId="289"/>
            <ac:spMk id="10242" creationId="{00000000-0000-0000-0000-000000000000}"/>
          </ac:spMkLst>
        </pc:spChg>
        <pc:spChg chg="mod">
          <ac:chgData name="Casey Mulligan" userId="b1a7e7a662de0c22" providerId="LiveId" clId="{D4890229-5E00-BA4E-B523-3B3C316CF732}" dt="2019-10-21T22:29:49.190" v="339" actId="6549"/>
          <ac:spMkLst>
            <pc:docMk/>
            <pc:sldMk cId="465606072" sldId="289"/>
            <ac:spMk id="41987" creationId="{00000000-0000-0000-0000-000000000000}"/>
          </ac:spMkLst>
        </pc:spChg>
      </pc:sldChg>
      <pc:sldChg chg="del">
        <pc:chgData name="Casey Mulligan" userId="b1a7e7a662de0c22" providerId="LiveId" clId="{D4890229-5E00-BA4E-B523-3B3C316CF732}" dt="2019-10-21T22:31:11.630" v="343" actId="2696"/>
        <pc:sldMkLst>
          <pc:docMk/>
          <pc:sldMk cId="379088028" sldId="290"/>
        </pc:sldMkLst>
      </pc:sldChg>
      <pc:sldChg chg="del">
        <pc:chgData name="Casey Mulligan" userId="b1a7e7a662de0c22" providerId="LiveId" clId="{D4890229-5E00-BA4E-B523-3B3C316CF732}" dt="2019-10-21T22:31:11.664" v="345" actId="2696"/>
        <pc:sldMkLst>
          <pc:docMk/>
          <pc:sldMk cId="2651186094" sldId="291"/>
        </pc:sldMkLst>
      </pc:sldChg>
      <pc:sldChg chg="del">
        <pc:chgData name="Casey Mulligan" userId="b1a7e7a662de0c22" providerId="LiveId" clId="{D4890229-5E00-BA4E-B523-3B3C316CF732}" dt="2019-10-21T22:31:11.689" v="359" actId="2696"/>
        <pc:sldMkLst>
          <pc:docMk/>
          <pc:sldMk cId="49087343" sldId="292"/>
        </pc:sldMkLst>
      </pc:sldChg>
      <pc:sldChg chg="modSp add">
        <pc:chgData name="Casey Mulligan" userId="b1a7e7a662de0c22" providerId="LiveId" clId="{D4890229-5E00-BA4E-B523-3B3C316CF732}" dt="2019-10-21T22:11:23.037" v="76" actId="6549"/>
        <pc:sldMkLst>
          <pc:docMk/>
          <pc:sldMk cId="3296088521" sldId="293"/>
        </pc:sldMkLst>
        <pc:spChg chg="mod">
          <ac:chgData name="Casey Mulligan" userId="b1a7e7a662de0c22" providerId="LiveId" clId="{D4890229-5E00-BA4E-B523-3B3C316CF732}" dt="2019-10-21T22:11:08.947" v="60" actId="20577"/>
          <ac:spMkLst>
            <pc:docMk/>
            <pc:sldMk cId="3296088521" sldId="293"/>
            <ac:spMk id="16386" creationId="{00000000-0000-0000-0000-000000000000}"/>
          </ac:spMkLst>
        </pc:spChg>
        <pc:spChg chg="mod">
          <ac:chgData name="Casey Mulligan" userId="b1a7e7a662de0c22" providerId="LiveId" clId="{D4890229-5E00-BA4E-B523-3B3C316CF732}" dt="2019-10-21T22:11:23.037" v="76" actId="6549"/>
          <ac:spMkLst>
            <pc:docMk/>
            <pc:sldMk cId="3296088521" sldId="293"/>
            <ac:spMk id="16387" creationId="{00000000-0000-0000-0000-000000000000}"/>
          </ac:spMkLst>
        </pc:spChg>
      </pc:sldChg>
      <pc:sldChg chg="addSp delSp modSp add addAnim delAnim modAnim">
        <pc:chgData name="Casey Mulligan" userId="b1a7e7a662de0c22" providerId="LiveId" clId="{D4890229-5E00-BA4E-B523-3B3C316CF732}" dt="2019-10-22T01:33:34.745" v="1127" actId="404"/>
        <pc:sldMkLst>
          <pc:docMk/>
          <pc:sldMk cId="3932185310" sldId="304"/>
        </pc:sldMkLst>
        <pc:spChg chg="add del mod">
          <ac:chgData name="Casey Mulligan" userId="b1a7e7a662de0c22" providerId="LiveId" clId="{D4890229-5E00-BA4E-B523-3B3C316CF732}" dt="2019-10-22T00:55:29.494" v="853" actId="478"/>
          <ac:spMkLst>
            <pc:docMk/>
            <pc:sldMk cId="3932185310" sldId="304"/>
            <ac:spMk id="8" creationId="{A52800AE-994C-E247-826B-7FA11EDF7B85}"/>
          </ac:spMkLst>
        </pc:spChg>
        <pc:spChg chg="add mod">
          <ac:chgData name="Casey Mulligan" userId="b1a7e7a662de0c22" providerId="LiveId" clId="{D4890229-5E00-BA4E-B523-3B3C316CF732}" dt="2019-10-22T01:33:34.745" v="1127" actId="404"/>
          <ac:spMkLst>
            <pc:docMk/>
            <pc:sldMk cId="3932185310" sldId="304"/>
            <ac:spMk id="9" creationId="{05BBD851-E76B-404D-BFF0-D8BBF37466DF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5" creationId="{C4F465D3-18CC-BA47-8968-8FCB85FAC88B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6" creationId="{1BF528DB-1EB4-A043-A440-F970089C68CE}"/>
          </ac:spMkLst>
        </pc:spChg>
        <pc:spChg chg="add del">
          <ac:chgData name="Casey Mulligan" userId="b1a7e7a662de0c22" providerId="LiveId" clId="{D4890229-5E00-BA4E-B523-3B3C316CF732}" dt="2019-10-22T01:00:04.014" v="923"/>
          <ac:spMkLst>
            <pc:docMk/>
            <pc:sldMk cId="3932185310" sldId="304"/>
            <ac:spMk id="27" creationId="{AB9D992E-856F-C947-9AE7-1B88C2C47EA8}"/>
          </ac:spMkLst>
        </pc:spChg>
        <pc:spChg chg="add del">
          <ac:chgData name="Casey Mulligan" userId="b1a7e7a662de0c22" providerId="LiveId" clId="{D4890229-5E00-BA4E-B523-3B3C316CF732}" dt="2019-10-22T01:00:04.014" v="923"/>
          <ac:spMkLst>
            <pc:docMk/>
            <pc:sldMk cId="3932185310" sldId="304"/>
            <ac:spMk id="28" creationId="{25D5D06A-5354-274D-A301-7FAD742410B4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9" creationId="{F7A38B6A-71CB-0646-8EDD-DFD6C85DE2AC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0" creationId="{827F6427-8BDE-EF44-95EE-6E0589507219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1" creationId="{F1B4EB7B-ED99-C741-BD5E-2768EB32D0F4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2" creationId="{63273FCC-F779-F045-8775-69AED49D7650}"/>
          </ac:spMkLst>
        </pc:spChg>
        <pc:spChg chg="add del">
          <ac:chgData name="Casey Mulligan" userId="b1a7e7a662de0c22" providerId="LiveId" clId="{D4890229-5E00-BA4E-B523-3B3C316CF732}" dt="2019-10-22T01:06:38.043" v="971" actId="478"/>
          <ac:spMkLst>
            <pc:docMk/>
            <pc:sldMk cId="3932185310" sldId="304"/>
            <ac:spMk id="33" creationId="{E003C1AE-CB9A-F34F-8D5E-4029EC9C0C8B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4" creationId="{4C198668-B0AF-8444-BA5B-9A10DE3266AC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5" creationId="{F660A965-4E54-6A47-B7FE-97E22A2C1A1D}"/>
          </ac:spMkLst>
        </pc:spChg>
        <pc:spChg chg="add del">
          <ac:chgData name="Casey Mulligan" userId="b1a7e7a662de0c22" providerId="LiveId" clId="{D4890229-5E00-BA4E-B523-3B3C316CF732}" dt="2019-10-22T01:23:09.006" v="979"/>
          <ac:spMkLst>
            <pc:docMk/>
            <pc:sldMk cId="3932185310" sldId="304"/>
            <ac:spMk id="36" creationId="{85AB97A1-300D-B340-9AC0-EDC9C3368EAD}"/>
          </ac:spMkLst>
        </pc:spChg>
        <pc:spChg chg="add mod">
          <ac:chgData name="Casey Mulligan" userId="b1a7e7a662de0c22" providerId="LiveId" clId="{D4890229-5E00-BA4E-B523-3B3C316CF732}" dt="2019-10-22T01:29:38.234" v="1064" actId="20577"/>
          <ac:spMkLst>
            <pc:docMk/>
            <pc:sldMk cId="3932185310" sldId="304"/>
            <ac:spMk id="39" creationId="{9B9FB6BE-A07C-F648-8F7A-59E9AB265FCD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1" creationId="{0C93896B-8805-B24A-BBAB-61BC3EA0C4DD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4" creationId="{C6744CEE-A971-9542-9E3C-E08A2CAE7CBB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5" creationId="{2A958B6E-0A1E-A347-A374-01856F0913EA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6" creationId="{9E336C14-BD26-F44C-9DA8-7D7BDE7260B3}"/>
          </ac:spMkLst>
        </pc:spChg>
        <pc:spChg chg="add mod">
          <ac:chgData name="Casey Mulligan" userId="b1a7e7a662de0c22" providerId="LiveId" clId="{D4890229-5E00-BA4E-B523-3B3C316CF732}" dt="2019-10-22T01:28:36.664" v="1057" actId="1076"/>
          <ac:spMkLst>
            <pc:docMk/>
            <pc:sldMk cId="3932185310" sldId="304"/>
            <ac:spMk id="47" creationId="{B4CB46D2-62F7-B34C-A07C-1165165E77EA}"/>
          </ac:spMkLst>
        </pc:spChg>
        <pc:spChg chg="add mod">
          <ac:chgData name="Casey Mulligan" userId="b1a7e7a662de0c22" providerId="LiveId" clId="{D4890229-5E00-BA4E-B523-3B3C316CF732}" dt="2019-10-22T01:29:03.193" v="1060" actId="1076"/>
          <ac:spMkLst>
            <pc:docMk/>
            <pc:sldMk cId="3932185310" sldId="304"/>
            <ac:spMk id="49" creationId="{B73BB36D-C3CA-A346-A19E-45E903C4ED4B}"/>
          </ac:spMkLst>
        </pc:spChg>
        <pc:spChg chg="del mod topLvl">
          <ac:chgData name="Casey Mulligan" userId="b1a7e7a662de0c22" providerId="LiveId" clId="{D4890229-5E00-BA4E-B523-3B3C316CF732}" dt="2019-10-22T01:06:39.741" v="972" actId="478"/>
          <ac:spMkLst>
            <pc:docMk/>
            <pc:sldMk cId="3932185310" sldId="304"/>
            <ac:spMk id="2061" creationId="{00000000-0000-0000-0000-000000000000}"/>
          </ac:spMkLst>
        </pc:spChg>
        <pc:spChg chg="del mod topLvl">
          <ac:chgData name="Casey Mulligan" userId="b1a7e7a662de0c22" providerId="LiveId" clId="{D4890229-5E00-BA4E-B523-3B3C316CF732}" dt="2019-10-22T01:06:08.118" v="963" actId="478"/>
          <ac:spMkLst>
            <pc:docMk/>
            <pc:sldMk cId="3932185310" sldId="304"/>
            <ac:spMk id="2062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65" creationId="{00000000-0000-0000-0000-000000000000}"/>
          </ac:spMkLst>
        </pc:spChg>
        <pc:spChg chg="del mod topLvl">
          <ac:chgData name="Casey Mulligan" userId="b1a7e7a662de0c22" providerId="LiveId" clId="{D4890229-5E00-BA4E-B523-3B3C316CF732}" dt="2019-10-22T01:05:01.063" v="951" actId="478"/>
          <ac:spMkLst>
            <pc:docMk/>
            <pc:sldMk cId="3932185310" sldId="304"/>
            <ac:spMk id="2066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67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69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70" creationId="{00000000-0000-0000-0000-000000000000}"/>
          </ac:spMkLst>
        </pc:spChg>
        <pc:spChg chg="del mod">
          <ac:chgData name="Casey Mulligan" userId="b1a7e7a662de0c22" providerId="LiveId" clId="{D4890229-5E00-BA4E-B523-3B3C316CF732}" dt="2019-10-22T00:55:26.802" v="852" actId="478"/>
          <ac:spMkLst>
            <pc:docMk/>
            <pc:sldMk cId="3932185310" sldId="304"/>
            <ac:spMk id="60430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60431" creationId="{00000000-0000-0000-0000-000000000000}"/>
          </ac:spMkLst>
        </pc:spChg>
        <pc:grpChg chg="del">
          <ac:chgData name="Casey Mulligan" userId="b1a7e7a662de0c22" providerId="LiveId" clId="{D4890229-5E00-BA4E-B523-3B3C316CF732}" dt="2019-10-22T00:56:09.685" v="857" actId="165"/>
          <ac:grpSpMkLst>
            <pc:docMk/>
            <pc:sldMk cId="3932185310" sldId="304"/>
            <ac:grpSpMk id="2" creationId="{00000000-0000-0000-0000-000000000000}"/>
          </ac:grpSpMkLst>
        </pc:grpChg>
        <pc:grpChg chg="add del mod">
          <ac:chgData name="Casey Mulligan" userId="b1a7e7a662de0c22" providerId="LiveId" clId="{D4890229-5E00-BA4E-B523-3B3C316CF732}" dt="2019-10-22T01:05:19.243" v="954" actId="165"/>
          <ac:grpSpMkLst>
            <pc:docMk/>
            <pc:sldMk cId="3932185310" sldId="304"/>
            <ac:grpSpMk id="4" creationId="{00000000-0000-0000-0000-000000000000}"/>
          </ac:grpSpMkLst>
        </pc:grpChg>
        <pc:grpChg chg="add del mod">
          <ac:chgData name="Casey Mulligan" userId="b1a7e7a662de0c22" providerId="LiveId" clId="{D4890229-5E00-BA4E-B523-3B3C316CF732}" dt="2019-10-22T01:04:54.462" v="950" actId="165"/>
          <ac:grpSpMkLst>
            <pc:docMk/>
            <pc:sldMk cId="3932185310" sldId="304"/>
            <ac:grpSpMk id="5" creationId="{00000000-0000-0000-0000-000000000000}"/>
          </ac:grpSpMkLst>
        </pc:grpChg>
        <pc:grpChg chg="del mod">
          <ac:chgData name="Casey Mulligan" userId="b1a7e7a662de0c22" providerId="LiveId" clId="{D4890229-5E00-BA4E-B523-3B3C316CF732}" dt="2019-10-22T01:06:23.511" v="966" actId="478"/>
          <ac:grpSpMkLst>
            <pc:docMk/>
            <pc:sldMk cId="3932185310" sldId="304"/>
            <ac:grpSpMk id="6" creationId="{00000000-0000-0000-0000-000000000000}"/>
          </ac:grpSpMkLst>
        </pc:grpChg>
        <pc:grpChg chg="del mod">
          <ac:chgData name="Casey Mulligan" userId="b1a7e7a662de0c22" providerId="LiveId" clId="{D4890229-5E00-BA4E-B523-3B3C316CF732}" dt="2019-10-22T01:06:03.006" v="962" actId="165"/>
          <ac:grpSpMkLst>
            <pc:docMk/>
            <pc:sldMk cId="3932185310" sldId="304"/>
            <ac:grpSpMk id="7" creationId="{00000000-0000-0000-0000-000000000000}"/>
          </ac:grpSpMkLst>
        </pc:grpChg>
        <pc:grpChg chg="del mod topLvl">
          <ac:chgData name="Casey Mulligan" userId="b1a7e7a662de0c22" providerId="LiveId" clId="{D4890229-5E00-BA4E-B523-3B3C316CF732}" dt="2019-10-22T01:00:00.555" v="921" actId="165"/>
          <ac:grpSpMkLst>
            <pc:docMk/>
            <pc:sldMk cId="3932185310" sldId="304"/>
            <ac:grpSpMk id="2068" creationId="{00000000-0000-0000-0000-000000000000}"/>
          </ac:grpSpMkLst>
        </pc:grpChg>
        <pc:graphicFrameChg chg="del mod topLvl">
          <ac:chgData name="Casey Mulligan" userId="b1a7e7a662de0c22" providerId="LiveId" clId="{D4890229-5E00-BA4E-B523-3B3C316CF732}" dt="2019-10-22T01:05:23.087" v="955" actId="478"/>
          <ac:graphicFrameMkLst>
            <pc:docMk/>
            <pc:sldMk cId="3932185310" sldId="304"/>
            <ac:graphicFrameMk id="2050" creationId="{00000000-0000-0000-0000-000000000000}"/>
          </ac:graphicFrameMkLst>
        </pc:graphicFrameChg>
        <pc:graphicFrameChg chg="del mod topLvl">
          <ac:chgData name="Casey Mulligan" userId="b1a7e7a662de0c22" providerId="LiveId" clId="{D4890229-5E00-BA4E-B523-3B3C316CF732}" dt="2019-10-22T00:56:13.528" v="858" actId="478"/>
          <ac:graphicFrameMkLst>
            <pc:docMk/>
            <pc:sldMk cId="3932185310" sldId="304"/>
            <ac:graphicFrameMk id="2051" creationId="{00000000-0000-0000-0000-000000000000}"/>
          </ac:graphicFrameMkLst>
        </pc:graphicFrameChg>
        <pc:graphicFrameChg chg="del mod topLvl">
          <ac:chgData name="Casey Mulligan" userId="b1a7e7a662de0c22" providerId="LiveId" clId="{D4890229-5E00-BA4E-B523-3B3C316CF732}" dt="2019-10-22T00:56:19.421" v="859" actId="478"/>
          <ac:graphicFrameMkLst>
            <pc:docMk/>
            <pc:sldMk cId="3932185310" sldId="304"/>
            <ac:graphicFrameMk id="2052" creationId="{00000000-0000-0000-0000-000000000000}"/>
          </ac:graphicFrameMkLst>
        </pc:graphicFrameChg>
        <pc:cxnChg chg="add mod">
          <ac:chgData name="Casey Mulligan" userId="b1a7e7a662de0c22" providerId="LiveId" clId="{D4890229-5E00-BA4E-B523-3B3C316CF732}" dt="2019-10-22T01:28:15.348" v="1043" actId="1076"/>
          <ac:cxnSpMkLst>
            <pc:docMk/>
            <pc:sldMk cId="3932185310" sldId="304"/>
            <ac:cxnSpMk id="37" creationId="{7FF3D3EC-816D-CD41-B0E3-3BD97AD83E66}"/>
          </ac:cxnSpMkLst>
        </pc:cxnChg>
        <pc:cxnChg chg="add mod">
          <ac:chgData name="Casey Mulligan" userId="b1a7e7a662de0c22" providerId="LiveId" clId="{D4890229-5E00-BA4E-B523-3B3C316CF732}" dt="2019-10-22T01:28:15.348" v="1043" actId="1076"/>
          <ac:cxnSpMkLst>
            <pc:docMk/>
            <pc:sldMk cId="3932185310" sldId="304"/>
            <ac:cxnSpMk id="40" creationId="{B73CBC6D-316A-0040-BFF6-A9395B1C8C52}"/>
          </ac:cxnSpMkLst>
        </pc:cxnChg>
        <pc:cxnChg chg="add mod">
          <ac:chgData name="Casey Mulligan" userId="b1a7e7a662de0c22" providerId="LiveId" clId="{D4890229-5E00-BA4E-B523-3B3C316CF732}" dt="2019-10-22T01:29:09.955" v="1061" actId="14100"/>
          <ac:cxnSpMkLst>
            <pc:docMk/>
            <pc:sldMk cId="3932185310" sldId="304"/>
            <ac:cxnSpMk id="48" creationId="{9E9630F9-597C-0549-9107-AFAA38F1444B}"/>
          </ac:cxnSpMkLst>
        </pc:cxnChg>
      </pc:sldChg>
      <pc:sldChg chg="modSp add">
        <pc:chgData name="Casey Mulligan" userId="b1a7e7a662de0c22" providerId="LiveId" clId="{D4890229-5E00-BA4E-B523-3B3C316CF732}" dt="2019-10-21T22:13:40.587" v="224" actId="6549"/>
        <pc:sldMkLst>
          <pc:docMk/>
          <pc:sldMk cId="3387297147" sldId="330"/>
        </pc:sldMkLst>
        <pc:spChg chg="mod">
          <ac:chgData name="Casey Mulligan" userId="b1a7e7a662de0c22" providerId="LiveId" clId="{D4890229-5E00-BA4E-B523-3B3C316CF732}" dt="2019-10-21T22:12:10.674" v="89" actId="20577"/>
          <ac:spMkLst>
            <pc:docMk/>
            <pc:sldMk cId="3387297147" sldId="330"/>
            <ac:spMk id="20482" creationId="{00000000-0000-0000-0000-000000000000}"/>
          </ac:spMkLst>
        </pc:spChg>
        <pc:spChg chg="mod">
          <ac:chgData name="Casey Mulligan" userId="b1a7e7a662de0c22" providerId="LiveId" clId="{D4890229-5E00-BA4E-B523-3B3C316CF732}" dt="2019-10-21T22:13:40.587" v="224" actId="6549"/>
          <ac:spMkLst>
            <pc:docMk/>
            <pc:sldMk cId="3387297147" sldId="330"/>
            <ac:spMk id="27651" creationId="{00000000-0000-0000-0000-000000000000}"/>
          </ac:spMkLst>
        </pc:spChg>
      </pc:sldChg>
      <pc:sldChg chg="modSp add ord modAnim">
        <pc:chgData name="Casey Mulligan" userId="b1a7e7a662de0c22" providerId="LiveId" clId="{D4890229-5E00-BA4E-B523-3B3C316CF732}" dt="2019-10-22T02:43:13.150" v="1765" actId="20577"/>
        <pc:sldMkLst>
          <pc:docMk/>
          <pc:sldMk cId="1210897803" sldId="331"/>
        </pc:sldMkLst>
        <pc:spChg chg="mod">
          <ac:chgData name="Casey Mulligan" userId="b1a7e7a662de0c22" providerId="LiveId" clId="{D4890229-5E00-BA4E-B523-3B3C316CF732}" dt="2019-10-22T01:34:41.368" v="1142" actId="403"/>
          <ac:spMkLst>
            <pc:docMk/>
            <pc:sldMk cId="1210897803" sldId="331"/>
            <ac:spMk id="10242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2:43:13.150" v="1765" actId="20577"/>
          <ac:spMkLst>
            <pc:docMk/>
            <pc:sldMk cId="1210897803" sldId="331"/>
            <ac:spMk id="41987" creationId="{00000000-0000-0000-0000-000000000000}"/>
          </ac:spMkLst>
        </pc:spChg>
      </pc:sldChg>
      <pc:sldChg chg="delSp modSp add modNotesTx">
        <pc:chgData name="Casey Mulligan" userId="b1a7e7a662de0c22" providerId="LiveId" clId="{D4890229-5E00-BA4E-B523-3B3C316CF732}" dt="2019-10-22T02:27:04.378" v="1526" actId="20577"/>
        <pc:sldMkLst>
          <pc:docMk/>
          <pc:sldMk cId="309026462" sldId="332"/>
        </pc:sldMkLst>
        <pc:graphicFrameChg chg="mod">
          <ac:chgData name="Casey Mulligan" userId="b1a7e7a662de0c22" providerId="LiveId" clId="{D4890229-5E00-BA4E-B523-3B3C316CF732}" dt="2019-10-22T02:25:37.157" v="1495"/>
          <ac:graphicFrameMkLst>
            <pc:docMk/>
            <pc:sldMk cId="309026462" sldId="332"/>
            <ac:graphicFrameMk id="4" creationId="{00000000-0000-0000-0000-000000000000}"/>
          </ac:graphicFrameMkLst>
        </pc:graphicFrameChg>
        <pc:picChg chg="del">
          <ac:chgData name="Casey Mulligan" userId="b1a7e7a662de0c22" providerId="LiveId" clId="{D4890229-5E00-BA4E-B523-3B3C316CF732}" dt="2019-10-21T22:40:29.985" v="400" actId="478"/>
          <ac:picMkLst>
            <pc:docMk/>
            <pc:sldMk cId="309026462" sldId="332"/>
            <ac:picMk id="5122" creationId="{00000000-0000-0000-0000-000000000000}"/>
          </ac:picMkLst>
        </pc:picChg>
      </pc:sldChg>
      <pc:sldChg chg="add modNotesTx">
        <pc:chgData name="Casey Mulligan" userId="b1a7e7a662de0c22" providerId="LiveId" clId="{D4890229-5E00-BA4E-B523-3B3C316CF732}" dt="2019-10-21T22:40:45.687" v="403" actId="6549"/>
        <pc:sldMkLst>
          <pc:docMk/>
          <pc:sldMk cId="3118379775" sldId="333"/>
        </pc:sldMkLst>
      </pc:sldChg>
      <pc:sldChg chg="addSp delSp modSp add ord modAnim modNotesTx">
        <pc:chgData name="Casey Mulligan" userId="b1a7e7a662de0c22" providerId="LiveId" clId="{D4890229-5E00-BA4E-B523-3B3C316CF732}" dt="2019-10-22T02:26:35.419" v="1516" actId="20577"/>
        <pc:sldMkLst>
          <pc:docMk/>
          <pc:sldMk cId="3679993302" sldId="334"/>
        </pc:sldMkLst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5" creationId="{436A29FA-95A1-5A46-A9E3-906B7B2F7DC5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6" creationId="{D3B483CA-2FB8-6D41-BC4A-6AC29A4E57B8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7" creationId="{4819E9EF-11A7-F54C-92D7-64B7A53CC3A5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8" creationId="{94DC7F3E-5726-4F41-840F-B43E55362042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9" creationId="{7A0B7336-5ED5-4642-8E16-4D19DDBBB544}"/>
          </ac:spMkLst>
        </pc:spChg>
        <pc:spChg chg="add del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0" creationId="{133BB3C5-8833-DE4B-AECA-78FC8639BEA4}"/>
          </ac:spMkLst>
        </pc:spChg>
        <pc:spChg chg="add mod">
          <ac:chgData name="Casey Mulligan" userId="b1a7e7a662de0c22" providerId="LiveId" clId="{D4890229-5E00-BA4E-B523-3B3C316CF732}" dt="2019-10-22T02:01:14.713" v="1339" actId="404"/>
          <ac:spMkLst>
            <pc:docMk/>
            <pc:sldMk cId="3679993302" sldId="334"/>
            <ac:spMk id="11" creationId="{A3774240-6F0C-1C49-BA1E-5AB0B9B7DDB2}"/>
          </ac:spMkLst>
        </pc:spChg>
        <pc:spChg chg="add del mod">
          <ac:chgData name="Casey Mulligan" userId="b1a7e7a662de0c22" providerId="LiveId" clId="{D4890229-5E00-BA4E-B523-3B3C316CF732}" dt="2019-10-22T01:51:33.409" v="1200" actId="478"/>
          <ac:spMkLst>
            <pc:docMk/>
            <pc:sldMk cId="3679993302" sldId="334"/>
            <ac:spMk id="11" creationId="{BB1F15EF-F915-6B41-8BC1-BAF567B35FE0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2" creationId="{49A37A5B-4A5B-F348-A2AE-242346019563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3" creationId="{EC9593B0-CB4A-314A-B175-954CA0A15DEF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6" creationId="{5693DC72-C668-A741-93FF-08B6242F0F08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7" creationId="{7D13AC04-45FA-D94A-8D17-684623273433}"/>
          </ac:spMkLst>
        </pc:spChg>
        <pc:grpChg chg="add mod">
          <ac:chgData name="Casey Mulligan" userId="b1a7e7a662de0c22" providerId="LiveId" clId="{D4890229-5E00-BA4E-B523-3B3C316CF732}" dt="2019-10-22T02:01:26.416" v="1340" actId="1076"/>
          <ac:grpSpMkLst>
            <pc:docMk/>
            <pc:sldMk cId="3679993302" sldId="334"/>
            <ac:grpSpMk id="2" creationId="{BD04C3A6-5A85-044C-8C3E-16D7C340EB86}"/>
          </ac:grpSpMkLst>
        </pc:grpChg>
        <pc:cxnChg chg="add mod">
          <ac:chgData name="Casey Mulligan" userId="b1a7e7a662de0c22" providerId="LiveId" clId="{D4890229-5E00-BA4E-B523-3B3C316CF732}" dt="2019-10-22T02:01:26.416" v="1340" actId="1076"/>
          <ac:cxnSpMkLst>
            <pc:docMk/>
            <pc:sldMk cId="3679993302" sldId="334"/>
            <ac:cxnSpMk id="14" creationId="{62EBE785-E302-A14F-9EC7-D68E0FFD2026}"/>
          </ac:cxnSpMkLst>
        </pc:cxnChg>
        <pc:cxnChg chg="add mod">
          <ac:chgData name="Casey Mulligan" userId="b1a7e7a662de0c22" providerId="LiveId" clId="{D4890229-5E00-BA4E-B523-3B3C316CF732}" dt="2019-10-22T02:01:26.416" v="1340" actId="1076"/>
          <ac:cxnSpMkLst>
            <pc:docMk/>
            <pc:sldMk cId="3679993302" sldId="334"/>
            <ac:cxnSpMk id="15" creationId="{4D060B8F-8013-A249-B543-97E432C54827}"/>
          </ac:cxnSpMkLst>
        </pc:cxnChg>
      </pc:sldChg>
      <pc:sldChg chg="addSp delSp modSp add delAnim modAnim">
        <pc:chgData name="Casey Mulligan" userId="b1a7e7a662de0c22" providerId="LiveId" clId="{D4890229-5E00-BA4E-B523-3B3C316CF732}" dt="2019-10-22T02:24:50.673" v="1491"/>
        <pc:sldMkLst>
          <pc:docMk/>
          <pc:sldMk cId="353614924" sldId="335"/>
        </pc:sldMkLst>
        <pc:spChg chg="mod">
          <ac:chgData name="Casey Mulligan" userId="b1a7e7a662de0c22" providerId="LiveId" clId="{D4890229-5E00-BA4E-B523-3B3C316CF732}" dt="2019-10-22T02:06:37.241" v="1368" actId="20577"/>
          <ac:spMkLst>
            <pc:docMk/>
            <pc:sldMk cId="353614924" sldId="335"/>
            <ac:spMk id="9" creationId="{05BBD851-E76B-404D-BFF0-D8BBF37466DF}"/>
          </ac:spMkLst>
        </pc:spChg>
        <pc:spChg chg="add mod">
          <ac:chgData name="Casey Mulligan" userId="b1a7e7a662de0c22" providerId="LiveId" clId="{D4890229-5E00-BA4E-B523-3B3C316CF732}" dt="2019-10-22T02:17:43.275" v="1446" actId="692"/>
          <ac:spMkLst>
            <pc:docMk/>
            <pc:sldMk cId="353614924" sldId="335"/>
            <ac:spMk id="27" creationId="{6961847F-27DE-184C-A9AD-D461129B97DF}"/>
          </ac:spMkLst>
        </pc:spChg>
        <pc:spChg chg="del">
          <ac:chgData name="Casey Mulligan" userId="b1a7e7a662de0c22" providerId="LiveId" clId="{D4890229-5E00-BA4E-B523-3B3C316CF732}" dt="2019-10-22T02:08:00.734" v="1372" actId="478"/>
          <ac:spMkLst>
            <pc:docMk/>
            <pc:sldMk cId="353614924" sldId="335"/>
            <ac:spMk id="29" creationId="{F7A38B6A-71CB-0646-8EDD-DFD6C85DE2AC}"/>
          </ac:spMkLst>
        </pc:spChg>
        <pc:spChg chg="del">
          <ac:chgData name="Casey Mulligan" userId="b1a7e7a662de0c22" providerId="LiveId" clId="{D4890229-5E00-BA4E-B523-3B3C316CF732}" dt="2019-10-22T02:08:03.333" v="1373" actId="478"/>
          <ac:spMkLst>
            <pc:docMk/>
            <pc:sldMk cId="353614924" sldId="335"/>
            <ac:spMk id="30" creationId="{827F6427-8BDE-EF44-95EE-6E0589507219}"/>
          </ac:spMkLst>
        </pc:spChg>
        <pc:spChg chg="del">
          <ac:chgData name="Casey Mulligan" userId="b1a7e7a662de0c22" providerId="LiveId" clId="{D4890229-5E00-BA4E-B523-3B3C316CF732}" dt="2019-10-22T02:11:47.688" v="1411" actId="478"/>
          <ac:spMkLst>
            <pc:docMk/>
            <pc:sldMk cId="353614924" sldId="335"/>
            <ac:spMk id="31" creationId="{F1B4EB7B-ED99-C741-BD5E-2768EB32D0F4}"/>
          </ac:spMkLst>
        </pc:spChg>
        <pc:spChg chg="del">
          <ac:chgData name="Casey Mulligan" userId="b1a7e7a662de0c22" providerId="LiveId" clId="{D4890229-5E00-BA4E-B523-3B3C316CF732}" dt="2019-10-22T02:11:53.384" v="1413" actId="478"/>
          <ac:spMkLst>
            <pc:docMk/>
            <pc:sldMk cId="353614924" sldId="335"/>
            <ac:spMk id="32" creationId="{63273FCC-F779-F045-8775-69AED49D7650}"/>
          </ac:spMkLst>
        </pc:spChg>
        <pc:spChg chg="add mod">
          <ac:chgData name="Casey Mulligan" userId="b1a7e7a662de0c22" providerId="LiveId" clId="{D4890229-5E00-BA4E-B523-3B3C316CF732}" dt="2019-10-22T02:17:56.334" v="1462" actId="14100"/>
          <ac:spMkLst>
            <pc:docMk/>
            <pc:sldMk cId="353614924" sldId="335"/>
            <ac:spMk id="33" creationId="{A69EEAA9-9E55-864E-B68B-53BFD8C3C639}"/>
          </ac:spMkLst>
        </pc:spChg>
        <pc:spChg chg="del">
          <ac:chgData name="Casey Mulligan" userId="b1a7e7a662de0c22" providerId="LiveId" clId="{D4890229-5E00-BA4E-B523-3B3C316CF732}" dt="2019-10-22T02:11:18.850" v="1404" actId="478"/>
          <ac:spMkLst>
            <pc:docMk/>
            <pc:sldMk cId="353614924" sldId="335"/>
            <ac:spMk id="34" creationId="{4C198668-B0AF-8444-BA5B-9A10DE3266AC}"/>
          </ac:spMkLst>
        </pc:spChg>
        <pc:spChg chg="mod topLvl">
          <ac:chgData name="Casey Mulligan" userId="b1a7e7a662de0c22" providerId="LiveId" clId="{D4890229-5E00-BA4E-B523-3B3C316CF732}" dt="2019-10-22T02:17:32.184" v="1444" actId="692"/>
          <ac:spMkLst>
            <pc:docMk/>
            <pc:sldMk cId="353614924" sldId="335"/>
            <ac:spMk id="38" creationId="{EA3DF8A8-6351-3645-B60B-62013CE41A18}"/>
          </ac:spMkLst>
        </pc:spChg>
        <pc:spChg chg="del">
          <ac:chgData name="Casey Mulligan" userId="b1a7e7a662de0c22" providerId="LiveId" clId="{D4890229-5E00-BA4E-B523-3B3C316CF732}" dt="2019-10-22T02:11:28.904" v="1405" actId="478"/>
          <ac:spMkLst>
            <pc:docMk/>
            <pc:sldMk cId="353614924" sldId="335"/>
            <ac:spMk id="39" creationId="{9B9FB6BE-A07C-F648-8F7A-59E9AB265FCD}"/>
          </ac:spMkLst>
        </pc:spChg>
        <pc:spChg chg="del">
          <ac:chgData name="Casey Mulligan" userId="b1a7e7a662de0c22" providerId="LiveId" clId="{D4890229-5E00-BA4E-B523-3B3C316CF732}" dt="2019-10-22T02:11:47.688" v="1411" actId="478"/>
          <ac:spMkLst>
            <pc:docMk/>
            <pc:sldMk cId="353614924" sldId="335"/>
            <ac:spMk id="41" creationId="{0C93896B-8805-B24A-BBAB-61BC3EA0C4DD}"/>
          </ac:spMkLst>
        </pc:spChg>
        <pc:spChg chg="del topLvl">
          <ac:chgData name="Casey Mulligan" userId="b1a7e7a662de0c22" providerId="LiveId" clId="{D4890229-5E00-BA4E-B523-3B3C316CF732}" dt="2019-10-22T02:12:18.068" v="1415" actId="478"/>
          <ac:spMkLst>
            <pc:docMk/>
            <pc:sldMk cId="353614924" sldId="335"/>
            <ac:spMk id="42" creationId="{E4625816-9B7E-FA47-8C54-82A51E4632FC}"/>
          </ac:spMkLst>
        </pc:spChg>
        <pc:spChg chg="add del">
          <ac:chgData name="Casey Mulligan" userId="b1a7e7a662de0c22" providerId="LiveId" clId="{D4890229-5E00-BA4E-B523-3B3C316CF732}" dt="2019-10-22T02:14:32.812" v="1437" actId="478"/>
          <ac:spMkLst>
            <pc:docMk/>
            <pc:sldMk cId="353614924" sldId="335"/>
            <ac:spMk id="43" creationId="{0937C307-3032-3442-9D19-27FEC39C38F9}"/>
          </ac:spMkLst>
        </pc:spChg>
        <pc:spChg chg="del">
          <ac:chgData name="Casey Mulligan" userId="b1a7e7a662de0c22" providerId="LiveId" clId="{D4890229-5E00-BA4E-B523-3B3C316CF732}" dt="2019-10-22T02:11:33.873" v="1407" actId="478"/>
          <ac:spMkLst>
            <pc:docMk/>
            <pc:sldMk cId="353614924" sldId="335"/>
            <ac:spMk id="44" creationId="{C6744CEE-A971-9542-9E3C-E08A2CAE7CBB}"/>
          </ac:spMkLst>
        </pc:spChg>
        <pc:spChg chg="del">
          <ac:chgData name="Casey Mulligan" userId="b1a7e7a662de0c22" providerId="LiveId" clId="{D4890229-5E00-BA4E-B523-3B3C316CF732}" dt="2019-10-22T02:11:40.480" v="1409" actId="478"/>
          <ac:spMkLst>
            <pc:docMk/>
            <pc:sldMk cId="353614924" sldId="335"/>
            <ac:spMk id="45" creationId="{2A958B6E-0A1E-A347-A374-01856F0913EA}"/>
          </ac:spMkLst>
        </pc:spChg>
        <pc:spChg chg="del">
          <ac:chgData name="Casey Mulligan" userId="b1a7e7a662de0c22" providerId="LiveId" clId="{D4890229-5E00-BA4E-B523-3B3C316CF732}" dt="2019-10-22T02:11:35.431" v="1408" actId="478"/>
          <ac:spMkLst>
            <pc:docMk/>
            <pc:sldMk cId="353614924" sldId="335"/>
            <ac:spMk id="46" creationId="{9E336C14-BD26-F44C-9DA8-7D7BDE7260B3}"/>
          </ac:spMkLst>
        </pc:spChg>
        <pc:spChg chg="del">
          <ac:chgData name="Casey Mulligan" userId="b1a7e7a662de0c22" providerId="LiveId" clId="{D4890229-5E00-BA4E-B523-3B3C316CF732}" dt="2019-10-22T02:11:50.800" v="1412" actId="478"/>
          <ac:spMkLst>
            <pc:docMk/>
            <pc:sldMk cId="353614924" sldId="335"/>
            <ac:spMk id="47" creationId="{B4CB46D2-62F7-B34C-A07C-1165165E77EA}"/>
          </ac:spMkLst>
        </pc:spChg>
        <pc:spChg chg="del">
          <ac:chgData name="Casey Mulligan" userId="b1a7e7a662de0c22" providerId="LiveId" clId="{D4890229-5E00-BA4E-B523-3B3C316CF732}" dt="2019-10-22T02:11:31.456" v="1406" actId="478"/>
          <ac:spMkLst>
            <pc:docMk/>
            <pc:sldMk cId="353614924" sldId="335"/>
            <ac:spMk id="49" creationId="{B73BB36D-C3CA-A346-A19E-45E903C4ED4B}"/>
          </ac:spMkLst>
        </pc:spChg>
        <pc:spChg chg="add mod">
          <ac:chgData name="Casey Mulligan" userId="b1a7e7a662de0c22" providerId="LiveId" clId="{D4890229-5E00-BA4E-B523-3B3C316CF732}" dt="2019-10-22T02:14:21.537" v="1435" actId="1076"/>
          <ac:spMkLst>
            <pc:docMk/>
            <pc:sldMk cId="353614924" sldId="335"/>
            <ac:spMk id="50" creationId="{55364782-C613-3047-8208-78F86024F41F}"/>
          </ac:spMkLst>
        </pc:spChg>
        <pc:spChg chg="add mod">
          <ac:chgData name="Casey Mulligan" userId="b1a7e7a662de0c22" providerId="LiveId" clId="{D4890229-5E00-BA4E-B523-3B3C316CF732}" dt="2019-10-22T02:14:29.672" v="1436" actId="571"/>
          <ac:spMkLst>
            <pc:docMk/>
            <pc:sldMk cId="353614924" sldId="335"/>
            <ac:spMk id="51" creationId="{0A68A827-F287-A24C-8C36-B6384FFD7F5E}"/>
          </ac:spMkLst>
        </pc:spChg>
        <pc:spChg chg="add mod">
          <ac:chgData name="Casey Mulligan" userId="b1a7e7a662de0c22" providerId="LiveId" clId="{D4890229-5E00-BA4E-B523-3B3C316CF732}" dt="2019-10-22T02:21:32.512" v="1473"/>
          <ac:spMkLst>
            <pc:docMk/>
            <pc:sldMk cId="353614924" sldId="335"/>
            <ac:spMk id="53" creationId="{5DF68AF3-1AE1-4942-B53F-B4BDFC34EFA0}"/>
          </ac:spMkLst>
        </pc:spChg>
        <pc:spChg chg="add mod">
          <ac:chgData name="Casey Mulligan" userId="b1a7e7a662de0c22" providerId="LiveId" clId="{D4890229-5E00-BA4E-B523-3B3C316CF732}" dt="2019-10-22T02:21:45.417" v="1475" actId="1076"/>
          <ac:spMkLst>
            <pc:docMk/>
            <pc:sldMk cId="353614924" sldId="335"/>
            <ac:spMk id="54" creationId="{DD287A88-21C0-C440-9AF5-0692B47E69AA}"/>
          </ac:spMkLst>
        </pc:spChg>
        <pc:spChg chg="add mod">
          <ac:chgData name="Casey Mulligan" userId="b1a7e7a662de0c22" providerId="LiveId" clId="{D4890229-5E00-BA4E-B523-3B3C316CF732}" dt="2019-10-22T02:21:59.784" v="1477" actId="1076"/>
          <ac:spMkLst>
            <pc:docMk/>
            <pc:sldMk cId="353614924" sldId="335"/>
            <ac:spMk id="55" creationId="{C59B6675-0B18-7043-85CB-AA27139CAD63}"/>
          </ac:spMkLst>
        </pc:spChg>
        <pc:spChg chg="mod">
          <ac:chgData name="Casey Mulligan" userId="b1a7e7a662de0c22" providerId="LiveId" clId="{D4890229-5E00-BA4E-B523-3B3C316CF732}" dt="2019-10-22T02:17:37.795" v="1445" actId="692"/>
          <ac:spMkLst>
            <pc:docMk/>
            <pc:sldMk cId="353614924" sldId="335"/>
            <ac:spMk id="2065" creationId="{00000000-0000-0000-0000-000000000000}"/>
          </ac:spMkLst>
        </pc:spChg>
        <pc:spChg chg="del">
          <ac:chgData name="Casey Mulligan" userId="b1a7e7a662de0c22" providerId="LiveId" clId="{D4890229-5E00-BA4E-B523-3B3C316CF732}" dt="2019-10-22T02:11:47.688" v="1411" actId="478"/>
          <ac:spMkLst>
            <pc:docMk/>
            <pc:sldMk cId="353614924" sldId="335"/>
            <ac:spMk id="2067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2:07:52.530" v="1371" actId="1076"/>
          <ac:spMkLst>
            <pc:docMk/>
            <pc:sldMk cId="353614924" sldId="335"/>
            <ac:spMk id="60431" creationId="{00000000-0000-0000-0000-000000000000}"/>
          </ac:spMkLst>
        </pc:spChg>
        <pc:grpChg chg="add del">
          <ac:chgData name="Casey Mulligan" userId="b1a7e7a662de0c22" providerId="LiveId" clId="{D4890229-5E00-BA4E-B523-3B3C316CF732}" dt="2019-10-22T02:12:18.068" v="1415" actId="478"/>
          <ac:grpSpMkLst>
            <pc:docMk/>
            <pc:sldMk cId="353614924" sldId="335"/>
            <ac:grpSpMk id="36" creationId="{44BE954D-43C2-E343-806B-CD8CC3AB7DB2}"/>
          </ac:grpSpMkLst>
        </pc:grpChg>
        <pc:cxnChg chg="mod">
          <ac:chgData name="Casey Mulligan" userId="b1a7e7a662de0c22" providerId="LiveId" clId="{D4890229-5E00-BA4E-B523-3B3C316CF732}" dt="2019-10-22T02:09:26.281" v="1383" actId="1076"/>
          <ac:cxnSpMkLst>
            <pc:docMk/>
            <pc:sldMk cId="353614924" sldId="335"/>
            <ac:cxnSpMk id="37" creationId="{7FF3D3EC-816D-CD41-B0E3-3BD97AD83E66}"/>
          </ac:cxnSpMkLst>
        </pc:cxnChg>
        <pc:cxnChg chg="del">
          <ac:chgData name="Casey Mulligan" userId="b1a7e7a662de0c22" providerId="LiveId" clId="{D4890229-5E00-BA4E-B523-3B3C316CF732}" dt="2019-10-22T02:11:42.434" v="1410" actId="478"/>
          <ac:cxnSpMkLst>
            <pc:docMk/>
            <pc:sldMk cId="353614924" sldId="335"/>
            <ac:cxnSpMk id="40" creationId="{B73CBC6D-316A-0040-BFF6-A9395B1C8C52}"/>
          </ac:cxnSpMkLst>
        </pc:cxnChg>
        <pc:cxnChg chg="del">
          <ac:chgData name="Casey Mulligan" userId="b1a7e7a662de0c22" providerId="LiveId" clId="{D4890229-5E00-BA4E-B523-3B3C316CF732}" dt="2019-10-22T02:11:47.688" v="1411" actId="478"/>
          <ac:cxnSpMkLst>
            <pc:docMk/>
            <pc:sldMk cId="353614924" sldId="335"/>
            <ac:cxnSpMk id="48" creationId="{9E9630F9-597C-0549-9107-AFAA38F1444B}"/>
          </ac:cxnSpMkLst>
        </pc:cxnChg>
        <pc:cxnChg chg="add mod">
          <ac:chgData name="Casey Mulligan" userId="b1a7e7a662de0c22" providerId="LiveId" clId="{D4890229-5E00-BA4E-B523-3B3C316CF732}" dt="2019-10-22T02:15:22.230" v="1443" actId="1076"/>
          <ac:cxnSpMkLst>
            <pc:docMk/>
            <pc:sldMk cId="353614924" sldId="335"/>
            <ac:cxnSpMk id="52" creationId="{115E9BB4-B7E7-5440-9CCA-B677519588D7}"/>
          </ac:cxnSpMkLst>
        </pc:cxnChg>
        <pc:cxnChg chg="add mod">
          <ac:chgData name="Casey Mulligan" userId="b1a7e7a662de0c22" providerId="LiveId" clId="{D4890229-5E00-BA4E-B523-3B3C316CF732}" dt="2019-10-22T02:22:28.706" v="1482" actId="1076"/>
          <ac:cxnSpMkLst>
            <pc:docMk/>
            <pc:sldMk cId="353614924" sldId="335"/>
            <ac:cxnSpMk id="56" creationId="{33C9ACB7-D991-C141-B60F-D12B7E3E3742}"/>
          </ac:cxnSpMkLst>
        </pc:cxnChg>
      </pc:sldChg>
      <pc:sldChg chg="add del">
        <pc:chgData name="Casey Mulligan" userId="b1a7e7a662de0c22" providerId="LiveId" clId="{D4890229-5E00-BA4E-B523-3B3C316CF732}" dt="2019-10-22T02:00:39.589" v="1290"/>
        <pc:sldMkLst>
          <pc:docMk/>
          <pc:sldMk cId="512034126" sldId="335"/>
        </pc:sldMkLst>
      </pc:sldChg>
      <pc:sldChg chg="addSp modSp add modNotesTx">
        <pc:chgData name="Casey Mulligan" userId="b1a7e7a662de0c22" providerId="LiveId" clId="{D4890229-5E00-BA4E-B523-3B3C316CF732}" dt="2019-10-22T02:41:10.402" v="1659" actId="20577"/>
        <pc:sldMkLst>
          <pc:docMk/>
          <pc:sldMk cId="1273308654" sldId="336"/>
        </pc:sldMkLst>
        <pc:picChg chg="add mod">
          <ac:chgData name="Casey Mulligan" userId="b1a7e7a662de0c22" providerId="LiveId" clId="{D4890229-5E00-BA4E-B523-3B3C316CF732}" dt="2019-10-22T02:35:55.519" v="1531" actId="1076"/>
          <ac:picMkLst>
            <pc:docMk/>
            <pc:sldMk cId="1273308654" sldId="336"/>
            <ac:picMk id="2" creationId="{74740D8F-B6DD-844B-9F5F-8D11008ECF5B}"/>
          </ac:picMkLst>
        </pc:picChg>
      </pc:sldChg>
      <pc:sldChg chg="modSp add ord modAnim">
        <pc:chgData name="Casey Mulligan" userId="b1a7e7a662de0c22" providerId="LiveId" clId="{D4890229-5E00-BA4E-B523-3B3C316CF732}" dt="2019-10-22T02:44:53.553" v="1934"/>
        <pc:sldMkLst>
          <pc:docMk/>
          <pc:sldMk cId="3013486246" sldId="337"/>
        </pc:sldMkLst>
        <pc:spChg chg="mod">
          <ac:chgData name="Casey Mulligan" userId="b1a7e7a662de0c22" providerId="LiveId" clId="{D4890229-5E00-BA4E-B523-3B3C316CF732}" dt="2019-10-22T02:43:54.755" v="1803" actId="20577"/>
          <ac:spMkLst>
            <pc:docMk/>
            <pc:sldMk cId="3013486246" sldId="337"/>
            <ac:spMk id="10242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2:44:47.687" v="1933" actId="20577"/>
          <ac:spMkLst>
            <pc:docMk/>
            <pc:sldMk cId="3013486246" sldId="337"/>
            <ac:spMk id="41987" creationId="{00000000-0000-0000-0000-000000000000}"/>
          </ac:spMkLst>
        </pc:spChg>
      </pc:sldChg>
      <pc:sldMasterChg chg="del delSldLayout">
        <pc:chgData name="Casey Mulligan" userId="b1a7e7a662de0c22" providerId="LiveId" clId="{D4890229-5E00-BA4E-B523-3B3C316CF732}" dt="2019-10-21T22:31:11.685" v="358" actId="2696"/>
        <pc:sldMasterMkLst>
          <pc:docMk/>
          <pc:sldMasterMk cId="0" sldId="2147483648"/>
        </pc:sldMasterMkLst>
        <pc:sldLayoutChg chg="del">
          <pc:chgData name="Casey Mulligan" userId="b1a7e7a662de0c22" providerId="LiveId" clId="{D4890229-5E00-BA4E-B523-3B3C316CF732}" dt="2019-10-21T22:31:11.676" v="347" actId="2696"/>
          <pc:sldLayoutMkLst>
            <pc:docMk/>
            <pc:sldMasterMk cId="0" sldId="2147483648"/>
            <pc:sldLayoutMk cId="158378246" sldId="2147483649"/>
          </pc:sldLayoutMkLst>
        </pc:sldLayoutChg>
        <pc:sldLayoutChg chg="del">
          <pc:chgData name="Casey Mulligan" userId="b1a7e7a662de0c22" providerId="LiveId" clId="{D4890229-5E00-BA4E-B523-3B3C316CF732}" dt="2019-10-21T22:31:11.677" v="348" actId="2696"/>
          <pc:sldLayoutMkLst>
            <pc:docMk/>
            <pc:sldMasterMk cId="0" sldId="2147483648"/>
            <pc:sldLayoutMk cId="1768589929" sldId="2147483650"/>
          </pc:sldLayoutMkLst>
        </pc:sldLayoutChg>
        <pc:sldLayoutChg chg="del">
          <pc:chgData name="Casey Mulligan" userId="b1a7e7a662de0c22" providerId="LiveId" clId="{D4890229-5E00-BA4E-B523-3B3C316CF732}" dt="2019-10-21T22:31:11.677" v="349" actId="2696"/>
          <pc:sldLayoutMkLst>
            <pc:docMk/>
            <pc:sldMasterMk cId="0" sldId="2147483648"/>
            <pc:sldLayoutMk cId="844421602" sldId="2147483651"/>
          </pc:sldLayoutMkLst>
        </pc:sldLayoutChg>
        <pc:sldLayoutChg chg="del">
          <pc:chgData name="Casey Mulligan" userId="b1a7e7a662de0c22" providerId="LiveId" clId="{D4890229-5E00-BA4E-B523-3B3C316CF732}" dt="2019-10-21T22:31:11.678" v="350" actId="2696"/>
          <pc:sldLayoutMkLst>
            <pc:docMk/>
            <pc:sldMasterMk cId="0" sldId="2147483648"/>
            <pc:sldLayoutMk cId="358935706" sldId="2147483652"/>
          </pc:sldLayoutMkLst>
        </pc:sldLayoutChg>
        <pc:sldLayoutChg chg="del">
          <pc:chgData name="Casey Mulligan" userId="b1a7e7a662de0c22" providerId="LiveId" clId="{D4890229-5E00-BA4E-B523-3B3C316CF732}" dt="2019-10-21T22:31:11.679" v="351" actId="2696"/>
          <pc:sldLayoutMkLst>
            <pc:docMk/>
            <pc:sldMasterMk cId="0" sldId="2147483648"/>
            <pc:sldLayoutMk cId="798163006" sldId="2147483653"/>
          </pc:sldLayoutMkLst>
        </pc:sldLayoutChg>
        <pc:sldLayoutChg chg="del">
          <pc:chgData name="Casey Mulligan" userId="b1a7e7a662de0c22" providerId="LiveId" clId="{D4890229-5E00-BA4E-B523-3B3C316CF732}" dt="2019-10-21T22:31:11.680" v="352" actId="2696"/>
          <pc:sldLayoutMkLst>
            <pc:docMk/>
            <pc:sldMasterMk cId="0" sldId="2147483648"/>
            <pc:sldLayoutMk cId="4056941187" sldId="2147483654"/>
          </pc:sldLayoutMkLst>
        </pc:sldLayoutChg>
        <pc:sldLayoutChg chg="del">
          <pc:chgData name="Casey Mulligan" userId="b1a7e7a662de0c22" providerId="LiveId" clId="{D4890229-5E00-BA4E-B523-3B3C316CF732}" dt="2019-10-21T22:31:11.680" v="353" actId="2696"/>
          <pc:sldLayoutMkLst>
            <pc:docMk/>
            <pc:sldMasterMk cId="0" sldId="2147483648"/>
            <pc:sldLayoutMk cId="3297118144" sldId="2147483655"/>
          </pc:sldLayoutMkLst>
        </pc:sldLayoutChg>
        <pc:sldLayoutChg chg="del">
          <pc:chgData name="Casey Mulligan" userId="b1a7e7a662de0c22" providerId="LiveId" clId="{D4890229-5E00-BA4E-B523-3B3C316CF732}" dt="2019-10-21T22:31:11.681" v="354" actId="2696"/>
          <pc:sldLayoutMkLst>
            <pc:docMk/>
            <pc:sldMasterMk cId="0" sldId="2147483648"/>
            <pc:sldLayoutMk cId="1403511912" sldId="2147483656"/>
          </pc:sldLayoutMkLst>
        </pc:sldLayoutChg>
        <pc:sldLayoutChg chg="del">
          <pc:chgData name="Casey Mulligan" userId="b1a7e7a662de0c22" providerId="LiveId" clId="{D4890229-5E00-BA4E-B523-3B3C316CF732}" dt="2019-10-21T22:31:11.682" v="355" actId="2696"/>
          <pc:sldLayoutMkLst>
            <pc:docMk/>
            <pc:sldMasterMk cId="0" sldId="2147483648"/>
            <pc:sldLayoutMk cId="1114378545" sldId="2147483657"/>
          </pc:sldLayoutMkLst>
        </pc:sldLayoutChg>
        <pc:sldLayoutChg chg="del">
          <pc:chgData name="Casey Mulligan" userId="b1a7e7a662de0c22" providerId="LiveId" clId="{D4890229-5E00-BA4E-B523-3B3C316CF732}" dt="2019-10-21T22:31:11.683" v="356" actId="2696"/>
          <pc:sldLayoutMkLst>
            <pc:docMk/>
            <pc:sldMasterMk cId="0" sldId="2147483648"/>
            <pc:sldLayoutMk cId="1431727510" sldId="2147483658"/>
          </pc:sldLayoutMkLst>
        </pc:sldLayoutChg>
        <pc:sldLayoutChg chg="del">
          <pc:chgData name="Casey Mulligan" userId="b1a7e7a662de0c22" providerId="LiveId" clId="{D4890229-5E00-BA4E-B523-3B3C316CF732}" dt="2019-10-21T22:31:11.683" v="357" actId="2696"/>
          <pc:sldLayoutMkLst>
            <pc:docMk/>
            <pc:sldMasterMk cId="0" sldId="2147483648"/>
            <pc:sldLayoutMk cId="1082251709" sldId="2147483659"/>
          </pc:sldLayoutMkLst>
        </pc:sldLayoutChg>
      </pc:sldMasterChg>
      <pc:sldMasterChg chg="del delSldLayout">
        <pc:chgData name="Casey Mulligan" userId="b1a7e7a662de0c22" providerId="LiveId" clId="{D4890229-5E00-BA4E-B523-3B3C316CF732}" dt="2019-10-21T22:31:11.692" v="362" actId="2696"/>
        <pc:sldMasterMkLst>
          <pc:docMk/>
          <pc:sldMasterMk cId="3135133585" sldId="2147483672"/>
        </pc:sldMasterMkLst>
        <pc:sldLayoutChg chg="del">
          <pc:chgData name="Casey Mulligan" userId="b1a7e7a662de0c22" providerId="LiveId" clId="{D4890229-5E00-BA4E-B523-3B3C316CF732}" dt="2019-10-21T22:31:11.690" v="360" actId="2696"/>
          <pc:sldLayoutMkLst>
            <pc:docMk/>
            <pc:sldMasterMk cId="3135133585" sldId="2147483672"/>
            <pc:sldLayoutMk cId="4151644716" sldId="2147483673"/>
          </pc:sldLayoutMkLst>
        </pc:sldLayoutChg>
        <pc:sldLayoutChg chg="del">
          <pc:chgData name="Casey Mulligan" userId="b1a7e7a662de0c22" providerId="LiveId" clId="{D4890229-5E00-BA4E-B523-3B3C316CF732}" dt="2019-10-21T22:31:11.691" v="361" actId="2696"/>
          <pc:sldLayoutMkLst>
            <pc:docMk/>
            <pc:sldMasterMk cId="3135133585" sldId="2147483672"/>
            <pc:sldLayoutMk cId="2488305671" sldId="2147483674"/>
          </pc:sldLayoutMkLst>
        </pc:sldLayoutChg>
      </pc:sldMasterChg>
    </pc:docChg>
  </pc:docChgLst>
  <pc:docChgLst>
    <pc:chgData name="Casey Mulligan" userId="b1a7e7a662de0c22" providerId="LiveId" clId="{F170705F-E34A-DB49-A275-ED5D670D6CFA}"/>
    <pc:docChg chg="undo custSel addSld delSld modSld sldOrd delMainMaster">
      <pc:chgData name="Casey Mulligan" userId="b1a7e7a662de0c22" providerId="LiveId" clId="{F170705F-E34A-DB49-A275-ED5D670D6CFA}" dt="2020-03-10T16:04:58.236" v="9339"/>
      <pc:docMkLst>
        <pc:docMk/>
      </pc:docMkLst>
      <pc:sldChg chg="del">
        <pc:chgData name="Casey Mulligan" userId="b1a7e7a662de0c22" providerId="LiveId" clId="{F170705F-E34A-DB49-A275-ED5D670D6CFA}" dt="2020-01-16T18:16:08.292" v="15" actId="2696"/>
        <pc:sldMkLst>
          <pc:docMk/>
          <pc:sldMk cId="3431243894" sldId="284"/>
        </pc:sldMkLst>
      </pc:sldChg>
      <pc:sldChg chg="del">
        <pc:chgData name="Casey Mulligan" userId="b1a7e7a662de0c22" providerId="LiveId" clId="{F170705F-E34A-DB49-A275-ED5D670D6CFA}" dt="2020-01-16T18:16:08.317" v="30" actId="2696"/>
        <pc:sldMkLst>
          <pc:docMk/>
          <pc:sldMk cId="3310872528" sldId="285"/>
        </pc:sldMkLst>
      </pc:sldChg>
      <pc:sldChg chg="del">
        <pc:chgData name="Casey Mulligan" userId="b1a7e7a662de0c22" providerId="LiveId" clId="{F170705F-E34A-DB49-A275-ED5D670D6CFA}" dt="2020-01-16T18:16:08.310" v="29" actId="2696"/>
        <pc:sldMkLst>
          <pc:docMk/>
          <pc:sldMk cId="465606072" sldId="289"/>
        </pc:sldMkLst>
      </pc:sldChg>
      <pc:sldChg chg="delSp modSp add delAnim">
        <pc:chgData name="Casey Mulligan" userId="b1a7e7a662de0c22" providerId="LiveId" clId="{F170705F-E34A-DB49-A275-ED5D670D6CFA}" dt="2020-03-10T09:09:15.801" v="7164" actId="478"/>
        <pc:sldMkLst>
          <pc:docMk/>
          <pc:sldMk cId="1167902233" sldId="293"/>
        </pc:sldMkLst>
        <pc:spChg chg="del">
          <ac:chgData name="Casey Mulligan" userId="b1a7e7a662de0c22" providerId="LiveId" clId="{F170705F-E34A-DB49-A275-ED5D670D6CFA}" dt="2020-03-10T09:09:15.801" v="7164" actId="478"/>
          <ac:spMkLst>
            <pc:docMk/>
            <pc:sldMk cId="1167902233" sldId="293"/>
            <ac:spMk id="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10:43.790" v="1960" actId="20577"/>
          <ac:spMkLst>
            <pc:docMk/>
            <pc:sldMk cId="1167902233" sldId="293"/>
            <ac:spMk id="16386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10:52.442" v="1974" actId="6549"/>
          <ac:spMkLst>
            <pc:docMk/>
            <pc:sldMk cId="1167902233" sldId="293"/>
            <ac:spMk id="16387" creationId="{00000000-0000-0000-0000-000000000000}"/>
          </ac:spMkLst>
        </pc:spChg>
      </pc:sldChg>
      <pc:sldChg chg="del">
        <pc:chgData name="Casey Mulligan" userId="b1a7e7a662de0c22" providerId="LiveId" clId="{F170705F-E34A-DB49-A275-ED5D670D6CFA}" dt="2020-01-16T18:16:08.270" v="0" actId="2696"/>
        <pc:sldMkLst>
          <pc:docMk/>
          <pc:sldMk cId="3296088521" sldId="293"/>
        </pc:sldMkLst>
      </pc:sldChg>
      <pc:sldChg chg="ord">
        <pc:chgData name="Casey Mulligan" userId="b1a7e7a662de0c22" providerId="LiveId" clId="{F170705F-E34A-DB49-A275-ED5D670D6CFA}" dt="2020-02-11T14:51:21.291" v="3239"/>
        <pc:sldMkLst>
          <pc:docMk/>
          <pc:sldMk cId="3932185310" sldId="304"/>
        </pc:sldMkLst>
      </pc:sldChg>
      <pc:sldChg chg="modSp add modNotesTx">
        <pc:chgData name="Casey Mulligan" userId="b1a7e7a662de0c22" providerId="LiveId" clId="{F170705F-E34A-DB49-A275-ED5D670D6CFA}" dt="2020-03-10T08:57:43.412" v="6431" actId="20577"/>
        <pc:sldMkLst>
          <pc:docMk/>
          <pc:sldMk cId="2522356878" sldId="330"/>
        </pc:sldMkLst>
        <pc:spChg chg="mod">
          <ac:chgData name="Casey Mulligan" userId="b1a7e7a662de0c22" providerId="LiveId" clId="{F170705F-E34A-DB49-A275-ED5D670D6CFA}" dt="2020-02-11T14:15:44.203" v="2174" actId="20577"/>
          <ac:spMkLst>
            <pc:docMk/>
            <pc:sldMk cId="2522356878" sldId="330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22:12.355" v="2621" actId="20577"/>
          <ac:spMkLst>
            <pc:docMk/>
            <pc:sldMk cId="2522356878" sldId="330"/>
            <ac:spMk id="27651" creationId="{00000000-0000-0000-0000-000000000000}"/>
          </ac:spMkLst>
        </pc:spChg>
      </pc:sldChg>
      <pc:sldChg chg="del">
        <pc:chgData name="Casey Mulligan" userId="b1a7e7a662de0c22" providerId="LiveId" clId="{F170705F-E34A-DB49-A275-ED5D670D6CFA}" dt="2020-01-16T18:16:08.297" v="16" actId="2696"/>
        <pc:sldMkLst>
          <pc:docMk/>
          <pc:sldMk cId="3387297147" sldId="330"/>
        </pc:sldMkLst>
      </pc:sldChg>
      <pc:sldChg chg="del">
        <pc:chgData name="Casey Mulligan" userId="b1a7e7a662de0c22" providerId="LiveId" clId="{F170705F-E34A-DB49-A275-ED5D670D6CFA}" dt="2020-01-16T18:16:08.322" v="31" actId="2696"/>
        <pc:sldMkLst>
          <pc:docMk/>
          <pc:sldMk cId="1210897803" sldId="331"/>
        </pc:sldMkLst>
      </pc:sldChg>
      <pc:sldChg chg="del">
        <pc:chgData name="Casey Mulligan" userId="b1a7e7a662de0c22" providerId="LiveId" clId="{F170705F-E34A-DB49-A275-ED5D670D6CFA}" dt="2020-01-16T18:16:27.878" v="34" actId="2696"/>
        <pc:sldMkLst>
          <pc:docMk/>
          <pc:sldMk cId="309026462" sldId="332"/>
        </pc:sldMkLst>
      </pc:sldChg>
      <pc:sldChg chg="del">
        <pc:chgData name="Casey Mulligan" userId="b1a7e7a662de0c22" providerId="LiveId" clId="{F170705F-E34A-DB49-A275-ED5D670D6CFA}" dt="2020-01-16T18:16:27.885" v="36" actId="2696"/>
        <pc:sldMkLst>
          <pc:docMk/>
          <pc:sldMk cId="3118379775" sldId="333"/>
        </pc:sldMkLst>
      </pc:sldChg>
      <pc:sldChg chg="addSp delSp modSp modTransition modAnim modNotesTx">
        <pc:chgData name="Casey Mulligan" userId="b1a7e7a662de0c22" providerId="LiveId" clId="{F170705F-E34A-DB49-A275-ED5D670D6CFA}" dt="2020-01-22T15:31:59.221" v="1072"/>
        <pc:sldMkLst>
          <pc:docMk/>
          <pc:sldMk cId="3679993302" sldId="334"/>
        </pc:sldMkLst>
        <pc:spChg chg="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5" creationId="{436A29FA-95A1-5A46-A9E3-906B7B2F7DC5}"/>
          </ac:spMkLst>
        </pc:spChg>
        <pc:spChg chg="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6" creationId="{D3B483CA-2FB8-6D41-BC4A-6AC29A4E57B8}"/>
          </ac:spMkLst>
        </pc:spChg>
        <pc:spChg chg="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7" creationId="{4819E9EF-11A7-F54C-92D7-64B7A53CC3A5}"/>
          </ac:spMkLst>
        </pc:spChg>
        <pc:spChg chg="del">
          <ac:chgData name="Casey Mulligan" userId="b1a7e7a662de0c22" providerId="LiveId" clId="{F170705F-E34A-DB49-A275-ED5D670D6CFA}" dt="2020-01-22T15:13:29.440" v="873" actId="478"/>
          <ac:spMkLst>
            <pc:docMk/>
            <pc:sldMk cId="3679993302" sldId="334"/>
            <ac:spMk id="8" creationId="{94DC7F3E-5726-4F41-840F-B43E55362042}"/>
          </ac:spMkLst>
        </pc:spChg>
        <pc:spChg chg="del">
          <ac:chgData name="Casey Mulligan" userId="b1a7e7a662de0c22" providerId="LiveId" clId="{F170705F-E34A-DB49-A275-ED5D670D6CFA}" dt="2020-01-22T15:19:47.917" v="922" actId="478"/>
          <ac:spMkLst>
            <pc:docMk/>
            <pc:sldMk cId="3679993302" sldId="334"/>
            <ac:spMk id="9" creationId="{7A0B7336-5ED5-4642-8E16-4D19DDBBB544}"/>
          </ac:spMkLst>
        </pc:spChg>
        <pc:spChg chg="del">
          <ac:chgData name="Casey Mulligan" userId="b1a7e7a662de0c22" providerId="LiveId" clId="{F170705F-E34A-DB49-A275-ED5D670D6CFA}" dt="2020-01-22T15:13:32.405" v="874" actId="478"/>
          <ac:spMkLst>
            <pc:docMk/>
            <pc:sldMk cId="3679993302" sldId="334"/>
            <ac:spMk id="10" creationId="{133BB3C5-8833-DE4B-AECA-78FC8639BEA4}"/>
          </ac:spMkLst>
        </pc:spChg>
        <pc:spChg chg="mod">
          <ac:chgData name="Casey Mulligan" userId="b1a7e7a662de0c22" providerId="LiveId" clId="{F170705F-E34A-DB49-A275-ED5D670D6CFA}" dt="2020-01-22T15:25:18.469" v="1069" actId="404"/>
          <ac:spMkLst>
            <pc:docMk/>
            <pc:sldMk cId="3679993302" sldId="334"/>
            <ac:spMk id="11" creationId="{A3774240-6F0C-1C49-BA1E-5AB0B9B7DDB2}"/>
          </ac:spMkLst>
        </pc:spChg>
        <pc:spChg chg="del mod">
          <ac:chgData name="Casey Mulligan" userId="b1a7e7a662de0c22" providerId="LiveId" clId="{F170705F-E34A-DB49-A275-ED5D670D6CFA}" dt="2020-01-22T15:20:32.594" v="928" actId="478"/>
          <ac:spMkLst>
            <pc:docMk/>
            <pc:sldMk cId="3679993302" sldId="334"/>
            <ac:spMk id="12" creationId="{49A37A5B-4A5B-F348-A2AE-242346019563}"/>
          </ac:spMkLst>
        </pc:spChg>
        <pc:spChg chg="del">
          <ac:chgData name="Casey Mulligan" userId="b1a7e7a662de0c22" providerId="LiveId" clId="{F170705F-E34A-DB49-A275-ED5D670D6CFA}" dt="2020-01-22T15:19:45.422" v="921" actId="478"/>
          <ac:spMkLst>
            <pc:docMk/>
            <pc:sldMk cId="3679993302" sldId="334"/>
            <ac:spMk id="13" creationId="{EC9593B0-CB4A-314A-B175-954CA0A15DEF}"/>
          </ac:spMkLst>
        </pc:spChg>
        <pc:spChg chg="del">
          <ac:chgData name="Casey Mulligan" userId="b1a7e7a662de0c22" providerId="LiveId" clId="{F170705F-E34A-DB49-A275-ED5D670D6CFA}" dt="2020-01-22T15:22:20.834" v="945" actId="478"/>
          <ac:spMkLst>
            <pc:docMk/>
            <pc:sldMk cId="3679993302" sldId="334"/>
            <ac:spMk id="16" creationId="{5693DC72-C668-A741-93FF-08B6242F0F08}"/>
          </ac:spMkLst>
        </pc:spChg>
        <pc:spChg chg="del">
          <ac:chgData name="Casey Mulligan" userId="b1a7e7a662de0c22" providerId="LiveId" clId="{F170705F-E34A-DB49-A275-ED5D670D6CFA}" dt="2020-01-22T15:22:20.834" v="945" actId="478"/>
          <ac:spMkLst>
            <pc:docMk/>
            <pc:sldMk cId="3679993302" sldId="334"/>
            <ac:spMk id="17" creationId="{7D13AC04-45FA-D94A-8D17-684623273433}"/>
          </ac:spMkLst>
        </pc:spChg>
        <pc:spChg chg="add 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18" creationId="{EA98ACE6-04AE-5A4B-93B9-CB99093FF563}"/>
          </ac:spMkLst>
        </pc:spChg>
        <pc:spChg chg="add 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20" creationId="{056B638E-F6EA-834E-9A6B-6DFC95A74F85}"/>
          </ac:spMkLst>
        </pc:spChg>
        <pc:spChg chg="add mod">
          <ac:chgData name="Casey Mulligan" userId="b1a7e7a662de0c22" providerId="LiveId" clId="{F170705F-E34A-DB49-A275-ED5D670D6CFA}" dt="2020-01-22T15:22:50.352" v="952" actId="1076"/>
          <ac:spMkLst>
            <pc:docMk/>
            <pc:sldMk cId="3679993302" sldId="334"/>
            <ac:spMk id="38" creationId="{22BBEC7C-69B0-334B-B62A-FC2B24757016}"/>
          </ac:spMkLst>
        </pc:spChg>
        <pc:spChg chg="add mod">
          <ac:chgData name="Casey Mulligan" userId="b1a7e7a662de0c22" providerId="LiveId" clId="{F170705F-E34A-DB49-A275-ED5D670D6CFA}" dt="2020-01-22T15:23:07.850" v="958" actId="6549"/>
          <ac:spMkLst>
            <pc:docMk/>
            <pc:sldMk cId="3679993302" sldId="334"/>
            <ac:spMk id="39" creationId="{259854DE-EE03-234C-9154-BA6AEC36D3B2}"/>
          </ac:spMkLst>
        </pc:spChg>
        <pc:spChg chg="add mod">
          <ac:chgData name="Casey Mulligan" userId="b1a7e7a662de0c22" providerId="LiveId" clId="{F170705F-E34A-DB49-A275-ED5D670D6CFA}" dt="2020-01-22T15:23:55.885" v="978" actId="1076"/>
          <ac:spMkLst>
            <pc:docMk/>
            <pc:sldMk cId="3679993302" sldId="334"/>
            <ac:spMk id="41" creationId="{120CE1C9-7487-A249-9659-8E7B9A109A44}"/>
          </ac:spMkLst>
        </pc:spChg>
        <pc:spChg chg="add mod">
          <ac:chgData name="Casey Mulligan" userId="b1a7e7a662de0c22" providerId="LiveId" clId="{F170705F-E34A-DB49-A275-ED5D670D6CFA}" dt="2020-01-22T15:24:24.404" v="1015" actId="14100"/>
          <ac:spMkLst>
            <pc:docMk/>
            <pc:sldMk cId="3679993302" sldId="334"/>
            <ac:spMk id="42" creationId="{FA063E16-E334-3A48-9A3D-55D4690BD4A6}"/>
          </ac:spMkLst>
        </pc:spChg>
        <pc:grpChg chg="mod">
          <ac:chgData name="Casey Mulligan" userId="b1a7e7a662de0c22" providerId="LiveId" clId="{F170705F-E34A-DB49-A275-ED5D670D6CFA}" dt="2020-01-22T15:22:27.269" v="946" actId="1076"/>
          <ac:grpSpMkLst>
            <pc:docMk/>
            <pc:sldMk cId="3679993302" sldId="334"/>
            <ac:grpSpMk id="2" creationId="{BD04C3A6-5A85-044C-8C3E-16D7C340EB86}"/>
          </ac:grpSpMkLst>
        </pc:grpChg>
        <pc:cxnChg chg="del">
          <ac:chgData name="Casey Mulligan" userId="b1a7e7a662de0c22" providerId="LiveId" clId="{F170705F-E34A-DB49-A275-ED5D670D6CFA}" dt="2020-01-22T15:13:35.271" v="875" actId="478"/>
          <ac:cxnSpMkLst>
            <pc:docMk/>
            <pc:sldMk cId="3679993302" sldId="334"/>
            <ac:cxnSpMk id="14" creationId="{62EBE785-E302-A14F-9EC7-D68E0FFD2026}"/>
          </ac:cxnSpMkLst>
        </pc:cxnChg>
        <pc:cxnChg chg="del">
          <ac:chgData name="Casey Mulligan" userId="b1a7e7a662de0c22" providerId="LiveId" clId="{F170705F-E34A-DB49-A275-ED5D670D6CFA}" dt="2020-01-22T15:19:51.043" v="923" actId="478"/>
          <ac:cxnSpMkLst>
            <pc:docMk/>
            <pc:sldMk cId="3679993302" sldId="334"/>
            <ac:cxnSpMk id="15" creationId="{4D060B8F-8013-A249-B543-97E432C54827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19" creationId="{7B1B04BA-39C5-5140-9F1C-AE45E564811E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21" creationId="{77B59F16-3481-B347-AAE0-A290342BEFAE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25" creationId="{5BA7FF33-69B4-CB48-9DA0-83C1D8B33191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29" creationId="{5CAA4CCA-731A-6D4B-A416-B7451AAD13B6}"/>
          </ac:cxnSpMkLst>
        </pc:cxnChg>
        <pc:cxnChg chg="add mod">
          <ac:chgData name="Casey Mulligan" userId="b1a7e7a662de0c22" providerId="LiveId" clId="{F170705F-E34A-DB49-A275-ED5D670D6CFA}" dt="2020-01-22T15:23:28.197" v="959" actId="1076"/>
          <ac:cxnSpMkLst>
            <pc:docMk/>
            <pc:sldMk cId="3679993302" sldId="334"/>
            <ac:cxnSpMk id="32" creationId="{FBBBBB79-2C1D-0640-B4FC-068A93564438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34" creationId="{5946AA21-4849-184B-9F0E-AE3FF573B4A0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35" creationId="{647FF4FE-8492-2542-824E-5BA59E630615}"/>
          </ac:cxnSpMkLst>
        </pc:cxnChg>
        <pc:cxnChg chg="add mod">
          <ac:chgData name="Casey Mulligan" userId="b1a7e7a662de0c22" providerId="LiveId" clId="{F170705F-E34A-DB49-A275-ED5D670D6CFA}" dt="2020-01-22T15:23:04.516" v="956" actId="1076"/>
          <ac:cxnSpMkLst>
            <pc:docMk/>
            <pc:sldMk cId="3679993302" sldId="334"/>
            <ac:cxnSpMk id="40" creationId="{E5D5BBC0-DAF2-8242-A053-119AD37EA6A9}"/>
          </ac:cxnSpMkLst>
        </pc:cxnChg>
      </pc:sldChg>
      <pc:sldChg chg="modTransition">
        <pc:chgData name="Casey Mulligan" userId="b1a7e7a662de0c22" providerId="LiveId" clId="{F170705F-E34A-DB49-A275-ED5D670D6CFA}" dt="2020-02-11T16:13:07.694" v="4181"/>
        <pc:sldMkLst>
          <pc:docMk/>
          <pc:sldMk cId="353614924" sldId="335"/>
        </pc:sldMkLst>
      </pc:sldChg>
      <pc:sldChg chg="del">
        <pc:chgData name="Casey Mulligan" userId="b1a7e7a662de0c22" providerId="LiveId" clId="{F170705F-E34A-DB49-A275-ED5D670D6CFA}" dt="2020-01-16T18:16:27.881" v="35" actId="2696"/>
        <pc:sldMkLst>
          <pc:docMk/>
          <pc:sldMk cId="1273308654" sldId="336"/>
        </pc:sldMkLst>
      </pc:sldChg>
      <pc:sldChg chg="addSp delSp modSp add modTransition delAnim modAnim modNotesTx">
        <pc:chgData name="Casey Mulligan" userId="b1a7e7a662de0c22" providerId="LiveId" clId="{F170705F-E34A-DB49-A275-ED5D670D6CFA}" dt="2020-02-11T16:13:07.694" v="4181"/>
        <pc:sldMkLst>
          <pc:docMk/>
          <pc:sldMk cId="1611484829" sldId="336"/>
        </pc:sldMkLst>
        <pc:spChg chg="mod">
          <ac:chgData name="Casey Mulligan" userId="b1a7e7a662de0c22" providerId="LiveId" clId="{F170705F-E34A-DB49-A275-ED5D670D6CFA}" dt="2020-01-16T18:17:39.585" v="68" actId="20577"/>
          <ac:spMkLst>
            <pc:docMk/>
            <pc:sldMk cId="1611484829" sldId="336"/>
            <ac:spMk id="9" creationId="{05BBD851-E76B-404D-BFF0-D8BBF37466DF}"/>
          </ac:spMkLst>
        </pc:spChg>
        <pc:spChg chg="add mod">
          <ac:chgData name="Casey Mulligan" userId="b1a7e7a662de0c22" providerId="LiveId" clId="{F170705F-E34A-DB49-A275-ED5D670D6CFA}" dt="2020-01-16T18:23:36.721" v="110" actId="14100"/>
          <ac:spMkLst>
            <pc:docMk/>
            <pc:sldMk cId="1611484829" sldId="336"/>
            <ac:spMk id="21" creationId="{815CD01A-9474-D046-881C-1E5CF2D3C95C}"/>
          </ac:spMkLst>
        </pc:spChg>
        <pc:spChg chg="add mod">
          <ac:chgData name="Casey Mulligan" userId="b1a7e7a662de0c22" providerId="LiveId" clId="{F170705F-E34A-DB49-A275-ED5D670D6CFA}" dt="2020-01-16T18:22:47.181" v="101" actId="1076"/>
          <ac:spMkLst>
            <pc:docMk/>
            <pc:sldMk cId="1611484829" sldId="336"/>
            <ac:spMk id="22" creationId="{733434EE-6278-5542-AA15-4371AB168794}"/>
          </ac:spMkLst>
        </pc:spChg>
        <pc:spChg chg="add mod">
          <ac:chgData name="Casey Mulligan" userId="b1a7e7a662de0c22" providerId="LiveId" clId="{F170705F-E34A-DB49-A275-ED5D670D6CFA}" dt="2020-01-16T18:37:22.382" v="464" actId="14100"/>
          <ac:spMkLst>
            <pc:docMk/>
            <pc:sldMk cId="1611484829" sldId="336"/>
            <ac:spMk id="24" creationId="{E71140D7-3A5F-1144-A48C-ECDD66108499}"/>
          </ac:spMkLst>
        </pc:spChg>
        <pc:spChg chg="mod">
          <ac:chgData name="Casey Mulligan" userId="b1a7e7a662de0c22" providerId="LiveId" clId="{F170705F-E34A-DB49-A275-ED5D670D6CFA}" dt="2020-01-16T18:19:50.744" v="77" actId="1076"/>
          <ac:spMkLst>
            <pc:docMk/>
            <pc:sldMk cId="1611484829" sldId="336"/>
            <ac:spMk id="26" creationId="{1BF528DB-1EB4-A043-A440-F970089C68CE}"/>
          </ac:spMkLst>
        </pc:spChg>
        <pc:spChg chg="mod">
          <ac:chgData name="Casey Mulligan" userId="b1a7e7a662de0c22" providerId="LiveId" clId="{F170705F-E34A-DB49-A275-ED5D670D6CFA}" dt="2020-01-16T18:19:44.480" v="76" actId="14100"/>
          <ac:spMkLst>
            <pc:docMk/>
            <pc:sldMk cId="1611484829" sldId="336"/>
            <ac:spMk id="27" creationId="{6961847F-27DE-184C-A9AD-D461129B97DF}"/>
          </ac:spMkLst>
        </pc:spChg>
        <pc:spChg chg="add mod">
          <ac:chgData name="Casey Mulligan" userId="b1a7e7a662de0c22" providerId="LiveId" clId="{F170705F-E34A-DB49-A275-ED5D670D6CFA}" dt="2020-01-16T18:27:20.619" v="178" actId="1076"/>
          <ac:spMkLst>
            <pc:docMk/>
            <pc:sldMk cId="1611484829" sldId="336"/>
            <ac:spMk id="29" creationId="{25314814-FAE5-E243-BFE7-922E6594EF1C}"/>
          </ac:spMkLst>
        </pc:spChg>
        <pc:spChg chg="mod">
          <ac:chgData name="Casey Mulligan" userId="b1a7e7a662de0c22" providerId="LiveId" clId="{F170705F-E34A-DB49-A275-ED5D670D6CFA}" dt="2020-01-16T18:28:08.767" v="183" actId="1076"/>
          <ac:spMkLst>
            <pc:docMk/>
            <pc:sldMk cId="1611484829" sldId="336"/>
            <ac:spMk id="33" creationId="{A69EEAA9-9E55-864E-B68B-53BFD8C3C639}"/>
          </ac:spMkLst>
        </pc:spChg>
        <pc:spChg chg="mod">
          <ac:chgData name="Casey Mulligan" userId="b1a7e7a662de0c22" providerId="LiveId" clId="{F170705F-E34A-DB49-A275-ED5D670D6CFA}" dt="2020-01-16T18:21:27.956" v="87" actId="1076"/>
          <ac:spMkLst>
            <pc:docMk/>
            <pc:sldMk cId="1611484829" sldId="336"/>
            <ac:spMk id="38" creationId="{EA3DF8A8-6351-3645-B60B-62013CE41A18}"/>
          </ac:spMkLst>
        </pc:spChg>
        <pc:spChg chg="mod">
          <ac:chgData name="Casey Mulligan" userId="b1a7e7a662de0c22" providerId="LiveId" clId="{F170705F-E34A-DB49-A275-ED5D670D6CFA}" dt="2020-01-16T18:47:03.952" v="483" actId="1076"/>
          <ac:spMkLst>
            <pc:docMk/>
            <pc:sldMk cId="1611484829" sldId="336"/>
            <ac:spMk id="50" creationId="{55364782-C613-3047-8208-78F86024F41F}"/>
          </ac:spMkLst>
        </pc:spChg>
        <pc:spChg chg="mod">
          <ac:chgData name="Casey Mulligan" userId="b1a7e7a662de0c22" providerId="LiveId" clId="{F170705F-E34A-DB49-A275-ED5D670D6CFA}" dt="2020-01-16T18:23:01.333" v="103" actId="166"/>
          <ac:spMkLst>
            <pc:docMk/>
            <pc:sldMk cId="1611484829" sldId="336"/>
            <ac:spMk id="51" creationId="{0A68A827-F287-A24C-8C36-B6384FFD7F5E}"/>
          </ac:spMkLst>
        </pc:spChg>
        <pc:spChg chg="del mod">
          <ac:chgData name="Casey Mulligan" userId="b1a7e7a662de0c22" providerId="LiveId" clId="{F170705F-E34A-DB49-A275-ED5D670D6CFA}" dt="2020-01-16T18:27:24.710" v="179" actId="478"/>
          <ac:spMkLst>
            <pc:docMk/>
            <pc:sldMk cId="1611484829" sldId="336"/>
            <ac:spMk id="53" creationId="{5DF68AF3-1AE1-4942-B53F-B4BDFC34EFA0}"/>
          </ac:spMkLst>
        </pc:spChg>
        <pc:spChg chg="mod">
          <ac:chgData name="Casey Mulligan" userId="b1a7e7a662de0c22" providerId="LiveId" clId="{F170705F-E34A-DB49-A275-ED5D670D6CFA}" dt="2020-01-16T18:21:31.318" v="88" actId="1076"/>
          <ac:spMkLst>
            <pc:docMk/>
            <pc:sldMk cId="1611484829" sldId="336"/>
            <ac:spMk id="54" creationId="{DD287A88-21C0-C440-9AF5-0692B47E69AA}"/>
          </ac:spMkLst>
        </pc:spChg>
        <pc:spChg chg="del mod">
          <ac:chgData name="Casey Mulligan" userId="b1a7e7a662de0c22" providerId="LiveId" clId="{F170705F-E34A-DB49-A275-ED5D670D6CFA}" dt="2020-01-16T18:24:25.171" v="116" actId="478"/>
          <ac:spMkLst>
            <pc:docMk/>
            <pc:sldMk cId="1611484829" sldId="336"/>
            <ac:spMk id="55" creationId="{C59B6675-0B18-7043-85CB-AA27139CAD63}"/>
          </ac:spMkLst>
        </pc:spChg>
        <pc:spChg chg="mod">
          <ac:chgData name="Casey Mulligan" userId="b1a7e7a662de0c22" providerId="LiveId" clId="{F170705F-E34A-DB49-A275-ED5D670D6CFA}" dt="2020-01-16T18:19:11.764" v="72" actId="14100"/>
          <ac:spMkLst>
            <pc:docMk/>
            <pc:sldMk cId="1611484829" sldId="336"/>
            <ac:spMk id="2065" creationId="{00000000-0000-0000-0000-000000000000}"/>
          </ac:spMkLst>
        </pc:spChg>
        <pc:spChg chg="mod">
          <ac:chgData name="Casey Mulligan" userId="b1a7e7a662de0c22" providerId="LiveId" clId="{F170705F-E34A-DB49-A275-ED5D670D6CFA}" dt="2020-01-16T18:19:55.794" v="78" actId="14100"/>
          <ac:spMkLst>
            <pc:docMk/>
            <pc:sldMk cId="1611484829" sldId="336"/>
            <ac:spMk id="2069" creationId="{00000000-0000-0000-0000-000000000000}"/>
          </ac:spMkLst>
        </pc:spChg>
        <pc:spChg chg="mod">
          <ac:chgData name="Casey Mulligan" userId="b1a7e7a662de0c22" providerId="LiveId" clId="{F170705F-E34A-DB49-A275-ED5D670D6CFA}" dt="2020-01-16T18:19:34.263" v="75" actId="14100"/>
          <ac:spMkLst>
            <pc:docMk/>
            <pc:sldMk cId="1611484829" sldId="336"/>
            <ac:spMk id="60431" creationId="{00000000-0000-0000-0000-000000000000}"/>
          </ac:spMkLst>
        </pc:spChg>
        <pc:cxnChg chg="add mod">
          <ac:chgData name="Casey Mulligan" userId="b1a7e7a662de0c22" providerId="LiveId" clId="{F170705F-E34A-DB49-A275-ED5D670D6CFA}" dt="2020-01-16T18:25:16.498" v="121" actId="692"/>
          <ac:cxnSpMkLst>
            <pc:docMk/>
            <pc:sldMk cId="1611484829" sldId="336"/>
            <ac:cxnSpMk id="28" creationId="{1A99905A-9B25-8649-80FB-BB2091BC618F}"/>
          </ac:cxnSpMkLst>
        </pc:cxnChg>
        <pc:cxnChg chg="add mod">
          <ac:chgData name="Casey Mulligan" userId="b1a7e7a662de0c22" providerId="LiveId" clId="{F170705F-E34A-DB49-A275-ED5D670D6CFA}" dt="2020-01-16T18:28:33.286" v="190" actId="571"/>
          <ac:cxnSpMkLst>
            <pc:docMk/>
            <pc:sldMk cId="1611484829" sldId="336"/>
            <ac:cxnSpMk id="34" creationId="{DB93ED10-C268-634B-BB48-C1C3956E13CF}"/>
          </ac:cxnSpMkLst>
        </pc:cxnChg>
        <pc:cxnChg chg="del mod">
          <ac:chgData name="Casey Mulligan" userId="b1a7e7a662de0c22" providerId="LiveId" clId="{F170705F-E34A-DB49-A275-ED5D670D6CFA}" dt="2020-01-16T18:28:36.251" v="191" actId="478"/>
          <ac:cxnSpMkLst>
            <pc:docMk/>
            <pc:sldMk cId="1611484829" sldId="336"/>
            <ac:cxnSpMk id="37" creationId="{7FF3D3EC-816D-CD41-B0E3-3BD97AD83E66}"/>
          </ac:cxnSpMkLst>
        </pc:cxnChg>
        <pc:cxnChg chg="mod">
          <ac:chgData name="Casey Mulligan" userId="b1a7e7a662de0c22" providerId="LiveId" clId="{F170705F-E34A-DB49-A275-ED5D670D6CFA}" dt="2020-01-16T18:24:08.796" v="115" actId="1076"/>
          <ac:cxnSpMkLst>
            <pc:docMk/>
            <pc:sldMk cId="1611484829" sldId="336"/>
            <ac:cxnSpMk id="52" creationId="{115E9BB4-B7E7-5440-9CCA-B677519588D7}"/>
          </ac:cxnSpMkLst>
        </pc:cxnChg>
        <pc:cxnChg chg="del">
          <ac:chgData name="Casey Mulligan" userId="b1a7e7a662de0c22" providerId="LiveId" clId="{F170705F-E34A-DB49-A275-ED5D670D6CFA}" dt="2020-01-16T18:38:21.970" v="471" actId="478"/>
          <ac:cxnSpMkLst>
            <pc:docMk/>
            <pc:sldMk cId="1611484829" sldId="336"/>
            <ac:cxnSpMk id="56" creationId="{33C9ACB7-D991-C141-B60F-D12B7E3E3742}"/>
          </ac:cxnSpMkLst>
        </pc:cxnChg>
      </pc:sldChg>
      <pc:sldChg chg="addSp delSp modSp add modTransition modAnim">
        <pc:chgData name="Casey Mulligan" userId="b1a7e7a662de0c22" providerId="LiveId" clId="{F170705F-E34A-DB49-A275-ED5D670D6CFA}" dt="2020-02-11T16:13:07.694" v="4181"/>
        <pc:sldMkLst>
          <pc:docMk/>
          <pc:sldMk cId="1458284105" sldId="337"/>
        </pc:sldMkLst>
        <pc:spChg chg="del">
          <ac:chgData name="Casey Mulligan" userId="b1a7e7a662de0c22" providerId="LiveId" clId="{F170705F-E34A-DB49-A275-ED5D670D6CFA}" dt="2020-01-16T18:37:13.955" v="463" actId="478"/>
          <ac:spMkLst>
            <pc:docMk/>
            <pc:sldMk cId="1458284105" sldId="337"/>
            <ac:spMk id="24" creationId="{E71140D7-3A5F-1144-A48C-ECDD66108499}"/>
          </ac:spMkLst>
        </pc:spChg>
        <pc:spChg chg="add mod">
          <ac:chgData name="Casey Mulligan" userId="b1a7e7a662de0c22" providerId="LiveId" clId="{F170705F-E34A-DB49-A275-ED5D670D6CFA}" dt="2020-01-16T18:50:22.564" v="528" actId="14100"/>
          <ac:spMkLst>
            <pc:docMk/>
            <pc:sldMk cId="1458284105" sldId="337"/>
            <ac:spMk id="31" creationId="{6EF57E57-A965-B24D-AB77-ABD4B1D7B8AA}"/>
          </ac:spMkLst>
        </pc:spChg>
        <pc:spChg chg="add mod">
          <ac:chgData name="Casey Mulligan" userId="b1a7e7a662de0c22" providerId="LiveId" clId="{F170705F-E34A-DB49-A275-ED5D670D6CFA}" dt="2020-01-16T18:50:44.182" v="530" actId="207"/>
          <ac:spMkLst>
            <pc:docMk/>
            <pc:sldMk cId="1458284105" sldId="337"/>
            <ac:spMk id="36" creationId="{FF76C5D0-01AB-4E41-A157-5ED3622A08CD}"/>
          </ac:spMkLst>
        </pc:spChg>
        <pc:spChg chg="add mod">
          <ac:chgData name="Casey Mulligan" userId="b1a7e7a662de0c22" providerId="LiveId" clId="{F170705F-E34A-DB49-A275-ED5D670D6CFA}" dt="2020-01-16T18:51:35.532" v="581" actId="207"/>
          <ac:spMkLst>
            <pc:docMk/>
            <pc:sldMk cId="1458284105" sldId="337"/>
            <ac:spMk id="39" creationId="{FD6FB6D0-1226-1D47-B4CF-C51BE1F85DAE}"/>
          </ac:spMkLst>
        </pc:spChg>
        <pc:spChg chg="add mod">
          <ac:chgData name="Casey Mulligan" userId="b1a7e7a662de0c22" providerId="LiveId" clId="{F170705F-E34A-DB49-A275-ED5D670D6CFA}" dt="2020-01-16T18:51:58.048" v="591" actId="14100"/>
          <ac:spMkLst>
            <pc:docMk/>
            <pc:sldMk cId="1458284105" sldId="337"/>
            <ac:spMk id="40" creationId="{44A18610-F331-EA43-B485-AEE97CAB40D8}"/>
          </ac:spMkLst>
        </pc:spChg>
        <pc:spChg chg="mod">
          <ac:chgData name="Casey Mulligan" userId="b1a7e7a662de0c22" providerId="LiveId" clId="{F170705F-E34A-DB49-A275-ED5D670D6CFA}" dt="2020-01-16T18:46:15.025" v="480" actId="1076"/>
          <ac:spMkLst>
            <pc:docMk/>
            <pc:sldMk cId="1458284105" sldId="337"/>
            <ac:spMk id="50" creationId="{55364782-C613-3047-8208-78F86024F41F}"/>
          </ac:spMkLst>
        </pc:spChg>
        <pc:spChg chg="del">
          <ac:chgData name="Casey Mulligan" userId="b1a7e7a662de0c22" providerId="LiveId" clId="{F170705F-E34A-DB49-A275-ED5D670D6CFA}" dt="2020-01-16T18:38:39.108" v="474" actId="478"/>
          <ac:spMkLst>
            <pc:docMk/>
            <pc:sldMk cId="1458284105" sldId="337"/>
            <ac:spMk id="51" creationId="{0A68A827-F287-A24C-8C36-B6384FFD7F5E}"/>
          </ac:spMkLst>
        </pc:spChg>
        <pc:spChg chg="del">
          <ac:chgData name="Casey Mulligan" userId="b1a7e7a662de0c22" providerId="LiveId" clId="{F170705F-E34A-DB49-A275-ED5D670D6CFA}" dt="2020-01-16T18:38:33.962" v="472" actId="478"/>
          <ac:spMkLst>
            <pc:docMk/>
            <pc:sldMk cId="1458284105" sldId="337"/>
            <ac:spMk id="2065" creationId="{00000000-0000-0000-0000-000000000000}"/>
          </ac:spMkLst>
        </pc:spChg>
        <pc:cxnChg chg="add mod">
          <ac:chgData name="Casey Mulligan" userId="b1a7e7a662de0c22" providerId="LiveId" clId="{F170705F-E34A-DB49-A275-ED5D670D6CFA}" dt="2020-01-16T18:48:57.732" v="489" actId="1076"/>
          <ac:cxnSpMkLst>
            <pc:docMk/>
            <pc:sldMk cId="1458284105" sldId="337"/>
            <ac:cxnSpMk id="30" creationId="{4702D692-BED3-0644-98CB-3C0F21176A26}"/>
          </ac:cxnSpMkLst>
        </pc:cxnChg>
        <pc:cxnChg chg="add mod">
          <ac:chgData name="Casey Mulligan" userId="b1a7e7a662de0c22" providerId="LiveId" clId="{F170705F-E34A-DB49-A275-ED5D670D6CFA}" dt="2020-01-16T18:50:49.511" v="531" actId="692"/>
          <ac:cxnSpMkLst>
            <pc:docMk/>
            <pc:sldMk cId="1458284105" sldId="337"/>
            <ac:cxnSpMk id="32" creationId="{1FC33066-D04C-004B-81ED-ABA9445EA48C}"/>
          </ac:cxnSpMkLst>
        </pc:cxnChg>
        <pc:cxnChg chg="add mod">
          <ac:chgData name="Casey Mulligan" userId="b1a7e7a662de0c22" providerId="LiveId" clId="{F170705F-E34A-DB49-A275-ED5D670D6CFA}" dt="2020-01-16T19:04:29.850" v="604" actId="1076"/>
          <ac:cxnSpMkLst>
            <pc:docMk/>
            <pc:sldMk cId="1458284105" sldId="337"/>
            <ac:cxnSpMk id="37" creationId="{1520A77D-2A75-994A-9382-48C685E97B35}"/>
          </ac:cxnSpMkLst>
        </pc:cxnChg>
        <pc:cxnChg chg="del">
          <ac:chgData name="Casey Mulligan" userId="b1a7e7a662de0c22" providerId="LiveId" clId="{F170705F-E34A-DB49-A275-ED5D670D6CFA}" dt="2020-01-16T18:38:36.802" v="473" actId="478"/>
          <ac:cxnSpMkLst>
            <pc:docMk/>
            <pc:sldMk cId="1458284105" sldId="337"/>
            <ac:cxnSpMk id="52" creationId="{115E9BB4-B7E7-5440-9CCA-B677519588D7}"/>
          </ac:cxnSpMkLst>
        </pc:cxnChg>
        <pc:cxnChg chg="del">
          <ac:chgData name="Casey Mulligan" userId="b1a7e7a662de0c22" providerId="LiveId" clId="{F170705F-E34A-DB49-A275-ED5D670D6CFA}" dt="2020-01-16T18:38:17.957" v="470" actId="478"/>
          <ac:cxnSpMkLst>
            <pc:docMk/>
            <pc:sldMk cId="1458284105" sldId="337"/>
            <ac:cxnSpMk id="56" creationId="{33C9ACB7-D991-C141-B60F-D12B7E3E3742}"/>
          </ac:cxnSpMkLst>
        </pc:cxnChg>
      </pc:sldChg>
      <pc:sldChg chg="del">
        <pc:chgData name="Casey Mulligan" userId="b1a7e7a662de0c22" providerId="LiveId" clId="{F170705F-E34A-DB49-A275-ED5D670D6CFA}" dt="2020-01-16T18:16:27.886" v="37" actId="2696"/>
        <pc:sldMkLst>
          <pc:docMk/>
          <pc:sldMk cId="3013486246" sldId="337"/>
        </pc:sldMkLst>
      </pc:sldChg>
      <pc:sldChg chg="addSp delSp modSp add modTransition modAnim">
        <pc:chgData name="Casey Mulligan" userId="b1a7e7a662de0c22" providerId="LiveId" clId="{F170705F-E34A-DB49-A275-ED5D670D6CFA}" dt="2020-02-11T16:13:07.694" v="4181"/>
        <pc:sldMkLst>
          <pc:docMk/>
          <pc:sldMk cId="1951286370" sldId="338"/>
        </pc:sldMkLst>
        <pc:spChg chg="mod">
          <ac:chgData name="Casey Mulligan" userId="b1a7e7a662de0c22" providerId="LiveId" clId="{F170705F-E34A-DB49-A275-ED5D670D6CFA}" dt="2020-01-16T18:34:27.647" v="421" actId="20577"/>
          <ac:spMkLst>
            <pc:docMk/>
            <pc:sldMk cId="1951286370" sldId="338"/>
            <ac:spMk id="9" creationId="{05BBD851-E76B-404D-BFF0-D8BBF37466DF}"/>
          </ac:spMkLst>
        </pc:spChg>
        <pc:spChg chg="mod">
          <ac:chgData name="Casey Mulligan" userId="b1a7e7a662de0c22" providerId="LiveId" clId="{F170705F-E34A-DB49-A275-ED5D670D6CFA}" dt="2020-01-16T18:37:07.209" v="462" actId="14100"/>
          <ac:spMkLst>
            <pc:docMk/>
            <pc:sldMk cId="1951286370" sldId="338"/>
            <ac:spMk id="24" creationId="{E71140D7-3A5F-1144-A48C-ECDD66108499}"/>
          </ac:spMkLst>
        </pc:spChg>
        <pc:spChg chg="mod">
          <ac:chgData name="Casey Mulligan" userId="b1a7e7a662de0c22" providerId="LiveId" clId="{F170705F-E34A-DB49-A275-ED5D670D6CFA}" dt="2020-01-16T18:37:52.638" v="465" actId="692"/>
          <ac:spMkLst>
            <pc:docMk/>
            <pc:sldMk cId="1951286370" sldId="338"/>
            <ac:spMk id="27" creationId="{6961847F-27DE-184C-A9AD-D461129B97DF}"/>
          </ac:spMkLst>
        </pc:spChg>
        <pc:spChg chg="mod">
          <ac:chgData name="Casey Mulligan" userId="b1a7e7a662de0c22" providerId="LiveId" clId="{F170705F-E34A-DB49-A275-ED5D670D6CFA}" dt="2020-01-16T18:36:08.738" v="455" actId="1076"/>
          <ac:spMkLst>
            <pc:docMk/>
            <pc:sldMk cId="1951286370" sldId="338"/>
            <ac:spMk id="29" creationId="{25314814-FAE5-E243-BFE7-922E6594EF1C}"/>
          </ac:spMkLst>
        </pc:spChg>
        <pc:spChg chg="add mod">
          <ac:chgData name="Casey Mulligan" userId="b1a7e7a662de0c22" providerId="LiveId" clId="{F170705F-E34A-DB49-A275-ED5D670D6CFA}" dt="2020-01-16T18:46:49.866" v="481" actId="571"/>
          <ac:spMkLst>
            <pc:docMk/>
            <pc:sldMk cId="1951286370" sldId="338"/>
            <ac:spMk id="30" creationId="{6F3BCEBF-CD49-BD4C-A42C-403B665A2B87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32" creationId="{410CA92F-65E1-1D46-A6D0-E74B2EEEC378}"/>
          </ac:spMkLst>
        </pc:spChg>
        <pc:spChg chg="del">
          <ac:chgData name="Casey Mulligan" userId="b1a7e7a662de0c22" providerId="LiveId" clId="{F170705F-E34A-DB49-A275-ED5D670D6CFA}" dt="2020-01-16T19:03:23.538" v="601" actId="478"/>
          <ac:spMkLst>
            <pc:docMk/>
            <pc:sldMk cId="1951286370" sldId="338"/>
            <ac:spMk id="33" creationId="{A69EEAA9-9E55-864E-B68B-53BFD8C3C639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37" creationId="{46C45D9C-E267-1A48-853A-CC1AD6A255C0}"/>
          </ac:spMkLst>
        </pc:spChg>
        <pc:spChg chg="del">
          <ac:chgData name="Casey Mulligan" userId="b1a7e7a662de0c22" providerId="LiveId" clId="{F170705F-E34A-DB49-A275-ED5D670D6CFA}" dt="2020-01-16T18:38:08.746" v="467" actId="478"/>
          <ac:spMkLst>
            <pc:docMk/>
            <pc:sldMk cId="1951286370" sldId="338"/>
            <ac:spMk id="38" creationId="{EA3DF8A8-6351-3645-B60B-62013CE41A18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40" creationId="{AB0902A3-5125-DC47-9B56-76E72901417F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41" creationId="{D2CEA9F2-DB04-F64F-927F-D4D25058E11E}"/>
          </ac:spMkLst>
        </pc:spChg>
        <pc:spChg chg="del">
          <ac:chgData name="Casey Mulligan" userId="b1a7e7a662de0c22" providerId="LiveId" clId="{F170705F-E34A-DB49-A275-ED5D670D6CFA}" dt="2020-01-16T18:46:54.845" v="482" actId="478"/>
          <ac:spMkLst>
            <pc:docMk/>
            <pc:sldMk cId="1951286370" sldId="338"/>
            <ac:spMk id="50" creationId="{55364782-C613-3047-8208-78F86024F41F}"/>
          </ac:spMkLst>
        </pc:spChg>
        <pc:spChg chg="del">
          <ac:chgData name="Casey Mulligan" userId="b1a7e7a662de0c22" providerId="LiveId" clId="{F170705F-E34A-DB49-A275-ED5D670D6CFA}" dt="2020-01-16T18:38:12.458" v="468" actId="478"/>
          <ac:spMkLst>
            <pc:docMk/>
            <pc:sldMk cId="1951286370" sldId="338"/>
            <ac:spMk id="54" creationId="{DD287A88-21C0-C440-9AF5-0692B47E69AA}"/>
          </ac:spMkLst>
        </pc:spChg>
        <pc:spChg chg="del">
          <ac:chgData name="Casey Mulligan" userId="b1a7e7a662de0c22" providerId="LiveId" clId="{F170705F-E34A-DB49-A275-ED5D670D6CFA}" dt="2020-01-16T18:34:33.120" v="422" actId="478"/>
          <ac:spMkLst>
            <pc:docMk/>
            <pc:sldMk cId="1951286370" sldId="338"/>
            <ac:spMk id="60431" creationId="{00000000-0000-0000-0000-000000000000}"/>
          </ac:spMkLst>
        </pc:spChg>
        <pc:cxnChg chg="mod">
          <ac:chgData name="Casey Mulligan" userId="b1a7e7a662de0c22" providerId="LiveId" clId="{F170705F-E34A-DB49-A275-ED5D670D6CFA}" dt="2020-01-16T18:36:50.499" v="461" actId="14100"/>
          <ac:cxnSpMkLst>
            <pc:docMk/>
            <pc:sldMk cId="1951286370" sldId="338"/>
            <ac:cxnSpMk id="28" creationId="{1A99905A-9B25-8649-80FB-BB2091BC618F}"/>
          </ac:cxnSpMkLst>
        </pc:cxnChg>
        <pc:cxnChg chg="add">
          <ac:chgData name="Casey Mulligan" userId="b1a7e7a662de0c22" providerId="LiveId" clId="{F170705F-E34A-DB49-A275-ED5D670D6CFA}" dt="2020-01-16T18:52:45.598" v="596"/>
          <ac:cxnSpMkLst>
            <pc:docMk/>
            <pc:sldMk cId="1951286370" sldId="338"/>
            <ac:cxnSpMk id="31" creationId="{546092A6-8C3C-E74D-8350-69BB8BC211AF}"/>
          </ac:cxnSpMkLst>
        </pc:cxnChg>
        <pc:cxnChg chg="del mod">
          <ac:chgData name="Casey Mulligan" userId="b1a7e7a662de0c22" providerId="LiveId" clId="{F170705F-E34A-DB49-A275-ED5D670D6CFA}" dt="2020-01-16T19:03:23.538" v="601" actId="478"/>
          <ac:cxnSpMkLst>
            <pc:docMk/>
            <pc:sldMk cId="1951286370" sldId="338"/>
            <ac:cxnSpMk id="34" creationId="{DB93ED10-C268-634B-BB48-C1C3956E13CF}"/>
          </ac:cxnSpMkLst>
        </pc:cxnChg>
        <pc:cxnChg chg="add">
          <ac:chgData name="Casey Mulligan" userId="b1a7e7a662de0c22" providerId="LiveId" clId="{F170705F-E34A-DB49-A275-ED5D670D6CFA}" dt="2020-01-16T18:52:45.598" v="596"/>
          <ac:cxnSpMkLst>
            <pc:docMk/>
            <pc:sldMk cId="1951286370" sldId="338"/>
            <ac:cxnSpMk id="36" creationId="{2211D463-783F-0844-BE13-12DA261228D8}"/>
          </ac:cxnSpMkLst>
        </pc:cxnChg>
        <pc:cxnChg chg="add mod">
          <ac:chgData name="Casey Mulligan" userId="b1a7e7a662de0c22" providerId="LiveId" clId="{F170705F-E34A-DB49-A275-ED5D670D6CFA}" dt="2020-01-16T19:05:00.268" v="608" actId="1076"/>
          <ac:cxnSpMkLst>
            <pc:docMk/>
            <pc:sldMk cId="1951286370" sldId="338"/>
            <ac:cxnSpMk id="39" creationId="{FA1C8CC8-B09C-3640-9613-F751B177B47D}"/>
          </ac:cxnSpMkLst>
        </pc:cxnChg>
        <pc:cxnChg chg="del">
          <ac:chgData name="Casey Mulligan" userId="b1a7e7a662de0c22" providerId="LiveId" clId="{F170705F-E34A-DB49-A275-ED5D670D6CFA}" dt="2020-01-16T18:38:14.558" v="469" actId="478"/>
          <ac:cxnSpMkLst>
            <pc:docMk/>
            <pc:sldMk cId="1951286370" sldId="338"/>
            <ac:cxnSpMk id="56" creationId="{33C9ACB7-D991-C141-B60F-D12B7E3E3742}"/>
          </ac:cxnSpMkLst>
        </pc:cxnChg>
      </pc:sldChg>
      <pc:sldChg chg="del">
        <pc:chgData name="Casey Mulligan" userId="b1a7e7a662de0c22" providerId="LiveId" clId="{F170705F-E34A-DB49-A275-ED5D670D6CFA}" dt="2020-01-16T18:16:27.870" v="32" actId="2696"/>
        <pc:sldMkLst>
          <pc:docMk/>
          <pc:sldMk cId="2564084065" sldId="338"/>
        </pc:sldMkLst>
      </pc:sldChg>
      <pc:sldChg chg="del">
        <pc:chgData name="Casey Mulligan" userId="b1a7e7a662de0c22" providerId="LiveId" clId="{F170705F-E34A-DB49-A275-ED5D670D6CFA}" dt="2020-01-16T18:16:27.874" v="33" actId="2696"/>
        <pc:sldMkLst>
          <pc:docMk/>
          <pc:sldMk cId="2751458069" sldId="339"/>
        </pc:sldMkLst>
      </pc:sldChg>
      <pc:sldChg chg="addSp delSp modSp add ord modTransition modAnim modNotesTx">
        <pc:chgData name="Casey Mulligan" userId="b1a7e7a662de0c22" providerId="LiveId" clId="{F170705F-E34A-DB49-A275-ED5D670D6CFA}" dt="2020-03-10T09:16:04.252" v="7504" actId="20577"/>
        <pc:sldMkLst>
          <pc:docMk/>
          <pc:sldMk cId="3790629861" sldId="339"/>
        </pc:sldMkLst>
        <pc:spChg chg="add mod">
          <ac:chgData name="Casey Mulligan" userId="b1a7e7a662de0c22" providerId="LiveId" clId="{F170705F-E34A-DB49-A275-ED5D670D6CFA}" dt="2020-02-03T15:36:12.071" v="1920" actId="692"/>
          <ac:spMkLst>
            <pc:docMk/>
            <pc:sldMk cId="3790629861" sldId="339"/>
            <ac:spMk id="2" creationId="{C78BB016-5263-5341-AE35-27B4B081EE43}"/>
          </ac:spMkLst>
        </pc:spChg>
        <pc:spChg chg="mod">
          <ac:chgData name="Casey Mulligan" userId="b1a7e7a662de0c22" providerId="LiveId" clId="{F170705F-E34A-DB49-A275-ED5D670D6CFA}" dt="2020-02-03T15:31:18.031" v="1891" actId="20577"/>
          <ac:spMkLst>
            <pc:docMk/>
            <pc:sldMk cId="3790629861" sldId="339"/>
            <ac:spMk id="9" creationId="{05BBD851-E76B-404D-BFF0-D8BBF37466DF}"/>
          </ac:spMkLst>
        </pc:spChg>
        <pc:spChg chg="del">
          <ac:chgData name="Casey Mulligan" userId="b1a7e7a662de0c22" providerId="LiveId" clId="{F170705F-E34A-DB49-A275-ED5D670D6CFA}" dt="2020-02-03T15:31:46.452" v="1892" actId="478"/>
          <ac:spMkLst>
            <pc:docMk/>
            <pc:sldMk cId="3790629861" sldId="339"/>
            <ac:spMk id="27" creationId="{6961847F-27DE-184C-A9AD-D461129B97DF}"/>
          </ac:spMkLst>
        </pc:spChg>
        <pc:spChg chg="add mod">
          <ac:chgData name="Casey Mulligan" userId="b1a7e7a662de0c22" providerId="LiveId" clId="{F170705F-E34A-DB49-A275-ED5D670D6CFA}" dt="2020-01-16T19:07:47.781" v="618" actId="1076"/>
          <ac:spMkLst>
            <pc:docMk/>
            <pc:sldMk cId="3790629861" sldId="339"/>
            <ac:spMk id="33" creationId="{7DA2C119-A7D9-7047-8544-90D24DD67C0C}"/>
          </ac:spMkLst>
        </pc:spChg>
        <pc:spChg chg="add mod">
          <ac:chgData name="Casey Mulligan" userId="b1a7e7a662de0c22" providerId="LiveId" clId="{F170705F-E34A-DB49-A275-ED5D670D6CFA}" dt="2020-01-16T19:07:56.172" v="622" actId="20577"/>
          <ac:spMkLst>
            <pc:docMk/>
            <pc:sldMk cId="3790629861" sldId="339"/>
            <ac:spMk id="34" creationId="{69E2ECE2-ABDD-6843-A2C4-74581791B5C0}"/>
          </ac:spMkLst>
        </pc:spChg>
        <pc:spChg chg="add mod">
          <ac:chgData name="Casey Mulligan" userId="b1a7e7a662de0c22" providerId="LiveId" clId="{F170705F-E34A-DB49-A275-ED5D670D6CFA}" dt="2020-02-03T15:36:21.610" v="1921" actId="1076"/>
          <ac:spMkLst>
            <pc:docMk/>
            <pc:sldMk cId="3790629861" sldId="339"/>
            <ac:spMk id="38" creationId="{E3E90CC9-8328-1740-93FB-7F589738A36C}"/>
          </ac:spMkLst>
        </pc:spChg>
        <pc:cxnChg chg="add del">
          <ac:chgData name="Casey Mulligan" userId="b1a7e7a662de0c22" providerId="LiveId" clId="{F170705F-E34A-DB49-A275-ED5D670D6CFA}" dt="2020-02-03T15:33:18.051" v="1911" actId="478"/>
          <ac:cxnSpMkLst>
            <pc:docMk/>
            <pc:sldMk cId="3790629861" sldId="339"/>
            <ac:cxnSpMk id="42" creationId="{032E62A3-C79F-3347-8438-2E0E3E9A4440}"/>
          </ac:cxnSpMkLst>
        </pc:cxnChg>
        <pc:cxnChg chg="del">
          <ac:chgData name="Casey Mulligan" userId="b1a7e7a662de0c22" providerId="LiveId" clId="{F170705F-E34A-DB49-A275-ED5D670D6CFA}" dt="2020-01-16T19:06:38.349" v="611" actId="478"/>
          <ac:cxnSpMkLst>
            <pc:docMk/>
            <pc:sldMk cId="3790629861" sldId="339"/>
            <ac:cxnSpMk id="52" creationId="{115E9BB4-B7E7-5440-9CCA-B677519588D7}"/>
          </ac:cxnSpMkLst>
        </pc:cxnChg>
      </pc:sldChg>
      <pc:sldChg chg="addSp delSp modSp add ord modTransition modAnim modNotesTx">
        <pc:chgData name="Casey Mulligan" userId="b1a7e7a662de0c22" providerId="LiveId" clId="{F170705F-E34A-DB49-A275-ED5D670D6CFA}" dt="2020-03-10T16:04:58.236" v="9339"/>
        <pc:sldMkLst>
          <pc:docMk/>
          <pc:sldMk cId="3422163689" sldId="340"/>
        </pc:sldMkLst>
        <pc:spChg chg="add del mod">
          <ac:chgData name="Casey Mulligan" userId="b1a7e7a662de0c22" providerId="LiveId" clId="{F170705F-E34A-DB49-A275-ED5D670D6CFA}" dt="2020-02-03T15:32:13.237" v="1898" actId="478"/>
          <ac:spMkLst>
            <pc:docMk/>
            <pc:sldMk cId="3422163689" sldId="340"/>
            <ac:spMk id="2" creationId="{11C03336-E85B-FD44-BAFD-E776F2BBFFC5}"/>
          </ac:spMkLst>
        </pc:spChg>
        <pc:spChg chg="add del">
          <ac:chgData name="Casey Mulligan" userId="b1a7e7a662de0c22" providerId="LiveId" clId="{F170705F-E34A-DB49-A275-ED5D670D6CFA}" dt="2020-02-03T15:32:10.210" v="1896"/>
          <ac:spMkLst>
            <pc:docMk/>
            <pc:sldMk cId="3422163689" sldId="340"/>
            <ac:spMk id="3" creationId="{132662A3-7135-9E48-9006-8E2CBA12ED7C}"/>
          </ac:spMkLst>
        </pc:spChg>
        <pc:spChg chg="add del mod">
          <ac:chgData name="Casey Mulligan" userId="b1a7e7a662de0c22" providerId="LiveId" clId="{F170705F-E34A-DB49-A275-ED5D670D6CFA}" dt="2020-02-03T15:32:48.044" v="1906" actId="20577"/>
          <ac:spMkLst>
            <pc:docMk/>
            <pc:sldMk cId="3422163689" sldId="340"/>
            <ac:spMk id="9" creationId="{05BBD851-E76B-404D-BFF0-D8BBF37466DF}"/>
          </ac:spMkLst>
        </pc:spChg>
        <pc:spChg chg="add">
          <ac:chgData name="Casey Mulligan" userId="b1a7e7a662de0c22" providerId="LiveId" clId="{F170705F-E34A-DB49-A275-ED5D670D6CFA}" dt="2020-03-10T16:04:58.236" v="9339"/>
          <ac:spMkLst>
            <pc:docMk/>
            <pc:sldMk cId="3422163689" sldId="340"/>
            <ac:spMk id="33" creationId="{70321CFB-703F-714F-9A4D-5C59AE1BB4EF}"/>
          </ac:spMkLst>
        </pc:spChg>
        <pc:spChg chg="del">
          <ac:chgData name="Casey Mulligan" userId="b1a7e7a662de0c22" providerId="LiveId" clId="{F170705F-E34A-DB49-A275-ED5D670D6CFA}" dt="2020-02-03T15:33:06.262" v="1909"/>
          <ac:spMkLst>
            <pc:docMk/>
            <pc:sldMk cId="3422163689" sldId="340"/>
            <ac:spMk id="33" creationId="{A69EEAA9-9E55-864E-B68B-53BFD8C3C639}"/>
          </ac:spMkLst>
        </pc:spChg>
        <pc:spChg chg="add">
          <ac:chgData name="Casey Mulligan" userId="b1a7e7a662de0c22" providerId="LiveId" clId="{F170705F-E34A-DB49-A275-ED5D670D6CFA}" dt="2020-01-16T19:08:51.119" v="627"/>
          <ac:spMkLst>
            <pc:docMk/>
            <pc:sldMk cId="3422163689" sldId="340"/>
            <ac:spMk id="41" creationId="{5B5292FF-75C7-6E42-885D-FA671B138D7F}"/>
          </ac:spMkLst>
        </pc:spChg>
        <pc:spChg chg="add mod">
          <ac:chgData name="Casey Mulligan" userId="b1a7e7a662de0c22" providerId="LiveId" clId="{F170705F-E34A-DB49-A275-ED5D670D6CFA}" dt="2020-01-16T19:09:03.178" v="631" actId="20577"/>
          <ac:spMkLst>
            <pc:docMk/>
            <pc:sldMk cId="3422163689" sldId="340"/>
            <ac:spMk id="42" creationId="{D87CC740-DC4D-304C-AE16-AD5DC1F810BA}"/>
          </ac:spMkLst>
        </pc:spChg>
        <pc:cxnChg chg="del">
          <ac:chgData name="Casey Mulligan" userId="b1a7e7a662de0c22" providerId="LiveId" clId="{F170705F-E34A-DB49-A275-ED5D670D6CFA}" dt="2020-02-03T15:33:06.262" v="1909"/>
          <ac:cxnSpMkLst>
            <pc:docMk/>
            <pc:sldMk cId="3422163689" sldId="340"/>
            <ac:cxnSpMk id="34" creationId="{DB93ED10-C268-634B-BB48-C1C3956E13CF}"/>
          </ac:cxnSpMkLst>
        </pc:cxnChg>
      </pc:sldChg>
      <pc:sldChg chg="addSp delSp modSp add modTransition modNotesTx">
        <pc:chgData name="Casey Mulligan" userId="b1a7e7a662de0c22" providerId="LiveId" clId="{F170705F-E34A-DB49-A275-ED5D670D6CFA}" dt="2020-01-22T15:04:45.138" v="842"/>
        <pc:sldMkLst>
          <pc:docMk/>
          <pc:sldMk cId="2231995645" sldId="341"/>
        </pc:sldMkLst>
        <pc:spChg chg="mod">
          <ac:chgData name="Casey Mulligan" userId="b1a7e7a662de0c22" providerId="LiveId" clId="{F170705F-E34A-DB49-A275-ED5D670D6CFA}" dt="2020-01-22T14:48:38.648" v="684" actId="20577"/>
          <ac:spMkLst>
            <pc:docMk/>
            <pc:sldMk cId="2231995645" sldId="341"/>
            <ac:spMk id="9" creationId="{05BBD851-E76B-404D-BFF0-D8BBF37466DF}"/>
          </ac:spMkLst>
        </pc:spChg>
        <pc:spChg chg="del">
          <ac:chgData name="Casey Mulligan" userId="b1a7e7a662de0c22" providerId="LiveId" clId="{F170705F-E34A-DB49-A275-ED5D670D6CFA}" dt="2020-01-22T14:48:43.082" v="685" actId="478"/>
          <ac:spMkLst>
            <pc:docMk/>
            <pc:sldMk cId="2231995645" sldId="341"/>
            <ac:spMk id="22" creationId="{733434EE-6278-5542-AA15-4371AB168794}"/>
          </ac:spMkLst>
        </pc:spChg>
        <pc:spChg chg="del">
          <ac:chgData name="Casey Mulligan" userId="b1a7e7a662de0c22" providerId="LiveId" clId="{F170705F-E34A-DB49-A275-ED5D670D6CFA}" dt="2020-01-22T14:49:06.927" v="686" actId="478"/>
          <ac:spMkLst>
            <pc:docMk/>
            <pc:sldMk cId="2231995645" sldId="341"/>
            <ac:spMk id="27" creationId="{6961847F-27DE-184C-A9AD-D461129B97DF}"/>
          </ac:spMkLst>
        </pc:spChg>
        <pc:spChg chg="mod">
          <ac:chgData name="Casey Mulligan" userId="b1a7e7a662de0c22" providerId="LiveId" clId="{F170705F-E34A-DB49-A275-ED5D670D6CFA}" dt="2020-01-22T14:52:08.106" v="703" actId="166"/>
          <ac:spMkLst>
            <pc:docMk/>
            <pc:sldMk cId="2231995645" sldId="341"/>
            <ac:spMk id="30" creationId="{6F3BCEBF-CD49-BD4C-A42C-403B665A2B87}"/>
          </ac:spMkLst>
        </pc:spChg>
        <pc:spChg chg="mod">
          <ac:chgData name="Casey Mulligan" userId="b1a7e7a662de0c22" providerId="LiveId" clId="{F170705F-E34A-DB49-A275-ED5D670D6CFA}" dt="2020-01-22T15:03:38.601" v="838" actId="1076"/>
          <ac:spMkLst>
            <pc:docMk/>
            <pc:sldMk cId="2231995645" sldId="341"/>
            <ac:spMk id="33" creationId="{7DA2C119-A7D9-7047-8544-90D24DD67C0C}"/>
          </ac:spMkLst>
        </pc:spChg>
        <pc:spChg chg="mod">
          <ac:chgData name="Casey Mulligan" userId="b1a7e7a662de0c22" providerId="LiveId" clId="{F170705F-E34A-DB49-A275-ED5D670D6CFA}" dt="2020-01-22T14:53:54.512" v="716" actId="1076"/>
          <ac:spMkLst>
            <pc:docMk/>
            <pc:sldMk cId="2231995645" sldId="341"/>
            <ac:spMk id="34" creationId="{69E2ECE2-ABDD-6843-A2C4-74581791B5C0}"/>
          </ac:spMkLst>
        </pc:spChg>
        <pc:spChg chg="del">
          <ac:chgData name="Casey Mulligan" userId="b1a7e7a662de0c22" providerId="LiveId" clId="{F170705F-E34A-DB49-A275-ED5D670D6CFA}" dt="2020-01-22T14:49:11.733" v="687" actId="478"/>
          <ac:spMkLst>
            <pc:docMk/>
            <pc:sldMk cId="2231995645" sldId="341"/>
            <ac:spMk id="40" creationId="{AB0902A3-5125-DC47-9B56-76E72901417F}"/>
          </ac:spMkLst>
        </pc:spChg>
        <pc:spChg chg="add mod">
          <ac:chgData name="Casey Mulligan" userId="b1a7e7a662de0c22" providerId="LiveId" clId="{F170705F-E34A-DB49-A275-ED5D670D6CFA}" dt="2020-01-22T14:51:02.152" v="698" actId="692"/>
          <ac:spMkLst>
            <pc:docMk/>
            <pc:sldMk cId="2231995645" sldId="341"/>
            <ac:spMk id="42" creationId="{D3200729-F3D3-824F-83F5-A5EB132B3D42}"/>
          </ac:spMkLst>
        </pc:spChg>
        <pc:spChg chg="add mod">
          <ac:chgData name="Casey Mulligan" userId="b1a7e7a662de0c22" providerId="LiveId" clId="{F170705F-E34A-DB49-A275-ED5D670D6CFA}" dt="2020-01-22T14:56:45.433" v="774" actId="1076"/>
          <ac:spMkLst>
            <pc:docMk/>
            <pc:sldMk cId="2231995645" sldId="341"/>
            <ac:spMk id="47" creationId="{A4A2E17A-7EA1-4D4B-8B79-1B704353654E}"/>
          </ac:spMkLst>
        </pc:spChg>
        <pc:spChg chg="add del">
          <ac:chgData name="Casey Mulligan" userId="b1a7e7a662de0c22" providerId="LiveId" clId="{F170705F-E34A-DB49-A275-ED5D670D6CFA}" dt="2020-01-22T14:56:40.394" v="773"/>
          <ac:spMkLst>
            <pc:docMk/>
            <pc:sldMk cId="2231995645" sldId="341"/>
            <ac:spMk id="49" creationId="{16803B2A-D6A8-0E41-BE7D-55C7D91D1B72}"/>
          </ac:spMkLst>
        </pc:spChg>
        <pc:spChg chg="mod">
          <ac:chgData name="Casey Mulligan" userId="b1a7e7a662de0c22" providerId="LiveId" clId="{F170705F-E34A-DB49-A275-ED5D670D6CFA}" dt="2020-01-22T15:03:43.798" v="839" actId="166"/>
          <ac:spMkLst>
            <pc:docMk/>
            <pc:sldMk cId="2231995645" sldId="341"/>
            <ac:spMk id="51" creationId="{0A68A827-F287-A24C-8C36-B6384FFD7F5E}"/>
          </ac:spMkLst>
        </pc:spChg>
        <pc:spChg chg="add mod">
          <ac:chgData name="Casey Mulligan" userId="b1a7e7a662de0c22" providerId="LiveId" clId="{F170705F-E34A-DB49-A275-ED5D670D6CFA}" dt="2020-01-22T14:57:04.637" v="797" actId="1076"/>
          <ac:spMkLst>
            <pc:docMk/>
            <pc:sldMk cId="2231995645" sldId="341"/>
            <ac:spMk id="52" creationId="{7FABA4A6-EE26-974C-858C-CC180C6CD983}"/>
          </ac:spMkLst>
        </pc:spChg>
        <pc:spChg chg="add mod">
          <ac:chgData name="Casey Mulligan" userId="b1a7e7a662de0c22" providerId="LiveId" clId="{F170705F-E34A-DB49-A275-ED5D670D6CFA}" dt="2020-01-22T15:02:39.832" v="831" actId="1076"/>
          <ac:spMkLst>
            <pc:docMk/>
            <pc:sldMk cId="2231995645" sldId="341"/>
            <ac:spMk id="53" creationId="{D16E723F-D08F-B440-A196-AFB1E448DC89}"/>
          </ac:spMkLst>
        </pc:spChg>
        <pc:spChg chg="add mod">
          <ac:chgData name="Casey Mulligan" userId="b1a7e7a662de0c22" providerId="LiveId" clId="{F170705F-E34A-DB49-A275-ED5D670D6CFA}" dt="2020-01-22T15:03:31.245" v="837" actId="692"/>
          <ac:spMkLst>
            <pc:docMk/>
            <pc:sldMk cId="2231995645" sldId="341"/>
            <ac:spMk id="54" creationId="{28B5F37F-F6DB-314C-8431-8562953C25A6}"/>
          </ac:spMkLst>
        </pc:spChg>
        <pc:cxnChg chg="add mod">
          <ac:chgData name="Casey Mulligan" userId="b1a7e7a662de0c22" providerId="LiveId" clId="{F170705F-E34A-DB49-A275-ED5D670D6CFA}" dt="2020-01-22T14:52:18.213" v="704" actId="14100"/>
          <ac:cxnSpMkLst>
            <pc:docMk/>
            <pc:sldMk cId="2231995645" sldId="341"/>
            <ac:cxnSpMk id="38" creationId="{33E961FB-EAE5-914F-A05B-E116E82B324C}"/>
          </ac:cxnSpMkLst>
        </pc:cxnChg>
        <pc:cxnChg chg="del">
          <ac:chgData name="Casey Mulligan" userId="b1a7e7a662de0c22" providerId="LiveId" clId="{F170705F-E34A-DB49-A275-ED5D670D6CFA}" dt="2020-01-22T14:49:11.733" v="687" actId="478"/>
          <ac:cxnSpMkLst>
            <pc:docMk/>
            <pc:sldMk cId="2231995645" sldId="341"/>
            <ac:cxnSpMk id="39" creationId="{FA1C8CC8-B09C-3640-9613-F751B177B47D}"/>
          </ac:cxnSpMkLst>
        </pc:cxnChg>
        <pc:cxnChg chg="add del mod">
          <ac:chgData name="Casey Mulligan" userId="b1a7e7a662de0c22" providerId="LiveId" clId="{F170705F-E34A-DB49-A275-ED5D670D6CFA}" dt="2020-01-22T14:53:28.708" v="713" actId="478"/>
          <ac:cxnSpMkLst>
            <pc:docMk/>
            <pc:sldMk cId="2231995645" sldId="341"/>
            <ac:cxnSpMk id="43" creationId="{8CCED75B-B716-414B-BC8D-34A84B488AB2}"/>
          </ac:cxnSpMkLst>
        </pc:cxnChg>
        <pc:cxnChg chg="add mod">
          <ac:chgData name="Casey Mulligan" userId="b1a7e7a662de0c22" providerId="LiveId" clId="{F170705F-E34A-DB49-A275-ED5D670D6CFA}" dt="2020-01-22T14:54:32.985" v="718" actId="167"/>
          <ac:cxnSpMkLst>
            <pc:docMk/>
            <pc:sldMk cId="2231995645" sldId="341"/>
            <ac:cxnSpMk id="44" creationId="{9D0EEFFA-E2FC-8742-93A6-D83C655F7742}"/>
          </ac:cxnSpMkLst>
        </pc:cxnChg>
        <pc:cxnChg chg="add mod">
          <ac:chgData name="Casey Mulligan" userId="b1a7e7a662de0c22" providerId="LiveId" clId="{F170705F-E34A-DB49-A275-ED5D670D6CFA}" dt="2020-01-22T14:53:43.025" v="714" actId="14100"/>
          <ac:cxnSpMkLst>
            <pc:docMk/>
            <pc:sldMk cId="2231995645" sldId="341"/>
            <ac:cxnSpMk id="45" creationId="{38B64A91-BBA0-CE48-8793-E858F6466FD7}"/>
          </ac:cxnSpMkLst>
        </pc:cxnChg>
        <pc:cxnChg chg="add mod">
          <ac:chgData name="Casey Mulligan" userId="b1a7e7a662de0c22" providerId="LiveId" clId="{F170705F-E34A-DB49-A275-ED5D670D6CFA}" dt="2020-01-22T14:56:45.433" v="774" actId="1076"/>
          <ac:cxnSpMkLst>
            <pc:docMk/>
            <pc:sldMk cId="2231995645" sldId="341"/>
            <ac:cxnSpMk id="46" creationId="{B593A61B-F8EA-634C-8EEB-DD7BF1BA8A6A}"/>
          </ac:cxnSpMkLst>
        </pc:cxnChg>
        <pc:cxnChg chg="add del">
          <ac:chgData name="Casey Mulligan" userId="b1a7e7a662de0c22" providerId="LiveId" clId="{F170705F-E34A-DB49-A275-ED5D670D6CFA}" dt="2020-01-22T14:56:40.394" v="773"/>
          <ac:cxnSpMkLst>
            <pc:docMk/>
            <pc:sldMk cId="2231995645" sldId="341"/>
            <ac:cxnSpMk id="48" creationId="{7F4A2A3B-7F82-B147-AACE-1722D823BA9A}"/>
          </ac:cxnSpMkLst>
        </pc:cxnChg>
        <pc:cxnChg chg="add">
          <ac:chgData name="Casey Mulligan" userId="b1a7e7a662de0c22" providerId="LiveId" clId="{F170705F-E34A-DB49-A275-ED5D670D6CFA}" dt="2020-01-22T14:56:46.565" v="775"/>
          <ac:cxnSpMkLst>
            <pc:docMk/>
            <pc:sldMk cId="2231995645" sldId="341"/>
            <ac:cxnSpMk id="50" creationId="{7A228C38-5C40-D54D-98A0-758157221FAE}"/>
          </ac:cxnSpMkLst>
        </pc:cxnChg>
      </pc:sldChg>
      <pc:sldChg chg="delSp modSp add">
        <pc:chgData name="Casey Mulligan" userId="b1a7e7a662de0c22" providerId="LiveId" clId="{F170705F-E34A-DB49-A275-ED5D670D6CFA}" dt="2020-02-18T03:22:08.320" v="5149" actId="6549"/>
        <pc:sldMkLst>
          <pc:docMk/>
          <pc:sldMk cId="2590446670" sldId="342"/>
        </pc:sldMkLst>
        <pc:spChg chg="mod">
          <ac:chgData name="Casey Mulligan" userId="b1a7e7a662de0c22" providerId="LiveId" clId="{F170705F-E34A-DB49-A275-ED5D670D6CFA}" dt="2020-02-18T03:22:08.320" v="5149" actId="6549"/>
          <ac:spMkLst>
            <pc:docMk/>
            <pc:sldMk cId="2590446670" sldId="342"/>
            <ac:spMk id="9" creationId="{05BBD851-E76B-404D-BFF0-D8BBF37466DF}"/>
          </ac:spMkLst>
        </pc:spChg>
        <pc:spChg chg="mod">
          <ac:chgData name="Casey Mulligan" userId="b1a7e7a662de0c22" providerId="LiveId" clId="{F170705F-E34A-DB49-A275-ED5D670D6CFA}" dt="2020-01-22T15:06:03.365" v="852" actId="1076"/>
          <ac:spMkLst>
            <pc:docMk/>
            <pc:sldMk cId="2590446670" sldId="342"/>
            <ac:spMk id="53" creationId="{D16E723F-D08F-B440-A196-AFB1E448DC89}"/>
          </ac:spMkLst>
        </pc:spChg>
        <pc:spChg chg="del">
          <ac:chgData name="Casey Mulligan" userId="b1a7e7a662de0c22" providerId="LiveId" clId="{F170705F-E34A-DB49-A275-ED5D670D6CFA}" dt="2020-01-22T15:04:48.987" v="843" actId="478"/>
          <ac:spMkLst>
            <pc:docMk/>
            <pc:sldMk cId="2590446670" sldId="342"/>
            <ac:spMk id="54" creationId="{28B5F37F-F6DB-314C-8431-8562953C25A6}"/>
          </ac:spMkLst>
        </pc:spChg>
      </pc:sldChg>
      <pc:sldChg chg="add">
        <pc:chgData name="Casey Mulligan" userId="b1a7e7a662de0c22" providerId="LiveId" clId="{F170705F-E34A-DB49-A275-ED5D670D6CFA}" dt="2020-01-22T15:09:12.723" v="853"/>
        <pc:sldMkLst>
          <pc:docMk/>
          <pc:sldMk cId="3599799038" sldId="343"/>
        </pc:sldMkLst>
      </pc:sldChg>
      <pc:sldChg chg="addSp delSp modSp add">
        <pc:chgData name="Casey Mulligan" userId="b1a7e7a662de0c22" providerId="LiveId" clId="{F170705F-E34A-DB49-A275-ED5D670D6CFA}" dt="2020-02-18T03:22:50.534" v="5151" actId="6549"/>
        <pc:sldMkLst>
          <pc:docMk/>
          <pc:sldMk cId="2275952372" sldId="344"/>
        </pc:sldMkLst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5" creationId="{436A29FA-95A1-5A46-A9E3-906B7B2F7DC5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6" creationId="{D3B483CA-2FB8-6D41-BC4A-6AC29A4E57B8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7" creationId="{4819E9EF-11A7-F54C-92D7-64B7A53CC3A5}"/>
          </ac:spMkLst>
        </pc:spChg>
        <pc:spChg chg="mod">
          <ac:chgData name="Casey Mulligan" userId="b1a7e7a662de0c22" providerId="LiveId" clId="{F170705F-E34A-DB49-A275-ED5D670D6CFA}" dt="2020-02-18T03:22:50.534" v="5151" actId="6549"/>
          <ac:spMkLst>
            <pc:docMk/>
            <pc:sldMk cId="2275952372" sldId="344"/>
            <ac:spMk id="11" creationId="{A3774240-6F0C-1C49-BA1E-5AB0B9B7DDB2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18" creationId="{EA98ACE6-04AE-5A4B-93B9-CB99093FF563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20" creationId="{056B638E-F6EA-834E-9A6B-6DFC95A74F85}"/>
          </ac:spMkLst>
        </pc:spChg>
        <pc:spChg chg="add del">
          <ac:chgData name="Casey Mulligan" userId="b1a7e7a662de0c22" providerId="LiveId" clId="{F170705F-E34A-DB49-A275-ED5D670D6CFA}" dt="2020-01-31T02:54:47.524" v="1340" actId="478"/>
          <ac:spMkLst>
            <pc:docMk/>
            <pc:sldMk cId="2275952372" sldId="344"/>
            <ac:spMk id="23" creationId="{EBE312EE-6014-5A4E-9E9B-8B97C203EE1C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38" creationId="{22BBEC7C-69B0-334B-B62A-FC2B24757016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39" creationId="{259854DE-EE03-234C-9154-BA6AEC36D3B2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41" creationId="{120CE1C9-7487-A249-9659-8E7B9A109A44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42" creationId="{FA063E16-E334-3A48-9A3D-55D4690BD4A6}"/>
          </ac:spMkLst>
        </pc:spChg>
        <pc:grpChg chg="mod">
          <ac:chgData name="Casey Mulligan" userId="b1a7e7a662de0c22" providerId="LiveId" clId="{F170705F-E34A-DB49-A275-ED5D670D6CFA}" dt="2020-01-23T11:51:13.312" v="1291" actId="1076"/>
          <ac:grpSpMkLst>
            <pc:docMk/>
            <pc:sldMk cId="2275952372" sldId="344"/>
            <ac:grpSpMk id="2" creationId="{BD04C3A6-5A85-044C-8C3E-16D7C340EB86}"/>
          </ac:grpSpMkLst>
        </pc:grp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19" creationId="{7B1B04BA-39C5-5140-9F1C-AE45E564811E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21" creationId="{77B59F16-3481-B347-AAE0-A290342BEFAE}"/>
          </ac:cxnSpMkLst>
        </pc:cxnChg>
        <pc:cxnChg chg="add del mod">
          <ac:chgData name="Casey Mulligan" userId="b1a7e7a662de0c22" providerId="LiveId" clId="{F170705F-E34A-DB49-A275-ED5D670D6CFA}" dt="2020-01-31T02:54:47.524" v="1340" actId="478"/>
          <ac:cxnSpMkLst>
            <pc:docMk/>
            <pc:sldMk cId="2275952372" sldId="344"/>
            <ac:cxnSpMk id="22" creationId="{150B694A-C1A9-194B-950A-C91697FCDE12}"/>
          </ac:cxnSpMkLst>
        </pc:cxnChg>
        <pc:cxnChg chg="del">
          <ac:chgData name="Casey Mulligan" userId="b1a7e7a662de0c22" providerId="LiveId" clId="{F170705F-E34A-DB49-A275-ED5D670D6CFA}" dt="2020-01-22T15:56:49.674" v="1073" actId="478"/>
          <ac:cxnSpMkLst>
            <pc:docMk/>
            <pc:sldMk cId="2275952372" sldId="344"/>
            <ac:cxnSpMk id="25" creationId="{5BA7FF33-69B4-CB48-9DA0-83C1D8B33191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29" creationId="{5CAA4CCA-731A-6D4B-A416-B7451AAD13B6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32" creationId="{FBBBBB79-2C1D-0640-B4FC-068A93564438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34" creationId="{5946AA21-4849-184B-9F0E-AE3FF573B4A0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35" creationId="{647FF4FE-8492-2542-824E-5BA59E630615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40" creationId="{E5D5BBC0-DAF2-8242-A053-119AD37EA6A9}"/>
          </ac:cxnSpMkLst>
        </pc:cxnChg>
      </pc:sldChg>
      <pc:sldChg chg="addSp delSp modSp add modTransition modNotesTx">
        <pc:chgData name="Casey Mulligan" userId="b1a7e7a662de0c22" providerId="LiveId" clId="{F170705F-E34A-DB49-A275-ED5D670D6CFA}" dt="2020-01-31T03:24:21.589" v="1803" actId="20577"/>
        <pc:sldMkLst>
          <pc:docMk/>
          <pc:sldMk cId="2782655" sldId="345"/>
        </pc:sldMkLst>
        <pc:spChg chg="mod">
          <ac:chgData name="Casey Mulligan" userId="b1a7e7a662de0c22" providerId="LiveId" clId="{F170705F-E34A-DB49-A275-ED5D670D6CFA}" dt="2020-01-31T03:12:44.701" v="1364" actId="1076"/>
          <ac:spMkLst>
            <pc:docMk/>
            <pc:sldMk cId="2782655" sldId="345"/>
            <ac:spMk id="5" creationId="{436A29FA-95A1-5A46-A9E3-906B7B2F7DC5}"/>
          </ac:spMkLst>
        </pc:spChg>
        <pc:spChg chg="mod">
          <ac:chgData name="Casey Mulligan" userId="b1a7e7a662de0c22" providerId="LiveId" clId="{F170705F-E34A-DB49-A275-ED5D670D6CFA}" dt="2020-01-31T03:13:08.685" v="1367" actId="1076"/>
          <ac:spMkLst>
            <pc:docMk/>
            <pc:sldMk cId="2782655" sldId="345"/>
            <ac:spMk id="6" creationId="{D3B483CA-2FB8-6D41-BC4A-6AC29A4E57B8}"/>
          </ac:spMkLst>
        </pc:spChg>
        <pc:spChg chg="mod">
          <ac:chgData name="Casey Mulligan" userId="b1a7e7a662de0c22" providerId="LiveId" clId="{F170705F-E34A-DB49-A275-ED5D670D6CFA}" dt="2020-01-31T03:12:44.701" v="1364" actId="1076"/>
          <ac:spMkLst>
            <pc:docMk/>
            <pc:sldMk cId="2782655" sldId="345"/>
            <ac:spMk id="7" creationId="{4819E9EF-11A7-F54C-92D7-64B7A53CC3A5}"/>
          </ac:spMkLst>
        </pc:spChg>
        <pc:spChg chg="mod">
          <ac:chgData name="Casey Mulligan" userId="b1a7e7a662de0c22" providerId="LiveId" clId="{F170705F-E34A-DB49-A275-ED5D670D6CFA}" dt="2020-01-31T03:12:33.888" v="1363" actId="1076"/>
          <ac:spMkLst>
            <pc:docMk/>
            <pc:sldMk cId="2782655" sldId="345"/>
            <ac:spMk id="11" creationId="{A3774240-6F0C-1C49-BA1E-5AB0B9B7DDB2}"/>
          </ac:spMkLst>
        </pc:spChg>
        <pc:spChg chg="mod">
          <ac:chgData name="Casey Mulligan" userId="b1a7e7a662de0c22" providerId="LiveId" clId="{F170705F-E34A-DB49-A275-ED5D670D6CFA}" dt="2020-01-31T03:12:44.701" v="1364" actId="1076"/>
          <ac:spMkLst>
            <pc:docMk/>
            <pc:sldMk cId="2782655" sldId="345"/>
            <ac:spMk id="18" creationId="{EA98ACE6-04AE-5A4B-93B9-CB99093FF563}"/>
          </ac:spMkLst>
        </pc:spChg>
        <pc:spChg chg="add del mod">
          <ac:chgData name="Casey Mulligan" userId="b1a7e7a662de0c22" providerId="LiveId" clId="{F170705F-E34A-DB49-A275-ED5D670D6CFA}" dt="2020-01-31T03:18:11.334" v="1432" actId="1076"/>
          <ac:spMkLst>
            <pc:docMk/>
            <pc:sldMk cId="2782655" sldId="345"/>
            <ac:spMk id="20" creationId="{056B638E-F6EA-834E-9A6B-6DFC95A74F85}"/>
          </ac:spMkLst>
        </pc:spChg>
        <pc:spChg chg="add mod">
          <ac:chgData name="Casey Mulligan" userId="b1a7e7a662de0c22" providerId="LiveId" clId="{F170705F-E34A-DB49-A275-ED5D670D6CFA}" dt="2020-01-31T03:13:03.132" v="1366" actId="1076"/>
          <ac:spMkLst>
            <pc:docMk/>
            <pc:sldMk cId="2782655" sldId="345"/>
            <ac:spMk id="23" creationId="{681A46E4-2C7D-F94B-BC70-9777D434C2BB}"/>
          </ac:spMkLst>
        </pc:spChg>
        <pc:spChg chg="add mod">
          <ac:chgData name="Casey Mulligan" userId="b1a7e7a662de0c22" providerId="LiveId" clId="{F170705F-E34A-DB49-A275-ED5D670D6CFA}" dt="2020-01-31T03:17:46.604" v="1431" actId="1076"/>
          <ac:spMkLst>
            <pc:docMk/>
            <pc:sldMk cId="2782655" sldId="345"/>
            <ac:spMk id="25" creationId="{0805DDFD-688E-AF41-A2CB-F8603A7C0AF1}"/>
          </ac:spMkLst>
        </pc:spChg>
        <pc:spChg chg="add del">
          <ac:chgData name="Casey Mulligan" userId="b1a7e7a662de0c22" providerId="LiveId" clId="{F170705F-E34A-DB49-A275-ED5D670D6CFA}" dt="2020-01-31T03:18:26.623" v="1435"/>
          <ac:spMkLst>
            <pc:docMk/>
            <pc:sldMk cId="2782655" sldId="345"/>
            <ac:spMk id="27" creationId="{E5217F59-0068-5044-B96D-8F951E83A734}"/>
          </ac:spMkLst>
        </pc:spChg>
        <pc:spChg chg="add mod">
          <ac:chgData name="Casey Mulligan" userId="b1a7e7a662de0c22" providerId="LiveId" clId="{F170705F-E34A-DB49-A275-ED5D670D6CFA}" dt="2020-01-31T03:19:17.401" v="1444" actId="692"/>
          <ac:spMkLst>
            <pc:docMk/>
            <pc:sldMk cId="2782655" sldId="345"/>
            <ac:spMk id="28" creationId="{D720C17D-EE06-BD40-9568-3ECCF0038AB0}"/>
          </ac:spMkLst>
        </pc:spChg>
        <pc:spChg chg="mod">
          <ac:chgData name="Casey Mulligan" userId="b1a7e7a662de0c22" providerId="LiveId" clId="{F170705F-E34A-DB49-A275-ED5D670D6CFA}" dt="2020-01-31T03:12:55.984" v="1365" actId="1076"/>
          <ac:spMkLst>
            <pc:docMk/>
            <pc:sldMk cId="2782655" sldId="345"/>
            <ac:spMk id="38" creationId="{22BBEC7C-69B0-334B-B62A-FC2B24757016}"/>
          </ac:spMkLst>
        </pc:spChg>
        <pc:spChg chg="del">
          <ac:chgData name="Casey Mulligan" userId="b1a7e7a662de0c22" providerId="LiveId" clId="{F170705F-E34A-DB49-A275-ED5D670D6CFA}" dt="2020-01-31T02:55:08.516" v="1341" actId="478"/>
          <ac:spMkLst>
            <pc:docMk/>
            <pc:sldMk cId="2782655" sldId="345"/>
            <ac:spMk id="39" creationId="{259854DE-EE03-234C-9154-BA6AEC36D3B2}"/>
          </ac:spMkLst>
        </pc:spChg>
        <pc:spChg chg="del">
          <ac:chgData name="Casey Mulligan" userId="b1a7e7a662de0c22" providerId="LiveId" clId="{F170705F-E34A-DB49-A275-ED5D670D6CFA}" dt="2020-01-31T02:45:12.198" v="1300" actId="478"/>
          <ac:spMkLst>
            <pc:docMk/>
            <pc:sldMk cId="2782655" sldId="345"/>
            <ac:spMk id="41" creationId="{120CE1C9-7487-A249-9659-8E7B9A109A44}"/>
          </ac:spMkLst>
        </pc:spChg>
        <pc:spChg chg="add del">
          <ac:chgData name="Casey Mulligan" userId="b1a7e7a662de0c22" providerId="LiveId" clId="{F170705F-E34A-DB49-A275-ED5D670D6CFA}" dt="2020-01-31T02:46:23.822" v="1310" actId="478"/>
          <ac:spMkLst>
            <pc:docMk/>
            <pc:sldMk cId="2782655" sldId="345"/>
            <ac:spMk id="42" creationId="{FA063E16-E334-3A48-9A3D-55D4690BD4A6}"/>
          </ac:spMkLst>
        </pc:spChg>
        <pc:grpChg chg="mod">
          <ac:chgData name="Casey Mulligan" userId="b1a7e7a662de0c22" providerId="LiveId" clId="{F170705F-E34A-DB49-A275-ED5D670D6CFA}" dt="2020-01-31T03:12:44.701" v="1364" actId="1076"/>
          <ac:grpSpMkLst>
            <pc:docMk/>
            <pc:sldMk cId="2782655" sldId="345"/>
            <ac:grpSpMk id="2" creationId="{BD04C3A6-5A85-044C-8C3E-16D7C340EB86}"/>
          </ac:grpSpMkLst>
        </pc:grp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19" creationId="{7B1B04BA-39C5-5140-9F1C-AE45E564811E}"/>
          </ac:cxnSpMkLst>
        </pc:cxnChg>
        <pc:cxnChg chg="add del mod">
          <ac:chgData name="Casey Mulligan" userId="b1a7e7a662de0c22" providerId="LiveId" clId="{F170705F-E34A-DB49-A275-ED5D670D6CFA}" dt="2020-01-31T03:18:19.049" v="1433" actId="14100"/>
          <ac:cxnSpMkLst>
            <pc:docMk/>
            <pc:sldMk cId="2782655" sldId="345"/>
            <ac:cxnSpMk id="21" creationId="{77B59F16-3481-B347-AAE0-A290342BEFAE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29" creationId="{5CAA4CCA-731A-6D4B-A416-B7451AAD13B6}"/>
          </ac:cxnSpMkLst>
        </pc:cxnChg>
        <pc:cxnChg chg="del">
          <ac:chgData name="Casey Mulligan" userId="b1a7e7a662de0c22" providerId="LiveId" clId="{F170705F-E34A-DB49-A275-ED5D670D6CFA}" dt="2020-01-31T02:45:14.998" v="1301" actId="478"/>
          <ac:cxnSpMkLst>
            <pc:docMk/>
            <pc:sldMk cId="2782655" sldId="345"/>
            <ac:cxnSpMk id="32" creationId="{FBBBBB79-2C1D-0640-B4FC-068A93564438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34" creationId="{5946AA21-4849-184B-9F0E-AE3FF573B4A0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35" creationId="{647FF4FE-8492-2542-824E-5BA59E630615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40" creationId="{E5D5BBC0-DAF2-8242-A053-119AD37EA6A9}"/>
          </ac:cxnSpMkLst>
        </pc:cxnChg>
      </pc:sldChg>
      <pc:sldChg chg="add del">
        <pc:chgData name="Casey Mulligan" userId="b1a7e7a662de0c22" providerId="LiveId" clId="{F170705F-E34A-DB49-A275-ED5D670D6CFA}" dt="2020-02-11T14:23:28.108" v="2623"/>
        <pc:sldMkLst>
          <pc:docMk/>
          <pc:sldMk cId="986577810" sldId="346"/>
        </pc:sldMkLst>
      </pc:sldChg>
      <pc:sldChg chg="addSp delSp modSp add modAnim">
        <pc:chgData name="Casey Mulligan" userId="b1a7e7a662de0c22" providerId="LiveId" clId="{F170705F-E34A-DB49-A275-ED5D670D6CFA}" dt="2020-02-11T16:16:06.581" v="4267"/>
        <pc:sldMkLst>
          <pc:docMk/>
          <pc:sldMk cId="1383177871" sldId="346"/>
        </pc:sldMkLst>
        <pc:spChg chg="mod">
          <ac:chgData name="Casey Mulligan" userId="b1a7e7a662de0c22" providerId="LiveId" clId="{F170705F-E34A-DB49-A275-ED5D670D6CFA}" dt="2020-02-11T14:43:57.221" v="3234" actId="14100"/>
          <ac:spMkLst>
            <pc:docMk/>
            <pc:sldMk cId="1383177871" sldId="346"/>
            <ac:spMk id="2" creationId="{D7662F7E-BFC0-904B-AF97-661FE329E896}"/>
          </ac:spMkLst>
        </pc:spChg>
        <pc:spChg chg="add mod">
          <ac:chgData name="Casey Mulligan" userId="b1a7e7a662de0c22" providerId="LiveId" clId="{F170705F-E34A-DB49-A275-ED5D670D6CFA}" dt="2020-02-11T16:15:17.952" v="4246" actId="1076"/>
          <ac:spMkLst>
            <pc:docMk/>
            <pc:sldMk cId="1383177871" sldId="346"/>
            <ac:spMk id="4" creationId="{2943F5CC-85D2-F44B-A3B8-DF16F53B9763}"/>
          </ac:spMkLst>
        </pc:spChg>
        <pc:spChg chg="add mod">
          <ac:chgData name="Casey Mulligan" userId="b1a7e7a662de0c22" providerId="LiveId" clId="{F170705F-E34A-DB49-A275-ED5D670D6CFA}" dt="2020-02-11T16:16:01.525" v="4266" actId="1076"/>
          <ac:spMkLst>
            <pc:docMk/>
            <pc:sldMk cId="1383177871" sldId="346"/>
            <ac:spMk id="5" creationId="{9B51FC04-F2F4-1044-9028-59C89C83C00B}"/>
          </ac:spMkLst>
        </pc:spChg>
        <pc:picChg chg="add del mod">
          <ac:chgData name="Casey Mulligan" userId="b1a7e7a662de0c22" providerId="LiveId" clId="{F170705F-E34A-DB49-A275-ED5D670D6CFA}" dt="2020-02-11T14:45:18.591" v="3238" actId="478"/>
          <ac:picMkLst>
            <pc:docMk/>
            <pc:sldMk cId="1383177871" sldId="346"/>
            <ac:picMk id="3" creationId="{01A2FDCF-1452-5F43-9756-02F9B6A056E5}"/>
          </ac:picMkLst>
        </pc:picChg>
      </pc:sldChg>
      <pc:sldChg chg="modSp add modAnim modNotesTx">
        <pc:chgData name="Casey Mulligan" userId="b1a7e7a662de0c22" providerId="LiveId" clId="{F170705F-E34A-DB49-A275-ED5D670D6CFA}" dt="2020-03-10T09:10:27.964" v="7167"/>
        <pc:sldMkLst>
          <pc:docMk/>
          <pc:sldMk cId="3448022668" sldId="347"/>
        </pc:sldMkLst>
        <pc:spChg chg="mod">
          <ac:chgData name="Casey Mulligan" userId="b1a7e7a662de0c22" providerId="LiveId" clId="{F170705F-E34A-DB49-A275-ED5D670D6CFA}" dt="2020-02-11T14:24:45.435" v="2692" actId="403"/>
          <ac:spMkLst>
            <pc:docMk/>
            <pc:sldMk cId="3448022668" sldId="347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31:56.772" v="3228" actId="14100"/>
          <ac:spMkLst>
            <pc:docMk/>
            <pc:sldMk cId="3448022668" sldId="347"/>
            <ac:spMk id="27651" creationId="{00000000-0000-0000-0000-000000000000}"/>
          </ac:spMkLst>
        </pc:spChg>
      </pc:sldChg>
      <pc:sldChg chg="addSp modSp add ord modAnim modNotesTx">
        <pc:chgData name="Casey Mulligan" userId="b1a7e7a662de0c22" providerId="LiveId" clId="{F170705F-E34A-DB49-A275-ED5D670D6CFA}" dt="2020-03-10T09:28:22.643" v="8119" actId="20577"/>
        <pc:sldMkLst>
          <pc:docMk/>
          <pc:sldMk cId="1854590527" sldId="348"/>
        </pc:sldMkLst>
        <pc:spChg chg="add mod">
          <ac:chgData name="Casey Mulligan" userId="b1a7e7a662de0c22" providerId="LiveId" clId="{F170705F-E34A-DB49-A275-ED5D670D6CFA}" dt="2020-02-11T15:53:51.732" v="3835" actId="1076"/>
          <ac:spMkLst>
            <pc:docMk/>
            <pc:sldMk cId="1854590527" sldId="348"/>
            <ac:spMk id="2" creationId="{FA7DD22A-B68A-5E44-8448-B3D7CFD092EF}"/>
          </ac:spMkLst>
        </pc:spChg>
        <pc:spChg chg="add mod">
          <ac:chgData name="Casey Mulligan" userId="b1a7e7a662de0c22" providerId="LiveId" clId="{F170705F-E34A-DB49-A275-ED5D670D6CFA}" dt="2020-02-11T15:53:51.732" v="3835" actId="1076"/>
          <ac:spMkLst>
            <pc:docMk/>
            <pc:sldMk cId="1854590527" sldId="348"/>
            <ac:spMk id="5" creationId="{B3E8DEB9-99A0-1645-9385-A9D12EBD738D}"/>
          </ac:spMkLst>
        </pc:spChg>
        <pc:spChg chg="add mod">
          <ac:chgData name="Casey Mulligan" userId="b1a7e7a662de0c22" providerId="LiveId" clId="{F170705F-E34A-DB49-A275-ED5D670D6CFA}" dt="2020-02-11T15:53:51.732" v="3835" actId="1076"/>
          <ac:spMkLst>
            <pc:docMk/>
            <pc:sldMk cId="1854590527" sldId="348"/>
            <ac:spMk id="6" creationId="{521A6DE9-67F6-6A40-B155-A1A0C238A189}"/>
          </ac:spMkLst>
        </pc:spChg>
        <pc:spChg chg="mod">
          <ac:chgData name="Casey Mulligan" userId="b1a7e7a662de0c22" providerId="LiveId" clId="{F170705F-E34A-DB49-A275-ED5D670D6CFA}" dt="2020-02-11T15:09:54.473" v="3295" actId="404"/>
          <ac:spMkLst>
            <pc:docMk/>
            <pc:sldMk cId="1854590527" sldId="348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5:53:37.089" v="3834" actId="404"/>
          <ac:spMkLst>
            <pc:docMk/>
            <pc:sldMk cId="1854590527" sldId="348"/>
            <ac:spMk id="27651" creationId="{00000000-0000-0000-0000-000000000000}"/>
          </ac:spMkLst>
        </pc:spChg>
      </pc:sldChg>
      <pc:sldChg chg="add del">
        <pc:chgData name="Casey Mulligan" userId="b1a7e7a662de0c22" providerId="LiveId" clId="{F170705F-E34A-DB49-A275-ED5D670D6CFA}" dt="2020-02-11T14:51:50.174" v="3241"/>
        <pc:sldMkLst>
          <pc:docMk/>
          <pc:sldMk cId="1957452221" sldId="348"/>
        </pc:sldMkLst>
      </pc:sldChg>
      <pc:sldChg chg="addSp modSp modAnim modNotesTx">
        <pc:chgData name="Casey Mulligan" userId="b1a7e7a662de0c22" providerId="LiveId" clId="{F170705F-E34A-DB49-A275-ED5D670D6CFA}" dt="2020-03-10T09:29:29.183" v="8221" actId="20577"/>
        <pc:sldMkLst>
          <pc:docMk/>
          <pc:sldMk cId="1949670538" sldId="349"/>
        </pc:sldMkLst>
        <pc:spChg chg="add mod">
          <ac:chgData name="Casey Mulligan" userId="b1a7e7a662de0c22" providerId="LiveId" clId="{F170705F-E34A-DB49-A275-ED5D670D6CFA}" dt="2020-03-10T09:28:46.439" v="8122" actId="14100"/>
          <ac:spMkLst>
            <pc:docMk/>
            <pc:sldMk cId="1949670538" sldId="349"/>
            <ac:spMk id="4" creationId="{93897FF9-AEC9-2847-98BB-AC7E47E620F4}"/>
          </ac:spMkLst>
        </pc:spChg>
      </pc:sldChg>
      <pc:sldChg chg="addSp delSp modSp add ord modNotesTx">
        <pc:chgData name="Casey Mulligan" userId="b1a7e7a662de0c22" providerId="LiveId" clId="{F170705F-E34A-DB49-A275-ED5D670D6CFA}" dt="2020-02-11T16:10:49.884" v="4180" actId="20577"/>
        <pc:sldMkLst>
          <pc:docMk/>
          <pc:sldMk cId="3464788488" sldId="350"/>
        </pc:sldMkLst>
        <pc:spChg chg="mod">
          <ac:chgData name="Casey Mulligan" userId="b1a7e7a662de0c22" providerId="LiveId" clId="{F170705F-E34A-DB49-A275-ED5D670D6CFA}" dt="2020-02-11T16:07:20.245" v="3943" actId="1076"/>
          <ac:spMkLst>
            <pc:docMk/>
            <pc:sldMk cId="3464788488" sldId="350"/>
            <ac:spMk id="2" creationId="{D7662F7E-BFC0-904B-AF97-661FE329E896}"/>
          </ac:spMkLst>
        </pc:spChg>
        <pc:graphicFrameChg chg="del">
          <ac:chgData name="Casey Mulligan" userId="b1a7e7a662de0c22" providerId="LiveId" clId="{F170705F-E34A-DB49-A275-ED5D670D6CFA}" dt="2020-02-11T16:07:22.369" v="3944" actId="478"/>
          <ac:graphicFrameMkLst>
            <pc:docMk/>
            <pc:sldMk cId="3464788488" sldId="350"/>
            <ac:graphicFrameMk id="4" creationId="{00000000-0000-0000-0000-000000000000}"/>
          </ac:graphicFrameMkLst>
        </pc:graphicFrameChg>
        <pc:picChg chg="add del">
          <ac:chgData name="Casey Mulligan" userId="b1a7e7a662de0c22" providerId="LiveId" clId="{F170705F-E34A-DB49-A275-ED5D670D6CFA}" dt="2020-02-11T16:08:15.777" v="3946"/>
          <ac:picMkLst>
            <pc:docMk/>
            <pc:sldMk cId="3464788488" sldId="350"/>
            <ac:picMk id="3" creationId="{447799A0-DF25-C640-80BF-C81BF7195508}"/>
          </ac:picMkLst>
        </pc:picChg>
        <pc:picChg chg="add mod">
          <ac:chgData name="Casey Mulligan" userId="b1a7e7a662de0c22" providerId="LiveId" clId="{F170705F-E34A-DB49-A275-ED5D670D6CFA}" dt="2020-02-11T16:08:42.855" v="3948" actId="1076"/>
          <ac:picMkLst>
            <pc:docMk/>
            <pc:sldMk cId="3464788488" sldId="350"/>
            <ac:picMk id="5" creationId="{420CEBF7-BE32-CB48-B508-C7AF243ED7D1}"/>
          </ac:picMkLst>
        </pc:picChg>
      </pc:sldChg>
      <pc:sldChg chg="addSp delSp modSp add ord modAnim modNotesTx">
        <pc:chgData name="Casey Mulligan" userId="b1a7e7a662de0c22" providerId="LiveId" clId="{F170705F-E34A-DB49-A275-ED5D670D6CFA}" dt="2020-03-10T09:46:40.698" v="9128" actId="20577"/>
        <pc:sldMkLst>
          <pc:docMk/>
          <pc:sldMk cId="3015894820" sldId="351"/>
        </pc:sldMkLst>
        <pc:spChg chg="add mod">
          <ac:chgData name="Casey Mulligan" userId="b1a7e7a662de0c22" providerId="LiveId" clId="{F170705F-E34A-DB49-A275-ED5D670D6CFA}" dt="2020-02-11T20:01:06.702" v="4984" actId="1076"/>
          <ac:spMkLst>
            <pc:docMk/>
            <pc:sldMk cId="3015894820" sldId="351"/>
            <ac:spMk id="3" creationId="{ADA2C1F6-D23C-864E-985C-D07418C92131}"/>
          </ac:spMkLst>
        </pc:spChg>
        <pc:spChg chg="add mod">
          <ac:chgData name="Casey Mulligan" userId="b1a7e7a662de0c22" providerId="LiveId" clId="{F170705F-E34A-DB49-A275-ED5D670D6CFA}" dt="2020-02-11T20:00:53.842" v="4982" actId="14100"/>
          <ac:spMkLst>
            <pc:docMk/>
            <pc:sldMk cId="3015894820" sldId="351"/>
            <ac:spMk id="4" creationId="{61F21E78-65AC-1845-ABB7-73357578D753}"/>
          </ac:spMkLst>
        </pc:spChg>
        <pc:spChg chg="add mod">
          <ac:chgData name="Casey Mulligan" userId="b1a7e7a662de0c22" providerId="LiveId" clId="{F170705F-E34A-DB49-A275-ED5D670D6CFA}" dt="2020-02-11T20:00:44.212" v="4979" actId="1076"/>
          <ac:spMkLst>
            <pc:docMk/>
            <pc:sldMk cId="3015894820" sldId="351"/>
            <ac:spMk id="5" creationId="{D601EB4D-9D95-F147-907A-5D04675BE22D}"/>
          </ac:spMkLst>
        </pc:spChg>
        <pc:spChg chg="add del mod">
          <ac:chgData name="Casey Mulligan" userId="b1a7e7a662de0c22" providerId="LiveId" clId="{F170705F-E34A-DB49-A275-ED5D670D6CFA}" dt="2020-02-11T20:02:08.081" v="4991" actId="478"/>
          <ac:spMkLst>
            <pc:docMk/>
            <pc:sldMk cId="3015894820" sldId="351"/>
            <ac:spMk id="6" creationId="{ECB4EFCD-4289-DE42-98E3-D504785D1D6A}"/>
          </ac:spMkLst>
        </pc:spChg>
        <pc:spChg chg="add mod">
          <ac:chgData name="Casey Mulligan" userId="b1a7e7a662de0c22" providerId="LiveId" clId="{F170705F-E34A-DB49-A275-ED5D670D6CFA}" dt="2020-02-11T20:02:26.834" v="4993" actId="1076"/>
          <ac:spMkLst>
            <pc:docMk/>
            <pc:sldMk cId="3015894820" sldId="351"/>
            <ac:spMk id="7" creationId="{57099C1D-E65E-6E40-A6F9-66936977512B}"/>
          </ac:spMkLst>
        </pc:spChg>
      </pc:sldChg>
      <pc:sldChg chg="add del">
        <pc:chgData name="Casey Mulligan" userId="b1a7e7a662de0c22" providerId="LiveId" clId="{F170705F-E34A-DB49-A275-ED5D670D6CFA}" dt="2020-02-11T16:23:04.486" v="4269"/>
        <pc:sldMkLst>
          <pc:docMk/>
          <pc:sldMk cId="3148074933" sldId="351"/>
        </pc:sldMkLst>
      </pc:sldChg>
      <pc:sldChg chg="addSp modSp add">
        <pc:chgData name="Casey Mulligan" userId="b1a7e7a662de0c22" providerId="LiveId" clId="{F170705F-E34A-DB49-A275-ED5D670D6CFA}" dt="2020-03-10T09:48:28.534" v="9338" actId="1076"/>
        <pc:sldMkLst>
          <pc:docMk/>
          <pc:sldMk cId="1444907162" sldId="352"/>
        </pc:sldMkLst>
        <pc:cxnChg chg="add mod">
          <ac:chgData name="Casey Mulligan" userId="b1a7e7a662de0c22" providerId="LiveId" clId="{F170705F-E34A-DB49-A275-ED5D670D6CFA}" dt="2020-02-11T20:07:52.052" v="5012" actId="692"/>
          <ac:cxnSpMkLst>
            <pc:docMk/>
            <pc:sldMk cId="1444907162" sldId="352"/>
            <ac:cxnSpMk id="3" creationId="{DE7F3B34-DAE7-284F-90E0-DDCD548AF176}"/>
          </ac:cxnSpMkLst>
        </pc:cxnChg>
        <pc:cxnChg chg="add mod">
          <ac:chgData name="Casey Mulligan" userId="b1a7e7a662de0c22" providerId="LiveId" clId="{F170705F-E34A-DB49-A275-ED5D670D6CFA}" dt="2020-02-11T20:06:55.383" v="5001" actId="1076"/>
          <ac:cxnSpMkLst>
            <pc:docMk/>
            <pc:sldMk cId="1444907162" sldId="352"/>
            <ac:cxnSpMk id="5" creationId="{C5AEEFBB-C10A-914F-97E8-975E1712661B}"/>
          </ac:cxnSpMkLst>
        </pc:cxnChg>
        <pc:cxnChg chg="add mod">
          <ac:chgData name="Casey Mulligan" userId="b1a7e7a662de0c22" providerId="LiveId" clId="{F170705F-E34A-DB49-A275-ED5D670D6CFA}" dt="2020-03-10T09:48:28.534" v="9338" actId="1076"/>
          <ac:cxnSpMkLst>
            <pc:docMk/>
            <pc:sldMk cId="1444907162" sldId="352"/>
            <ac:cxnSpMk id="6" creationId="{435825C7-A72D-8442-A902-036F66291A47}"/>
          </ac:cxnSpMkLst>
        </pc:cxnChg>
        <pc:cxnChg chg="add mod">
          <ac:chgData name="Casey Mulligan" userId="b1a7e7a662de0c22" providerId="LiveId" clId="{F170705F-E34A-DB49-A275-ED5D670D6CFA}" dt="2020-02-11T20:07:18.152" v="5008" actId="1076"/>
          <ac:cxnSpMkLst>
            <pc:docMk/>
            <pc:sldMk cId="1444907162" sldId="352"/>
            <ac:cxnSpMk id="7" creationId="{E232CEA6-B12C-4744-9CA0-0B1186E5AC50}"/>
          </ac:cxnSpMkLst>
        </pc:cxnChg>
        <pc:cxnChg chg="add mod">
          <ac:chgData name="Casey Mulligan" userId="b1a7e7a662de0c22" providerId="LiveId" clId="{F170705F-E34A-DB49-A275-ED5D670D6CFA}" dt="2020-02-11T20:07:14.452" v="5007" actId="1076"/>
          <ac:cxnSpMkLst>
            <pc:docMk/>
            <pc:sldMk cId="1444907162" sldId="352"/>
            <ac:cxnSpMk id="8" creationId="{72D8A8CE-C82B-8644-BC36-EDED4620143F}"/>
          </ac:cxnSpMkLst>
        </pc:cxnChg>
        <pc:cxnChg chg="add mod">
          <ac:chgData name="Casey Mulligan" userId="b1a7e7a662de0c22" providerId="LiveId" clId="{F170705F-E34A-DB49-A275-ED5D670D6CFA}" dt="2020-02-11T20:07:38.547" v="5011" actId="1076"/>
          <ac:cxnSpMkLst>
            <pc:docMk/>
            <pc:sldMk cId="1444907162" sldId="352"/>
            <ac:cxnSpMk id="9" creationId="{560C4E41-DCB7-C34A-802B-49D891C0F655}"/>
          </ac:cxnSpMkLst>
        </pc:cxnChg>
      </pc:sldChg>
      <pc:sldChg chg="modSp add ord modNotesTx">
        <pc:chgData name="Casey Mulligan" userId="b1a7e7a662de0c22" providerId="LiveId" clId="{F170705F-E34A-DB49-A275-ED5D670D6CFA}" dt="2020-03-10T09:48:01.384" v="9337" actId="6549"/>
        <pc:sldMkLst>
          <pc:docMk/>
          <pc:sldMk cId="2006378534" sldId="353"/>
        </pc:sldMkLst>
        <pc:spChg chg="mod">
          <ac:chgData name="Casey Mulligan" userId="b1a7e7a662de0c22" providerId="LiveId" clId="{F170705F-E34A-DB49-A275-ED5D670D6CFA}" dt="2020-02-11T16:28:04.226" v="4292" actId="313"/>
          <ac:spMkLst>
            <pc:docMk/>
            <pc:sldMk cId="2006378534" sldId="353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6:34:37.239" v="4830" actId="20577"/>
          <ac:spMkLst>
            <pc:docMk/>
            <pc:sldMk cId="2006378534" sldId="353"/>
            <ac:spMk id="27651" creationId="{00000000-0000-0000-0000-000000000000}"/>
          </ac:spMkLst>
        </pc:spChg>
      </pc:sldChg>
      <pc:sldChg chg="addSp modSp add">
        <pc:chgData name="Casey Mulligan" userId="b1a7e7a662de0c22" providerId="LiveId" clId="{F170705F-E34A-DB49-A275-ED5D670D6CFA}" dt="2020-02-11T17:09:49.840" v="4899" actId="1076"/>
        <pc:sldMkLst>
          <pc:docMk/>
          <pc:sldMk cId="1041815876" sldId="354"/>
        </pc:sldMkLst>
        <pc:spChg chg="add mod">
          <ac:chgData name="Casey Mulligan" userId="b1a7e7a662de0c22" providerId="LiveId" clId="{F170705F-E34A-DB49-A275-ED5D670D6CFA}" dt="2020-02-11T17:09:29.377" v="4896" actId="404"/>
          <ac:spMkLst>
            <pc:docMk/>
            <pc:sldMk cId="1041815876" sldId="354"/>
            <ac:spMk id="4" creationId="{52AC86C3-DD24-9C47-B311-363C8A1C6D5E}"/>
          </ac:spMkLst>
        </pc:spChg>
        <pc:picChg chg="add mod">
          <ac:chgData name="Casey Mulligan" userId="b1a7e7a662de0c22" providerId="LiveId" clId="{F170705F-E34A-DB49-A275-ED5D670D6CFA}" dt="2020-02-11T17:09:49.840" v="4899" actId="1076"/>
          <ac:picMkLst>
            <pc:docMk/>
            <pc:sldMk cId="1041815876" sldId="354"/>
            <ac:picMk id="3" creationId="{298EC945-3B9A-5345-8404-797C411CF23D}"/>
          </ac:picMkLst>
        </pc:picChg>
      </pc:sldChg>
      <pc:sldChg chg="addSp delSp modSp add ord delAnim">
        <pc:chgData name="Casey Mulligan" userId="b1a7e7a662de0c22" providerId="LiveId" clId="{F170705F-E34A-DB49-A275-ED5D670D6CFA}" dt="2020-02-11T20:25:56.819" v="5023" actId="20577"/>
        <pc:sldMkLst>
          <pc:docMk/>
          <pc:sldMk cId="545422326" sldId="355"/>
        </pc:sldMkLst>
        <pc:spChg chg="mod">
          <ac:chgData name="Casey Mulligan" userId="b1a7e7a662de0c22" providerId="LiveId" clId="{F170705F-E34A-DB49-A275-ED5D670D6CFA}" dt="2020-02-11T20:25:56.819" v="5023" actId="20577"/>
          <ac:spMkLst>
            <pc:docMk/>
            <pc:sldMk cId="545422326" sldId="355"/>
            <ac:spMk id="2" creationId="{D7662F7E-BFC0-904B-AF97-661FE329E896}"/>
          </ac:spMkLst>
        </pc:spChg>
        <pc:spChg chg="del">
          <ac:chgData name="Casey Mulligan" userId="b1a7e7a662de0c22" providerId="LiveId" clId="{F170705F-E34A-DB49-A275-ED5D670D6CFA}" dt="2020-02-11T17:11:36.838" v="4950" actId="478"/>
          <ac:spMkLst>
            <pc:docMk/>
            <pc:sldMk cId="545422326" sldId="355"/>
            <ac:spMk id="4" creationId="{2943F5CC-85D2-F44B-A3B8-DF16F53B9763}"/>
          </ac:spMkLst>
        </pc:spChg>
        <pc:spChg chg="del">
          <ac:chgData name="Casey Mulligan" userId="b1a7e7a662de0c22" providerId="LiveId" clId="{F170705F-E34A-DB49-A275-ED5D670D6CFA}" dt="2020-02-11T17:11:40.221" v="4951" actId="478"/>
          <ac:spMkLst>
            <pc:docMk/>
            <pc:sldMk cId="545422326" sldId="355"/>
            <ac:spMk id="5" creationId="{9B51FC04-F2F4-1044-9028-59C89C83C00B}"/>
          </ac:spMkLst>
        </pc:spChg>
        <pc:graphicFrameChg chg="mod">
          <ac:chgData name="Casey Mulligan" userId="b1a7e7a662de0c22" providerId="LiveId" clId="{F170705F-E34A-DB49-A275-ED5D670D6CFA}" dt="2020-02-11T17:13:41.848" v="4957" actId="14861"/>
          <ac:graphicFrameMkLst>
            <pc:docMk/>
            <pc:sldMk cId="545422326" sldId="355"/>
            <ac:graphicFrameMk id="3" creationId="{00000000-0000-0000-0000-000000000000}"/>
          </ac:graphicFrameMkLst>
        </pc:graphicFrameChg>
        <pc:cxnChg chg="add mod">
          <ac:chgData name="Casey Mulligan" userId="b1a7e7a662de0c22" providerId="LiveId" clId="{F170705F-E34A-DB49-A275-ED5D670D6CFA}" dt="2020-02-11T17:14:57.078" v="4973" actId="692"/>
          <ac:cxnSpMkLst>
            <pc:docMk/>
            <pc:sldMk cId="545422326" sldId="355"/>
            <ac:cxnSpMk id="7" creationId="{4B8624F4-4126-E348-9B46-6D84D614633E}"/>
          </ac:cxnSpMkLst>
        </pc:cxnChg>
      </pc:sldChg>
      <pc:sldChg chg="modTransition">
        <pc:chgData name="Casey Mulligan" userId="b1a7e7a662de0c22" providerId="LiveId" clId="{F170705F-E34A-DB49-A275-ED5D670D6CFA}" dt="2020-02-11T20:03:10.806" v="4996"/>
        <pc:sldMkLst>
          <pc:docMk/>
          <pc:sldMk cId="4147629104" sldId="356"/>
        </pc:sldMkLst>
      </pc:sldChg>
      <pc:sldChg chg="modTransition">
        <pc:chgData name="Casey Mulligan" userId="b1a7e7a662de0c22" providerId="LiveId" clId="{F170705F-E34A-DB49-A275-ED5D670D6CFA}" dt="2020-02-11T20:03:10.806" v="4996"/>
        <pc:sldMkLst>
          <pc:docMk/>
          <pc:sldMk cId="3035826126" sldId="357"/>
        </pc:sldMkLst>
      </pc:sldChg>
      <pc:sldChg chg="delSp modSp add">
        <pc:chgData name="Casey Mulligan" userId="b1a7e7a662de0c22" providerId="LiveId" clId="{F170705F-E34A-DB49-A275-ED5D670D6CFA}" dt="2020-02-11T20:08:37.735" v="5017" actId="14100"/>
        <pc:sldMkLst>
          <pc:docMk/>
          <pc:sldMk cId="3553273940" sldId="358"/>
        </pc:sldMkLst>
        <pc:picChg chg="mod">
          <ac:chgData name="Casey Mulligan" userId="b1a7e7a662de0c22" providerId="LiveId" clId="{F170705F-E34A-DB49-A275-ED5D670D6CFA}" dt="2020-02-11T20:08:37.735" v="5017" actId="14100"/>
          <ac:picMkLst>
            <pc:docMk/>
            <pc:sldMk cId="3553273940" sldId="358"/>
            <ac:picMk id="3074" creationId="{00000000-0000-0000-0000-000000000000}"/>
          </ac:picMkLst>
        </pc:pic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3" creationId="{DE7F3B34-DAE7-284F-90E0-DDCD548AF176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5" creationId="{C5AEEFBB-C10A-914F-97E8-975E1712661B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6" creationId="{435825C7-A72D-8442-A902-036F66291A47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7" creationId="{E232CEA6-B12C-4744-9CA0-0B1186E5AC50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8" creationId="{72D8A8CE-C82B-8644-BC36-EDED4620143F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9" creationId="{560C4E41-DCB7-C34A-802B-49D891C0F655}"/>
          </ac:cxnSpMkLst>
        </pc:cxnChg>
      </pc:sldChg>
      <pc:sldChg chg="modNotesTx">
        <pc:chgData name="Casey Mulligan" userId="b1a7e7a662de0c22" providerId="LiveId" clId="{F170705F-E34A-DB49-A275-ED5D670D6CFA}" dt="2020-03-10T08:55:02.099" v="6071" actId="20577"/>
        <pc:sldMkLst>
          <pc:docMk/>
          <pc:sldMk cId="2786633409" sldId="359"/>
        </pc:sldMkLst>
      </pc:sldChg>
      <pc:sldChg chg="modNotesTx">
        <pc:chgData name="Casey Mulligan" userId="b1a7e7a662de0c22" providerId="LiveId" clId="{F170705F-E34A-DB49-A275-ED5D670D6CFA}" dt="2020-03-10T09:43:34.484" v="8590" actId="20577"/>
        <pc:sldMkLst>
          <pc:docMk/>
          <pc:sldMk cId="3820319289" sldId="362"/>
        </pc:sldMkLst>
      </pc:sldChg>
      <pc:sldChg chg="addSp delSp modSp add">
        <pc:chgData name="Casey Mulligan" userId="b1a7e7a662de0c22" providerId="LiveId" clId="{F170705F-E34A-DB49-A275-ED5D670D6CFA}" dt="2020-02-16T23:18:03.510" v="5147" actId="20577"/>
        <pc:sldMkLst>
          <pc:docMk/>
          <pc:sldMk cId="3130518293" sldId="363"/>
        </pc:sldMkLst>
        <pc:spChg chg="mod">
          <ac:chgData name="Casey Mulligan" userId="b1a7e7a662de0c22" providerId="LiveId" clId="{F170705F-E34A-DB49-A275-ED5D670D6CFA}" dt="2020-02-16T23:18:03.510" v="5147" actId="20577"/>
          <ac:spMkLst>
            <pc:docMk/>
            <pc:sldMk cId="3130518293" sldId="363"/>
            <ac:spMk id="2" creationId="{D7662F7E-BFC0-904B-AF97-661FE329E896}"/>
          </ac:spMkLst>
        </pc:spChg>
        <pc:spChg chg="add mod">
          <ac:chgData name="Casey Mulligan" userId="b1a7e7a662de0c22" providerId="LiveId" clId="{F170705F-E34A-DB49-A275-ED5D670D6CFA}" dt="2020-02-16T22:40:41.046" v="5131" actId="207"/>
          <ac:spMkLst>
            <pc:docMk/>
            <pc:sldMk cId="3130518293" sldId="363"/>
            <ac:spMk id="6" creationId="{21F38260-AF0B-1744-AF09-425E15459CEA}"/>
          </ac:spMkLst>
        </pc:spChg>
        <pc:spChg chg="add mod">
          <ac:chgData name="Casey Mulligan" userId="b1a7e7a662de0c22" providerId="LiveId" clId="{F170705F-E34A-DB49-A275-ED5D670D6CFA}" dt="2020-02-16T22:40:41.046" v="5131" actId="207"/>
          <ac:spMkLst>
            <pc:docMk/>
            <pc:sldMk cId="3130518293" sldId="363"/>
            <ac:spMk id="10" creationId="{DCCBAA05-B6F7-2241-ACE5-5E6DCA3F0342}"/>
          </ac:spMkLst>
        </pc:spChg>
        <pc:spChg chg="add del">
          <ac:chgData name="Casey Mulligan" userId="b1a7e7a662de0c22" providerId="LiveId" clId="{F170705F-E34A-DB49-A275-ED5D670D6CFA}" dt="2020-02-16T22:37:53.363" v="5105" actId="478"/>
          <ac:spMkLst>
            <pc:docMk/>
            <pc:sldMk cId="3130518293" sldId="363"/>
            <ac:spMk id="13" creationId="{84E7A5D6-76CD-7041-8AC8-3224A709D080}"/>
          </ac:spMkLst>
        </pc:spChg>
        <pc:spChg chg="add mod">
          <ac:chgData name="Casey Mulligan" userId="b1a7e7a662de0c22" providerId="LiveId" clId="{F170705F-E34A-DB49-A275-ED5D670D6CFA}" dt="2020-02-16T22:40:41.046" v="5131" actId="207"/>
          <ac:spMkLst>
            <pc:docMk/>
            <pc:sldMk cId="3130518293" sldId="363"/>
            <ac:spMk id="15" creationId="{C8E56BC1-2498-2545-A086-A41A84C7CA11}"/>
          </ac:spMkLst>
        </pc:spChg>
        <pc:spChg chg="add mod">
          <ac:chgData name="Casey Mulligan" userId="b1a7e7a662de0c22" providerId="LiveId" clId="{F170705F-E34A-DB49-A275-ED5D670D6CFA}" dt="2020-02-16T22:41:21.337" v="5133" actId="207"/>
          <ac:spMkLst>
            <pc:docMk/>
            <pc:sldMk cId="3130518293" sldId="363"/>
            <ac:spMk id="17" creationId="{75B4DEA0-ABC5-964C-AE9B-2C370A60A6A2}"/>
          </ac:spMkLst>
        </pc:spChg>
        <pc:spChg chg="add mod">
          <ac:chgData name="Casey Mulligan" userId="b1a7e7a662de0c22" providerId="LiveId" clId="{F170705F-E34A-DB49-A275-ED5D670D6CFA}" dt="2020-02-16T22:41:21.337" v="5133" actId="207"/>
          <ac:spMkLst>
            <pc:docMk/>
            <pc:sldMk cId="3130518293" sldId="363"/>
            <ac:spMk id="19" creationId="{C27CA71D-ACBE-5D47-ACE4-F460023CCD6F}"/>
          </ac:spMkLst>
        </pc:spChg>
        <pc:graphicFrameChg chg="del">
          <ac:chgData name="Casey Mulligan" userId="b1a7e7a662de0c22" providerId="LiveId" clId="{F170705F-E34A-DB49-A275-ED5D670D6CFA}" dt="2020-02-16T22:33:29.326" v="5060" actId="478"/>
          <ac:graphicFrameMkLst>
            <pc:docMk/>
            <pc:sldMk cId="3130518293" sldId="363"/>
            <ac:graphicFrameMk id="3" creationId="{00000000-0000-0000-0000-000000000000}"/>
          </ac:graphicFrameMkLst>
        </pc:graphicFrameChg>
        <pc:picChg chg="add mod">
          <ac:chgData name="Casey Mulligan" userId="b1a7e7a662de0c22" providerId="LiveId" clId="{F170705F-E34A-DB49-A275-ED5D670D6CFA}" dt="2020-02-16T22:34:04.315" v="5063" actId="167"/>
          <ac:picMkLst>
            <pc:docMk/>
            <pc:sldMk cId="3130518293" sldId="363"/>
            <ac:picMk id="4" creationId="{AF42B831-0FC6-4D46-8103-354E78AA010E}"/>
          </ac:picMkLst>
        </pc:picChg>
        <pc:cxnChg chg="mod">
          <ac:chgData name="Casey Mulligan" userId="b1a7e7a662de0c22" providerId="LiveId" clId="{F170705F-E34A-DB49-A275-ED5D670D6CFA}" dt="2020-02-16T22:40:57.827" v="5132" actId="692"/>
          <ac:cxnSpMkLst>
            <pc:docMk/>
            <pc:sldMk cId="3130518293" sldId="363"/>
            <ac:cxnSpMk id="7" creationId="{4B8624F4-4126-E348-9B46-6D84D614633E}"/>
          </ac:cxnSpMkLst>
        </pc:cxnChg>
        <pc:cxnChg chg="add mod">
          <ac:chgData name="Casey Mulligan" userId="b1a7e7a662de0c22" providerId="LiveId" clId="{F170705F-E34A-DB49-A275-ED5D670D6CFA}" dt="2020-02-16T22:40:57.827" v="5132" actId="692"/>
          <ac:cxnSpMkLst>
            <pc:docMk/>
            <pc:sldMk cId="3130518293" sldId="363"/>
            <ac:cxnSpMk id="8" creationId="{28DF44B6-DF0F-D246-A05F-02022B9E07EA}"/>
          </ac:cxnSpMkLst>
        </pc:cxnChg>
        <pc:cxnChg chg="add del">
          <ac:chgData name="Casey Mulligan" userId="b1a7e7a662de0c22" providerId="LiveId" clId="{F170705F-E34A-DB49-A275-ED5D670D6CFA}" dt="2020-02-16T22:37:50.515" v="5104" actId="478"/>
          <ac:cxnSpMkLst>
            <pc:docMk/>
            <pc:sldMk cId="3130518293" sldId="363"/>
            <ac:cxnSpMk id="12" creationId="{BA69B2D4-7C79-1546-9AED-B0F649D638C0}"/>
          </ac:cxnSpMkLst>
        </pc:cxnChg>
        <pc:cxnChg chg="add mod">
          <ac:chgData name="Casey Mulligan" userId="b1a7e7a662de0c22" providerId="LiveId" clId="{F170705F-E34A-DB49-A275-ED5D670D6CFA}" dt="2020-02-16T22:40:57.827" v="5132" actId="692"/>
          <ac:cxnSpMkLst>
            <pc:docMk/>
            <pc:sldMk cId="3130518293" sldId="363"/>
            <ac:cxnSpMk id="14" creationId="{15A9A9BE-2440-3D42-ABE0-25921A9A2ABD}"/>
          </ac:cxnSpMkLst>
        </pc:cxnChg>
        <pc:cxnChg chg="add mod">
          <ac:chgData name="Casey Mulligan" userId="b1a7e7a662de0c22" providerId="LiveId" clId="{F170705F-E34A-DB49-A275-ED5D670D6CFA}" dt="2020-02-16T22:41:27.234" v="5134" actId="692"/>
          <ac:cxnSpMkLst>
            <pc:docMk/>
            <pc:sldMk cId="3130518293" sldId="363"/>
            <ac:cxnSpMk id="16" creationId="{1675A5DC-104F-9143-B0E0-EE07AB89FA8A}"/>
          </ac:cxnSpMkLst>
        </pc:cxnChg>
        <pc:cxnChg chg="add mod">
          <ac:chgData name="Casey Mulligan" userId="b1a7e7a662de0c22" providerId="LiveId" clId="{F170705F-E34A-DB49-A275-ED5D670D6CFA}" dt="2020-02-16T22:41:27.234" v="5134" actId="692"/>
          <ac:cxnSpMkLst>
            <pc:docMk/>
            <pc:sldMk cId="3130518293" sldId="363"/>
            <ac:cxnSpMk id="18" creationId="{DB0D6D95-4822-1E4E-8471-04FC80CCA61C}"/>
          </ac:cxnSpMkLst>
        </pc:cxnChg>
      </pc:sldChg>
      <pc:sldChg chg="modSp add ord modAnim">
        <pc:chgData name="Casey Mulligan" userId="b1a7e7a662de0c22" providerId="LiveId" clId="{F170705F-E34A-DB49-A275-ED5D670D6CFA}" dt="2020-03-10T02:36:41.512" v="5861" actId="1076"/>
        <pc:sldMkLst>
          <pc:docMk/>
          <pc:sldMk cId="195482490" sldId="364"/>
        </pc:sldMkLst>
        <pc:spChg chg="mod">
          <ac:chgData name="Casey Mulligan" userId="b1a7e7a662de0c22" providerId="LiveId" clId="{F170705F-E34A-DB49-A275-ED5D670D6CFA}" dt="2020-03-10T02:36:36.676" v="5860" actId="1076"/>
          <ac:spMkLst>
            <pc:docMk/>
            <pc:sldMk cId="195482490" sldId="364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3-10T02:36:41.512" v="5861" actId="1076"/>
          <ac:spMkLst>
            <pc:docMk/>
            <pc:sldMk cId="195482490" sldId="364"/>
            <ac:spMk id="27651" creationId="{00000000-0000-0000-0000-000000000000}"/>
          </ac:spMkLst>
        </pc:spChg>
      </pc:sldChg>
      <pc:sldChg chg="delSp add ord modAnim modNotesTx">
        <pc:chgData name="Casey Mulligan" userId="b1a7e7a662de0c22" providerId="LiveId" clId="{F170705F-E34A-DB49-A275-ED5D670D6CFA}" dt="2020-03-10T09:23:12.312" v="8044" actId="478"/>
        <pc:sldMkLst>
          <pc:docMk/>
          <pc:sldMk cId="3009533299" sldId="365"/>
        </pc:sldMkLst>
        <pc:spChg chg="del">
          <ac:chgData name="Casey Mulligan" userId="b1a7e7a662de0c22" providerId="LiveId" clId="{F170705F-E34A-DB49-A275-ED5D670D6CFA}" dt="2020-03-10T09:23:12.312" v="8044" actId="478"/>
          <ac:spMkLst>
            <pc:docMk/>
            <pc:sldMk cId="3009533299" sldId="365"/>
            <ac:spMk id="2" creationId="{C78BB016-5263-5341-AE35-27B4B081EE43}"/>
          </ac:spMkLst>
        </pc:spChg>
        <pc:spChg chg="del">
          <ac:chgData name="Casey Mulligan" userId="b1a7e7a662de0c22" providerId="LiveId" clId="{F170705F-E34A-DB49-A275-ED5D670D6CFA}" dt="2020-03-10T09:23:12.312" v="8044" actId="478"/>
          <ac:spMkLst>
            <pc:docMk/>
            <pc:sldMk cId="3009533299" sldId="365"/>
            <ac:spMk id="38" creationId="{E3E90CC9-8328-1740-93FB-7F589738A36C}"/>
          </ac:spMkLst>
        </pc:spChg>
      </pc:sldChg>
      <pc:sldChg chg="modSp add ord modAnim modNotesTx">
        <pc:chgData name="Casey Mulligan" userId="b1a7e7a662de0c22" providerId="LiveId" clId="{F170705F-E34A-DB49-A275-ED5D670D6CFA}" dt="2020-03-10T09:41:03.331" v="8446" actId="6549"/>
        <pc:sldMkLst>
          <pc:docMk/>
          <pc:sldMk cId="2869148355" sldId="366"/>
        </pc:sldMkLst>
        <pc:spChg chg="mod">
          <ac:chgData name="Casey Mulligan" userId="b1a7e7a662de0c22" providerId="LiveId" clId="{F170705F-E34A-DB49-A275-ED5D670D6CFA}" dt="2020-03-10T09:35:03.865" v="8288" actId="404"/>
          <ac:spMkLst>
            <pc:docMk/>
            <pc:sldMk cId="2869148355" sldId="366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3-10T09:39:59.496" v="8344" actId="20577"/>
          <ac:spMkLst>
            <pc:docMk/>
            <pc:sldMk cId="2869148355" sldId="366"/>
            <ac:spMk id="27651" creationId="{00000000-0000-0000-0000-000000000000}"/>
          </ac:spMkLst>
        </pc:spChg>
      </pc:sldChg>
      <pc:sldMasterChg chg="del delSldLayout">
        <pc:chgData name="Casey Mulligan" userId="b1a7e7a662de0c22" providerId="LiveId" clId="{F170705F-E34A-DB49-A275-ED5D670D6CFA}" dt="2020-01-16T18:16:27.896" v="49" actId="2696"/>
        <pc:sldMasterMkLst>
          <pc:docMk/>
          <pc:sldMasterMk cId="4086130338" sldId="2147483660"/>
        </pc:sldMasterMkLst>
        <pc:sldLayoutChg chg="del">
          <pc:chgData name="Casey Mulligan" userId="b1a7e7a662de0c22" providerId="LiveId" clId="{F170705F-E34A-DB49-A275-ED5D670D6CFA}" dt="2020-01-16T18:16:27.887" v="38" actId="2696"/>
          <pc:sldLayoutMkLst>
            <pc:docMk/>
            <pc:sldMasterMk cId="4086130338" sldId="2147483660"/>
            <pc:sldLayoutMk cId="824846362" sldId="2147483661"/>
          </pc:sldLayoutMkLst>
        </pc:sldLayoutChg>
        <pc:sldLayoutChg chg="del">
          <pc:chgData name="Casey Mulligan" userId="b1a7e7a662de0c22" providerId="LiveId" clId="{F170705F-E34A-DB49-A275-ED5D670D6CFA}" dt="2020-01-16T18:16:27.888" v="39" actId="2696"/>
          <pc:sldLayoutMkLst>
            <pc:docMk/>
            <pc:sldMasterMk cId="4086130338" sldId="2147483660"/>
            <pc:sldLayoutMk cId="1105529967" sldId="2147483662"/>
          </pc:sldLayoutMkLst>
        </pc:sldLayoutChg>
        <pc:sldLayoutChg chg="del">
          <pc:chgData name="Casey Mulligan" userId="b1a7e7a662de0c22" providerId="LiveId" clId="{F170705F-E34A-DB49-A275-ED5D670D6CFA}" dt="2020-01-16T18:16:27.888" v="40" actId="2696"/>
          <pc:sldLayoutMkLst>
            <pc:docMk/>
            <pc:sldMasterMk cId="4086130338" sldId="2147483660"/>
            <pc:sldLayoutMk cId="2750894658" sldId="2147483663"/>
          </pc:sldLayoutMkLst>
        </pc:sldLayoutChg>
        <pc:sldLayoutChg chg="del">
          <pc:chgData name="Casey Mulligan" userId="b1a7e7a662de0c22" providerId="LiveId" clId="{F170705F-E34A-DB49-A275-ED5D670D6CFA}" dt="2020-01-16T18:16:27.889" v="41" actId="2696"/>
          <pc:sldLayoutMkLst>
            <pc:docMk/>
            <pc:sldMasterMk cId="4086130338" sldId="2147483660"/>
            <pc:sldLayoutMk cId="1427038177" sldId="2147483664"/>
          </pc:sldLayoutMkLst>
        </pc:sldLayoutChg>
        <pc:sldLayoutChg chg="del">
          <pc:chgData name="Casey Mulligan" userId="b1a7e7a662de0c22" providerId="LiveId" clId="{F170705F-E34A-DB49-A275-ED5D670D6CFA}" dt="2020-01-16T18:16:27.890" v="42" actId="2696"/>
          <pc:sldLayoutMkLst>
            <pc:docMk/>
            <pc:sldMasterMk cId="4086130338" sldId="2147483660"/>
            <pc:sldLayoutMk cId="624516009" sldId="2147483665"/>
          </pc:sldLayoutMkLst>
        </pc:sldLayoutChg>
        <pc:sldLayoutChg chg="del">
          <pc:chgData name="Casey Mulligan" userId="b1a7e7a662de0c22" providerId="LiveId" clId="{F170705F-E34A-DB49-A275-ED5D670D6CFA}" dt="2020-01-16T18:16:27.891" v="43" actId="2696"/>
          <pc:sldLayoutMkLst>
            <pc:docMk/>
            <pc:sldMasterMk cId="4086130338" sldId="2147483660"/>
            <pc:sldLayoutMk cId="1138200807" sldId="2147483666"/>
          </pc:sldLayoutMkLst>
        </pc:sldLayoutChg>
        <pc:sldLayoutChg chg="del">
          <pc:chgData name="Casey Mulligan" userId="b1a7e7a662de0c22" providerId="LiveId" clId="{F170705F-E34A-DB49-A275-ED5D670D6CFA}" dt="2020-01-16T18:16:27.891" v="44" actId="2696"/>
          <pc:sldLayoutMkLst>
            <pc:docMk/>
            <pc:sldMasterMk cId="4086130338" sldId="2147483660"/>
            <pc:sldLayoutMk cId="2030028600" sldId="2147483667"/>
          </pc:sldLayoutMkLst>
        </pc:sldLayoutChg>
        <pc:sldLayoutChg chg="del">
          <pc:chgData name="Casey Mulligan" userId="b1a7e7a662de0c22" providerId="LiveId" clId="{F170705F-E34A-DB49-A275-ED5D670D6CFA}" dt="2020-01-16T18:16:27.892" v="45" actId="2696"/>
          <pc:sldLayoutMkLst>
            <pc:docMk/>
            <pc:sldMasterMk cId="4086130338" sldId="2147483660"/>
            <pc:sldLayoutMk cId="3263892096" sldId="2147483668"/>
          </pc:sldLayoutMkLst>
        </pc:sldLayoutChg>
        <pc:sldLayoutChg chg="del">
          <pc:chgData name="Casey Mulligan" userId="b1a7e7a662de0c22" providerId="LiveId" clId="{F170705F-E34A-DB49-A275-ED5D670D6CFA}" dt="2020-01-16T18:16:27.893" v="46" actId="2696"/>
          <pc:sldLayoutMkLst>
            <pc:docMk/>
            <pc:sldMasterMk cId="4086130338" sldId="2147483660"/>
            <pc:sldLayoutMk cId="1204919329" sldId="2147483669"/>
          </pc:sldLayoutMkLst>
        </pc:sldLayoutChg>
        <pc:sldLayoutChg chg="del">
          <pc:chgData name="Casey Mulligan" userId="b1a7e7a662de0c22" providerId="LiveId" clId="{F170705F-E34A-DB49-A275-ED5D670D6CFA}" dt="2020-01-16T18:16:27.894" v="47" actId="2696"/>
          <pc:sldLayoutMkLst>
            <pc:docMk/>
            <pc:sldMasterMk cId="4086130338" sldId="2147483660"/>
            <pc:sldLayoutMk cId="3264003358" sldId="2147483670"/>
          </pc:sldLayoutMkLst>
        </pc:sldLayoutChg>
        <pc:sldLayoutChg chg="del">
          <pc:chgData name="Casey Mulligan" userId="b1a7e7a662de0c22" providerId="LiveId" clId="{F170705F-E34A-DB49-A275-ED5D670D6CFA}" dt="2020-01-16T18:16:27.894" v="48" actId="2696"/>
          <pc:sldLayoutMkLst>
            <pc:docMk/>
            <pc:sldMasterMk cId="4086130338" sldId="2147483660"/>
            <pc:sldLayoutMk cId="3711564221" sldId="2147483671"/>
          </pc:sldLayoutMkLst>
        </pc:sldLayoutChg>
      </pc:sldMasterChg>
      <pc:sldMasterChg chg="del delSldLayout">
        <pc:chgData name="Casey Mulligan" userId="b1a7e7a662de0c22" providerId="LiveId" clId="{F170705F-E34A-DB49-A275-ED5D670D6CFA}" dt="2020-01-16T18:16:08.281" v="14" actId="2696"/>
        <pc:sldMasterMkLst>
          <pc:docMk/>
          <pc:sldMasterMk cId="3279820266" sldId="2147483675"/>
        </pc:sldMasterMkLst>
        <pc:sldLayoutChg chg="del">
          <pc:chgData name="Casey Mulligan" userId="b1a7e7a662de0c22" providerId="LiveId" clId="{F170705F-E34A-DB49-A275-ED5D670D6CFA}" dt="2020-01-16T18:16:08.271" v="1" actId="2696"/>
          <pc:sldLayoutMkLst>
            <pc:docMk/>
            <pc:sldMasterMk cId="3279820266" sldId="2147483675"/>
            <pc:sldLayoutMk cId="3320522331" sldId="2147483676"/>
          </pc:sldLayoutMkLst>
        </pc:sldLayoutChg>
        <pc:sldLayoutChg chg="del">
          <pc:chgData name="Casey Mulligan" userId="b1a7e7a662de0c22" providerId="LiveId" clId="{F170705F-E34A-DB49-A275-ED5D670D6CFA}" dt="2020-01-16T18:16:08.272" v="2" actId="2696"/>
          <pc:sldLayoutMkLst>
            <pc:docMk/>
            <pc:sldMasterMk cId="3279820266" sldId="2147483675"/>
            <pc:sldLayoutMk cId="3507276504" sldId="2147483677"/>
          </pc:sldLayoutMkLst>
        </pc:sldLayoutChg>
        <pc:sldLayoutChg chg="del">
          <pc:chgData name="Casey Mulligan" userId="b1a7e7a662de0c22" providerId="LiveId" clId="{F170705F-E34A-DB49-A275-ED5D670D6CFA}" dt="2020-01-16T18:16:08.273" v="3" actId="2696"/>
          <pc:sldLayoutMkLst>
            <pc:docMk/>
            <pc:sldMasterMk cId="3279820266" sldId="2147483675"/>
            <pc:sldLayoutMk cId="3844130649" sldId="2147483678"/>
          </pc:sldLayoutMkLst>
        </pc:sldLayoutChg>
        <pc:sldLayoutChg chg="del">
          <pc:chgData name="Casey Mulligan" userId="b1a7e7a662de0c22" providerId="LiveId" clId="{F170705F-E34A-DB49-A275-ED5D670D6CFA}" dt="2020-01-16T18:16:08.273" v="4" actId="2696"/>
          <pc:sldLayoutMkLst>
            <pc:docMk/>
            <pc:sldMasterMk cId="3279820266" sldId="2147483675"/>
            <pc:sldLayoutMk cId="2298013902" sldId="2147483679"/>
          </pc:sldLayoutMkLst>
        </pc:sldLayoutChg>
        <pc:sldLayoutChg chg="del">
          <pc:chgData name="Casey Mulligan" userId="b1a7e7a662de0c22" providerId="LiveId" clId="{F170705F-E34A-DB49-A275-ED5D670D6CFA}" dt="2020-01-16T18:16:08.274" v="5" actId="2696"/>
          <pc:sldLayoutMkLst>
            <pc:docMk/>
            <pc:sldMasterMk cId="3279820266" sldId="2147483675"/>
            <pc:sldLayoutMk cId="2935252765" sldId="2147483680"/>
          </pc:sldLayoutMkLst>
        </pc:sldLayoutChg>
        <pc:sldLayoutChg chg="del">
          <pc:chgData name="Casey Mulligan" userId="b1a7e7a662de0c22" providerId="LiveId" clId="{F170705F-E34A-DB49-A275-ED5D670D6CFA}" dt="2020-01-16T18:16:08.275" v="6" actId="2696"/>
          <pc:sldLayoutMkLst>
            <pc:docMk/>
            <pc:sldMasterMk cId="3279820266" sldId="2147483675"/>
            <pc:sldLayoutMk cId="1265158817" sldId="2147483681"/>
          </pc:sldLayoutMkLst>
        </pc:sldLayoutChg>
        <pc:sldLayoutChg chg="del">
          <pc:chgData name="Casey Mulligan" userId="b1a7e7a662de0c22" providerId="LiveId" clId="{F170705F-E34A-DB49-A275-ED5D670D6CFA}" dt="2020-01-16T18:16:08.275" v="7" actId="2696"/>
          <pc:sldLayoutMkLst>
            <pc:docMk/>
            <pc:sldMasterMk cId="3279820266" sldId="2147483675"/>
            <pc:sldLayoutMk cId="1725883523" sldId="2147483682"/>
          </pc:sldLayoutMkLst>
        </pc:sldLayoutChg>
        <pc:sldLayoutChg chg="del">
          <pc:chgData name="Casey Mulligan" userId="b1a7e7a662de0c22" providerId="LiveId" clId="{F170705F-E34A-DB49-A275-ED5D670D6CFA}" dt="2020-01-16T18:16:08.276" v="8" actId="2696"/>
          <pc:sldLayoutMkLst>
            <pc:docMk/>
            <pc:sldMasterMk cId="3279820266" sldId="2147483675"/>
            <pc:sldLayoutMk cId="126333165" sldId="2147483683"/>
          </pc:sldLayoutMkLst>
        </pc:sldLayoutChg>
        <pc:sldLayoutChg chg="del">
          <pc:chgData name="Casey Mulligan" userId="b1a7e7a662de0c22" providerId="LiveId" clId="{F170705F-E34A-DB49-A275-ED5D670D6CFA}" dt="2020-01-16T18:16:08.277" v="9" actId="2696"/>
          <pc:sldLayoutMkLst>
            <pc:docMk/>
            <pc:sldMasterMk cId="3279820266" sldId="2147483675"/>
            <pc:sldLayoutMk cId="1550423980" sldId="2147483684"/>
          </pc:sldLayoutMkLst>
        </pc:sldLayoutChg>
        <pc:sldLayoutChg chg="del">
          <pc:chgData name="Casey Mulligan" userId="b1a7e7a662de0c22" providerId="LiveId" clId="{F170705F-E34A-DB49-A275-ED5D670D6CFA}" dt="2020-01-16T18:16:08.277" v="10" actId="2696"/>
          <pc:sldLayoutMkLst>
            <pc:docMk/>
            <pc:sldMasterMk cId="3279820266" sldId="2147483675"/>
            <pc:sldLayoutMk cId="1180809410" sldId="2147483685"/>
          </pc:sldLayoutMkLst>
        </pc:sldLayoutChg>
        <pc:sldLayoutChg chg="del">
          <pc:chgData name="Casey Mulligan" userId="b1a7e7a662de0c22" providerId="LiveId" clId="{F170705F-E34A-DB49-A275-ED5D670D6CFA}" dt="2020-01-16T18:16:08.278" v="11" actId="2696"/>
          <pc:sldLayoutMkLst>
            <pc:docMk/>
            <pc:sldMasterMk cId="3279820266" sldId="2147483675"/>
            <pc:sldLayoutMk cId="3053797731" sldId="2147483686"/>
          </pc:sldLayoutMkLst>
        </pc:sldLayoutChg>
        <pc:sldLayoutChg chg="del">
          <pc:chgData name="Casey Mulligan" userId="b1a7e7a662de0c22" providerId="LiveId" clId="{F170705F-E34A-DB49-A275-ED5D670D6CFA}" dt="2020-01-16T18:16:08.279" v="12" actId="2696"/>
          <pc:sldLayoutMkLst>
            <pc:docMk/>
            <pc:sldMasterMk cId="3279820266" sldId="2147483675"/>
            <pc:sldLayoutMk cId="180414140" sldId="2147483687"/>
          </pc:sldLayoutMkLst>
        </pc:sldLayoutChg>
        <pc:sldLayoutChg chg="del">
          <pc:chgData name="Casey Mulligan" userId="b1a7e7a662de0c22" providerId="LiveId" clId="{F170705F-E34A-DB49-A275-ED5D670D6CFA}" dt="2020-01-16T18:16:08.280" v="13" actId="2696"/>
          <pc:sldLayoutMkLst>
            <pc:docMk/>
            <pc:sldMasterMk cId="3279820266" sldId="2147483675"/>
            <pc:sldLayoutMk cId="2502637702" sldId="2147483688"/>
          </pc:sldLayoutMkLst>
        </pc:sldLayoutChg>
      </pc:sldMasterChg>
      <pc:sldMasterChg chg="del delSldLayout">
        <pc:chgData name="Casey Mulligan" userId="b1a7e7a662de0c22" providerId="LiveId" clId="{F170705F-E34A-DB49-A275-ED5D670D6CFA}" dt="2020-01-16T18:16:08.306" v="28" actId="2696"/>
        <pc:sldMasterMkLst>
          <pc:docMk/>
          <pc:sldMasterMk cId="1975218828" sldId="2147483689"/>
        </pc:sldMasterMkLst>
        <pc:sldLayoutChg chg="del">
          <pc:chgData name="Casey Mulligan" userId="b1a7e7a662de0c22" providerId="LiveId" clId="{F170705F-E34A-DB49-A275-ED5D670D6CFA}" dt="2020-01-16T18:16:08.297" v="17" actId="2696"/>
          <pc:sldLayoutMkLst>
            <pc:docMk/>
            <pc:sldMasterMk cId="1975218828" sldId="2147483689"/>
            <pc:sldLayoutMk cId="2960633059" sldId="2147483690"/>
          </pc:sldLayoutMkLst>
        </pc:sldLayoutChg>
        <pc:sldLayoutChg chg="del">
          <pc:chgData name="Casey Mulligan" userId="b1a7e7a662de0c22" providerId="LiveId" clId="{F170705F-E34A-DB49-A275-ED5D670D6CFA}" dt="2020-01-16T18:16:08.298" v="18" actId="2696"/>
          <pc:sldLayoutMkLst>
            <pc:docMk/>
            <pc:sldMasterMk cId="1975218828" sldId="2147483689"/>
            <pc:sldLayoutMk cId="2061751251" sldId="2147483691"/>
          </pc:sldLayoutMkLst>
        </pc:sldLayoutChg>
        <pc:sldLayoutChg chg="del">
          <pc:chgData name="Casey Mulligan" userId="b1a7e7a662de0c22" providerId="LiveId" clId="{F170705F-E34A-DB49-A275-ED5D670D6CFA}" dt="2020-01-16T18:16:08.299" v="19" actId="2696"/>
          <pc:sldLayoutMkLst>
            <pc:docMk/>
            <pc:sldMasterMk cId="1975218828" sldId="2147483689"/>
            <pc:sldLayoutMk cId="1401517316" sldId="2147483692"/>
          </pc:sldLayoutMkLst>
        </pc:sldLayoutChg>
        <pc:sldLayoutChg chg="del">
          <pc:chgData name="Casey Mulligan" userId="b1a7e7a662de0c22" providerId="LiveId" clId="{F170705F-E34A-DB49-A275-ED5D670D6CFA}" dt="2020-01-16T18:16:08.299" v="20" actId="2696"/>
          <pc:sldLayoutMkLst>
            <pc:docMk/>
            <pc:sldMasterMk cId="1975218828" sldId="2147483689"/>
            <pc:sldLayoutMk cId="4123733121" sldId="2147483693"/>
          </pc:sldLayoutMkLst>
        </pc:sldLayoutChg>
        <pc:sldLayoutChg chg="del">
          <pc:chgData name="Casey Mulligan" userId="b1a7e7a662de0c22" providerId="LiveId" clId="{F170705F-E34A-DB49-A275-ED5D670D6CFA}" dt="2020-01-16T18:16:08.300" v="21" actId="2696"/>
          <pc:sldLayoutMkLst>
            <pc:docMk/>
            <pc:sldMasterMk cId="1975218828" sldId="2147483689"/>
            <pc:sldLayoutMk cId="1521407518" sldId="2147483694"/>
          </pc:sldLayoutMkLst>
        </pc:sldLayoutChg>
        <pc:sldLayoutChg chg="del">
          <pc:chgData name="Casey Mulligan" userId="b1a7e7a662de0c22" providerId="LiveId" clId="{F170705F-E34A-DB49-A275-ED5D670D6CFA}" dt="2020-01-16T18:16:08.301" v="22" actId="2696"/>
          <pc:sldLayoutMkLst>
            <pc:docMk/>
            <pc:sldMasterMk cId="1975218828" sldId="2147483689"/>
            <pc:sldLayoutMk cId="2013605485" sldId="2147483695"/>
          </pc:sldLayoutMkLst>
        </pc:sldLayoutChg>
        <pc:sldLayoutChg chg="del">
          <pc:chgData name="Casey Mulligan" userId="b1a7e7a662de0c22" providerId="LiveId" clId="{F170705F-E34A-DB49-A275-ED5D670D6CFA}" dt="2020-01-16T18:16:08.301" v="23" actId="2696"/>
          <pc:sldLayoutMkLst>
            <pc:docMk/>
            <pc:sldMasterMk cId="1975218828" sldId="2147483689"/>
            <pc:sldLayoutMk cId="2973789725" sldId="2147483696"/>
          </pc:sldLayoutMkLst>
        </pc:sldLayoutChg>
        <pc:sldLayoutChg chg="del">
          <pc:chgData name="Casey Mulligan" userId="b1a7e7a662de0c22" providerId="LiveId" clId="{F170705F-E34A-DB49-A275-ED5D670D6CFA}" dt="2020-01-16T18:16:08.302" v="24" actId="2696"/>
          <pc:sldLayoutMkLst>
            <pc:docMk/>
            <pc:sldMasterMk cId="1975218828" sldId="2147483689"/>
            <pc:sldLayoutMk cId="3013652237" sldId="2147483697"/>
          </pc:sldLayoutMkLst>
        </pc:sldLayoutChg>
        <pc:sldLayoutChg chg="del">
          <pc:chgData name="Casey Mulligan" userId="b1a7e7a662de0c22" providerId="LiveId" clId="{F170705F-E34A-DB49-A275-ED5D670D6CFA}" dt="2020-01-16T18:16:08.303" v="25" actId="2696"/>
          <pc:sldLayoutMkLst>
            <pc:docMk/>
            <pc:sldMasterMk cId="1975218828" sldId="2147483689"/>
            <pc:sldLayoutMk cId="1473439711" sldId="2147483698"/>
          </pc:sldLayoutMkLst>
        </pc:sldLayoutChg>
        <pc:sldLayoutChg chg="del">
          <pc:chgData name="Casey Mulligan" userId="b1a7e7a662de0c22" providerId="LiveId" clId="{F170705F-E34A-DB49-A275-ED5D670D6CFA}" dt="2020-01-16T18:16:08.304" v="26" actId="2696"/>
          <pc:sldLayoutMkLst>
            <pc:docMk/>
            <pc:sldMasterMk cId="1975218828" sldId="2147483689"/>
            <pc:sldLayoutMk cId="565769836" sldId="2147483699"/>
          </pc:sldLayoutMkLst>
        </pc:sldLayoutChg>
        <pc:sldLayoutChg chg="del">
          <pc:chgData name="Casey Mulligan" userId="b1a7e7a662de0c22" providerId="LiveId" clId="{F170705F-E34A-DB49-A275-ED5D670D6CFA}" dt="2020-01-16T18:16:08.304" v="27" actId="2696"/>
          <pc:sldLayoutMkLst>
            <pc:docMk/>
            <pc:sldMasterMk cId="1975218828" sldId="2147483689"/>
            <pc:sldLayoutMk cId="2531939747" sldId="2147483700"/>
          </pc:sldLayoutMkLst>
        </pc:sldLayoutChg>
      </pc:sldMasterChg>
    </pc:docChg>
  </pc:docChgLst>
  <pc:docChgLst>
    <pc:chgData name="Casey Mulligan" userId="b1a7e7a662de0c22" providerId="LiveId" clId="{87B16845-95DA-3C41-BB6E-402D0D454196}"/>
    <pc:docChg chg="modSld">
      <pc:chgData name="Casey Mulligan" userId="b1a7e7a662de0c22" providerId="LiveId" clId="{87B16845-95DA-3C41-BB6E-402D0D454196}" dt="2022-11-09T20:17:23.172" v="23" actId="20577"/>
      <pc:docMkLst>
        <pc:docMk/>
      </pc:docMkLst>
      <pc:sldChg chg="modNotesTx">
        <pc:chgData name="Casey Mulligan" userId="b1a7e7a662de0c22" providerId="LiveId" clId="{87B16845-95DA-3C41-BB6E-402D0D454196}" dt="2022-11-09T20:17:23.172" v="23" actId="20577"/>
        <pc:sldMkLst>
          <pc:docMk/>
          <pc:sldMk cId="2351544501" sldId="412"/>
        </pc:sldMkLst>
      </pc:sldChg>
      <pc:sldChg chg="modNotesTx">
        <pc:chgData name="Casey Mulligan" userId="b1a7e7a662de0c22" providerId="LiveId" clId="{87B16845-95DA-3C41-BB6E-402D0D454196}" dt="2022-11-09T20:17:00.004" v="8" actId="20577"/>
        <pc:sldMkLst>
          <pc:docMk/>
          <pc:sldMk cId="2839306328" sldId="420"/>
        </pc:sldMkLst>
      </pc:sldChg>
    </pc:docChg>
  </pc:docChgLst>
  <pc:docChgLst>
    <pc:chgData name="Casey Mulligan" userId="b1a7e7a662de0c22" providerId="LiveId" clId="{B5FC3FB5-AA2D-FD48-9141-8CA8FA1F76DC}"/>
    <pc:docChg chg="addSld modSld">
      <pc:chgData name="Casey Mulligan" userId="b1a7e7a662de0c22" providerId="LiveId" clId="{B5FC3FB5-AA2D-FD48-9141-8CA8FA1F76DC}" dt="2023-06-27T17:06:43.979" v="0"/>
      <pc:docMkLst>
        <pc:docMk/>
      </pc:docMkLst>
      <pc:sldChg chg="add">
        <pc:chgData name="Casey Mulligan" userId="b1a7e7a662de0c22" providerId="LiveId" clId="{B5FC3FB5-AA2D-FD48-9141-8CA8FA1F76DC}" dt="2023-06-27T17:06:43.979" v="0"/>
        <pc:sldMkLst>
          <pc:docMk/>
          <pc:sldMk cId="941921848" sldId="436"/>
        </pc:sldMkLst>
      </pc:sldChg>
      <pc:sldChg chg="add">
        <pc:chgData name="Casey Mulligan" userId="b1a7e7a662de0c22" providerId="LiveId" clId="{B5FC3FB5-AA2D-FD48-9141-8CA8FA1F76DC}" dt="2023-06-27T17:06:43.979" v="0"/>
        <pc:sldMkLst>
          <pc:docMk/>
          <pc:sldMk cId="3320501402" sldId="437"/>
        </pc:sldMkLst>
      </pc:sldChg>
    </pc:docChg>
  </pc:docChgLst>
  <pc:docChgLst>
    <pc:chgData name="Casey Mulligan" userId="b1a7e7a662de0c22" providerId="LiveId" clId="{2434A369-E882-EB4F-8ABB-D548465D144E}"/>
    <pc:docChg chg="modSld">
      <pc:chgData name="Casey Mulligan" userId="b1a7e7a662de0c22" providerId="LiveId" clId="{2434A369-E882-EB4F-8ABB-D548465D144E}" dt="2022-04-15T16:44:47.325" v="429" actId="20577"/>
      <pc:docMkLst>
        <pc:docMk/>
      </pc:docMkLst>
      <pc:sldChg chg="modNotesTx">
        <pc:chgData name="Casey Mulligan" userId="b1a7e7a662de0c22" providerId="LiveId" clId="{2434A369-E882-EB4F-8ABB-D548465D144E}" dt="2022-04-15T16:44:13.635" v="425" actId="20577"/>
        <pc:sldMkLst>
          <pc:docMk/>
          <pc:sldMk cId="2744821802" sldId="366"/>
        </pc:sldMkLst>
      </pc:sldChg>
      <pc:sldChg chg="modNotesTx">
        <pc:chgData name="Casey Mulligan" userId="b1a7e7a662de0c22" providerId="LiveId" clId="{2434A369-E882-EB4F-8ABB-D548465D144E}" dt="2022-04-15T16:37:17.904" v="339" actId="20577"/>
        <pc:sldMkLst>
          <pc:docMk/>
          <pc:sldMk cId="3470819696" sldId="408"/>
        </pc:sldMkLst>
      </pc:sldChg>
      <pc:sldChg chg="modNotesTx">
        <pc:chgData name="Casey Mulligan" userId="b1a7e7a662de0c22" providerId="LiveId" clId="{2434A369-E882-EB4F-8ABB-D548465D144E}" dt="2022-04-15T11:30:02.295" v="187" actId="20577"/>
        <pc:sldMkLst>
          <pc:docMk/>
          <pc:sldMk cId="658170788" sldId="409"/>
        </pc:sldMkLst>
      </pc:sldChg>
      <pc:sldChg chg="modSp modNotesTx">
        <pc:chgData name="Casey Mulligan" userId="b1a7e7a662de0c22" providerId="LiveId" clId="{2434A369-E882-EB4F-8ABB-D548465D144E}" dt="2022-04-15T11:32:18.375" v="288" actId="20577"/>
        <pc:sldMkLst>
          <pc:docMk/>
          <pc:sldMk cId="2351544501" sldId="412"/>
        </pc:sldMkLst>
        <pc:spChg chg="mod">
          <ac:chgData name="Casey Mulligan" userId="b1a7e7a662de0c22" providerId="LiveId" clId="{2434A369-E882-EB4F-8ABB-D548465D144E}" dt="2022-04-15T11:32:18.375" v="288" actId="20577"/>
          <ac:spMkLst>
            <pc:docMk/>
            <pc:sldMk cId="2351544501" sldId="412"/>
            <ac:spMk id="27651" creationId="{00000000-0000-0000-0000-000000000000}"/>
          </ac:spMkLst>
        </pc:spChg>
      </pc:sldChg>
      <pc:sldChg chg="modNotesTx">
        <pc:chgData name="Casey Mulligan" userId="b1a7e7a662de0c22" providerId="LiveId" clId="{2434A369-E882-EB4F-8ABB-D548465D144E}" dt="2022-04-15T11:35:35.998" v="334" actId="20577"/>
        <pc:sldMkLst>
          <pc:docMk/>
          <pc:sldMk cId="1292052107" sldId="416"/>
        </pc:sldMkLst>
      </pc:sldChg>
      <pc:sldChg chg="modNotesTx">
        <pc:chgData name="Casey Mulligan" userId="b1a7e7a662de0c22" providerId="LiveId" clId="{2434A369-E882-EB4F-8ABB-D548465D144E}" dt="2022-04-15T16:38:51.849" v="406" actId="20577"/>
        <pc:sldMkLst>
          <pc:docMk/>
          <pc:sldMk cId="2839306328" sldId="420"/>
        </pc:sldMkLst>
      </pc:sldChg>
      <pc:sldChg chg="modNotesTx">
        <pc:chgData name="Casey Mulligan" userId="b1a7e7a662de0c22" providerId="LiveId" clId="{2434A369-E882-EB4F-8ABB-D548465D144E}" dt="2022-04-15T16:43:20.370" v="409" actId="22"/>
        <pc:sldMkLst>
          <pc:docMk/>
          <pc:sldMk cId="2152234819" sldId="421"/>
        </pc:sldMkLst>
      </pc:sldChg>
      <pc:sldChg chg="modSp">
        <pc:chgData name="Casey Mulligan" userId="b1a7e7a662de0c22" providerId="LiveId" clId="{2434A369-E882-EB4F-8ABB-D548465D144E}" dt="2022-04-15T16:44:47.325" v="429" actId="20577"/>
        <pc:sldMkLst>
          <pc:docMk/>
          <pc:sldMk cId="1708391614" sldId="423"/>
        </pc:sldMkLst>
        <pc:spChg chg="mod">
          <ac:chgData name="Casey Mulligan" userId="b1a7e7a662de0c22" providerId="LiveId" clId="{2434A369-E882-EB4F-8ABB-D548465D144E}" dt="2022-04-15T16:44:47.325" v="429" actId="20577"/>
          <ac:spMkLst>
            <pc:docMk/>
            <pc:sldMk cId="1708391614" sldId="423"/>
            <ac:spMk id="27651" creationId="{00000000-0000-0000-0000-000000000000}"/>
          </ac:spMkLst>
        </pc:spChg>
      </pc:sldChg>
    </pc:docChg>
  </pc:docChgLst>
  <pc:docChgLst>
    <pc:chgData name="Casey Mulligan" userId="b1a7e7a662de0c22" providerId="LiveId" clId="{37DA9AA3-E9F4-3A40-B828-954677589EA4}"/>
    <pc:docChg chg="undo custSel addSld delSld modSld sldOrd modSection">
      <pc:chgData name="Casey Mulligan" userId="b1a7e7a662de0c22" providerId="LiveId" clId="{37DA9AA3-E9F4-3A40-B828-954677589EA4}" dt="2021-02-18T21:29:19.595" v="258" actId="2696"/>
      <pc:docMkLst>
        <pc:docMk/>
      </pc:docMkLst>
      <pc:sldChg chg="addSp delSp modSp del mod delAnim modAnim modNotesTx">
        <pc:chgData name="Casey Mulligan" userId="b1a7e7a662de0c22" providerId="LiveId" clId="{37DA9AA3-E9F4-3A40-B828-954677589EA4}" dt="2021-02-18T21:29:19.595" v="258" actId="2696"/>
        <pc:sldMkLst>
          <pc:docMk/>
          <pc:sldMk cId="3790629861" sldId="339"/>
        </pc:sldMkLst>
        <pc:spChg chg="del mod topLvl">
          <ac:chgData name="Casey Mulligan" userId="b1a7e7a662de0c22" providerId="LiveId" clId="{37DA9AA3-E9F4-3A40-B828-954677589EA4}" dt="2021-02-18T21:10:14.949" v="164" actId="478"/>
          <ac:spMkLst>
            <pc:docMk/>
            <pc:sldMk cId="3790629861" sldId="339"/>
            <ac:spMk id="2" creationId="{C78BB016-5263-5341-AE35-27B4B081EE43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21" creationId="{815CD01A-9474-D046-881C-1E5CF2D3C95C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22" creationId="{733434EE-6278-5542-AA15-4371AB168794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24" creationId="{E71140D7-3A5F-1144-A48C-ECDD66108499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25" creationId="{C4F465D3-18CC-BA47-8968-8FCB85FAC88B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26" creationId="{1BF528DB-1EB4-A043-A440-F970089C68CE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29" creationId="{25314814-FAE5-E243-BFE7-922E6594EF1C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30" creationId="{6F3BCEBF-CD49-BD4C-A42C-403B665A2B87}"/>
          </ac:spMkLst>
        </pc:spChg>
        <pc:spChg chg="del">
          <ac:chgData name="Casey Mulligan" userId="b1a7e7a662de0c22" providerId="LiveId" clId="{37DA9AA3-E9F4-3A40-B828-954677589EA4}" dt="2021-02-18T20:59:39.347" v="100" actId="478"/>
          <ac:spMkLst>
            <pc:docMk/>
            <pc:sldMk cId="3790629861" sldId="339"/>
            <ac:spMk id="32" creationId="{410CA92F-65E1-1D46-A6D0-E74B2EEEC378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33" creationId="{7DA2C119-A7D9-7047-8544-90D24DD67C0C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34" creationId="{69E2ECE2-ABDD-6843-A2C4-74581791B5C0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35" creationId="{F660A965-4E54-6A47-B7FE-97E22A2C1A1D}"/>
          </ac:spMkLst>
        </pc:spChg>
        <pc:spChg chg="del">
          <ac:chgData name="Casey Mulligan" userId="b1a7e7a662de0c22" providerId="LiveId" clId="{37DA9AA3-E9F4-3A40-B828-954677589EA4}" dt="2021-02-18T20:59:39.347" v="100" actId="478"/>
          <ac:spMkLst>
            <pc:docMk/>
            <pc:sldMk cId="3790629861" sldId="339"/>
            <ac:spMk id="37" creationId="{46C45D9C-E267-1A48-853A-CC1AD6A255C0}"/>
          </ac:spMkLst>
        </pc:spChg>
        <pc:spChg chg="del mod topLvl">
          <ac:chgData name="Casey Mulligan" userId="b1a7e7a662de0c22" providerId="LiveId" clId="{37DA9AA3-E9F4-3A40-B828-954677589EA4}" dt="2021-02-18T21:10:12.060" v="163" actId="478"/>
          <ac:spMkLst>
            <pc:docMk/>
            <pc:sldMk cId="3790629861" sldId="339"/>
            <ac:spMk id="38" creationId="{E3E90CC9-8328-1740-93FB-7F589738A36C}"/>
          </ac:spMkLst>
        </pc:spChg>
        <pc:spChg chg="del">
          <ac:chgData name="Casey Mulligan" userId="b1a7e7a662de0c22" providerId="LiveId" clId="{37DA9AA3-E9F4-3A40-B828-954677589EA4}" dt="2021-02-18T20:59:39.347" v="100" actId="478"/>
          <ac:spMkLst>
            <pc:docMk/>
            <pc:sldMk cId="3790629861" sldId="339"/>
            <ac:spMk id="40" creationId="{AB0902A3-5125-DC47-9B56-76E72901417F}"/>
          </ac:spMkLst>
        </pc:spChg>
        <pc:spChg chg="del">
          <ac:chgData name="Casey Mulligan" userId="b1a7e7a662de0c22" providerId="LiveId" clId="{37DA9AA3-E9F4-3A40-B828-954677589EA4}" dt="2021-02-18T20:59:39.347" v="100" actId="478"/>
          <ac:spMkLst>
            <pc:docMk/>
            <pc:sldMk cId="3790629861" sldId="339"/>
            <ac:spMk id="41" creationId="{D2CEA9F2-DB04-F64F-927F-D4D25058E11E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51" creationId="{0A68A827-F287-A24C-8C36-B6384FFD7F5E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2065" creationId="{00000000-0000-0000-0000-000000000000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2069" creationId="{00000000-0000-0000-0000-000000000000}"/>
          </ac:spMkLst>
        </pc:spChg>
        <pc:spChg chg="mod topLvl">
          <ac:chgData name="Casey Mulligan" userId="b1a7e7a662de0c22" providerId="LiveId" clId="{37DA9AA3-E9F4-3A40-B828-954677589EA4}" dt="2021-02-18T21:10:29.297" v="166" actId="14100"/>
          <ac:spMkLst>
            <pc:docMk/>
            <pc:sldMk cId="3790629861" sldId="339"/>
            <ac:spMk id="2070" creationId="{00000000-0000-0000-0000-000000000000}"/>
          </ac:spMkLst>
        </pc:spChg>
        <pc:grpChg chg="add del mod">
          <ac:chgData name="Casey Mulligan" userId="b1a7e7a662de0c22" providerId="LiveId" clId="{37DA9AA3-E9F4-3A40-B828-954677589EA4}" dt="2021-02-18T21:07:07.221" v="143" actId="165"/>
          <ac:grpSpMkLst>
            <pc:docMk/>
            <pc:sldMk cId="3790629861" sldId="339"/>
            <ac:grpSpMk id="3" creationId="{813FC853-6BF3-3049-B8E6-8E3DF3FA3B5B}"/>
          </ac:grpSpMkLst>
        </pc:grpChg>
        <pc:grpChg chg="add mod">
          <ac:chgData name="Casey Mulligan" userId="b1a7e7a662de0c22" providerId="LiveId" clId="{37DA9AA3-E9F4-3A40-B828-954677589EA4}" dt="2021-02-18T21:10:29.297" v="166" actId="14100"/>
          <ac:grpSpMkLst>
            <pc:docMk/>
            <pc:sldMk cId="3790629861" sldId="339"/>
            <ac:grpSpMk id="4" creationId="{1773CA13-6316-A94D-B0FE-028FBF331D64}"/>
          </ac:grpSpMkLst>
        </pc:grpChg>
        <pc:cxnChg chg="mod topLvl">
          <ac:chgData name="Casey Mulligan" userId="b1a7e7a662de0c22" providerId="LiveId" clId="{37DA9AA3-E9F4-3A40-B828-954677589EA4}" dt="2021-02-18T21:10:29.297" v="166" actId="14100"/>
          <ac:cxnSpMkLst>
            <pc:docMk/>
            <pc:sldMk cId="3790629861" sldId="339"/>
            <ac:cxnSpMk id="28" creationId="{1A99905A-9B25-8649-80FB-BB2091BC618F}"/>
          </ac:cxnSpMkLst>
        </pc:cxnChg>
        <pc:cxnChg chg="del">
          <ac:chgData name="Casey Mulligan" userId="b1a7e7a662de0c22" providerId="LiveId" clId="{37DA9AA3-E9F4-3A40-B828-954677589EA4}" dt="2021-02-18T20:59:39.347" v="100" actId="478"/>
          <ac:cxnSpMkLst>
            <pc:docMk/>
            <pc:sldMk cId="3790629861" sldId="339"/>
            <ac:cxnSpMk id="31" creationId="{546092A6-8C3C-E74D-8350-69BB8BC211AF}"/>
          </ac:cxnSpMkLst>
        </pc:cxnChg>
        <pc:cxnChg chg="del">
          <ac:chgData name="Casey Mulligan" userId="b1a7e7a662de0c22" providerId="LiveId" clId="{37DA9AA3-E9F4-3A40-B828-954677589EA4}" dt="2021-02-18T20:59:39.347" v="100" actId="478"/>
          <ac:cxnSpMkLst>
            <pc:docMk/>
            <pc:sldMk cId="3790629861" sldId="339"/>
            <ac:cxnSpMk id="36" creationId="{2211D463-783F-0844-BE13-12DA261228D8}"/>
          </ac:cxnSpMkLst>
        </pc:cxnChg>
        <pc:cxnChg chg="del">
          <ac:chgData name="Casey Mulligan" userId="b1a7e7a662de0c22" providerId="LiveId" clId="{37DA9AA3-E9F4-3A40-B828-954677589EA4}" dt="2021-02-18T20:59:39.347" v="100" actId="478"/>
          <ac:cxnSpMkLst>
            <pc:docMk/>
            <pc:sldMk cId="3790629861" sldId="339"/>
            <ac:cxnSpMk id="39" creationId="{FA1C8CC8-B09C-3640-9613-F751B177B47D}"/>
          </ac:cxnSpMkLst>
        </pc:cxnChg>
      </pc:sldChg>
      <pc:sldChg chg="addSp delSp modSp add mod ord modShow modNotesTx">
        <pc:chgData name="Casey Mulligan" userId="b1a7e7a662de0c22" providerId="LiveId" clId="{37DA9AA3-E9F4-3A40-B828-954677589EA4}" dt="2021-02-18T21:24:03.772" v="257" actId="14100"/>
        <pc:sldMkLst>
          <pc:docMk/>
          <pc:sldMk cId="684704729" sldId="374"/>
        </pc:sldMkLst>
        <pc:spChg chg="add del mod">
          <ac:chgData name="Casey Mulligan" userId="b1a7e7a662de0c22" providerId="LiveId" clId="{37DA9AA3-E9F4-3A40-B828-954677589EA4}" dt="2021-02-18T20:57:03.242" v="52" actId="767"/>
          <ac:spMkLst>
            <pc:docMk/>
            <pc:sldMk cId="684704729" sldId="374"/>
            <ac:spMk id="4" creationId="{B2FD85E9-6733-E349-977A-C22FFFFF4F03}"/>
          </ac:spMkLst>
        </pc:spChg>
        <pc:spChg chg="mod">
          <ac:chgData name="Casey Mulligan" userId="b1a7e7a662de0c22" providerId="LiveId" clId="{37DA9AA3-E9F4-3A40-B828-954677589EA4}" dt="2021-02-18T21:23:17.708" v="253" actId="20577"/>
          <ac:spMkLst>
            <pc:docMk/>
            <pc:sldMk cId="684704729" sldId="374"/>
            <ac:spMk id="9" creationId="{05BBD851-E76B-404D-BFF0-D8BBF37466DF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21" creationId="{815CD01A-9474-D046-881C-1E5CF2D3C95C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22" creationId="{733434EE-6278-5542-AA15-4371AB168794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25" creationId="{C4F465D3-18CC-BA47-8968-8FCB85FAC88B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26" creationId="{1BF528DB-1EB4-A043-A440-F970089C68CE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27" creationId="{6961847F-27DE-184C-A9AD-D461129B97DF}"/>
          </ac:spMkLst>
        </pc:spChg>
        <pc:spChg chg="mod topLvl">
          <ac:chgData name="Casey Mulligan" userId="b1a7e7a662de0c22" providerId="LiveId" clId="{37DA9AA3-E9F4-3A40-B828-954677589EA4}" dt="2021-02-18T21:22:32.198" v="241" actId="1076"/>
          <ac:spMkLst>
            <pc:docMk/>
            <pc:sldMk cId="684704729" sldId="374"/>
            <ac:spMk id="29" creationId="{25314814-FAE5-E243-BFE7-922E6594EF1C}"/>
          </ac:spMkLst>
        </pc:spChg>
        <pc:spChg chg="mod">
          <ac:chgData name="Casey Mulligan" userId="b1a7e7a662de0c22" providerId="LiveId" clId="{37DA9AA3-E9F4-3A40-B828-954677589EA4}" dt="2021-02-18T21:09:55.374" v="161" actId="164"/>
          <ac:spMkLst>
            <pc:docMk/>
            <pc:sldMk cId="684704729" sldId="374"/>
            <ac:spMk id="31" creationId="{6EF57E57-A965-B24D-AB77-ABD4B1D7B8AA}"/>
          </ac:spMkLst>
        </pc:spChg>
        <pc:spChg chg="del">
          <ac:chgData name="Casey Mulligan" userId="b1a7e7a662de0c22" providerId="LiveId" clId="{37DA9AA3-E9F4-3A40-B828-954677589EA4}" dt="2021-02-15T20:52:46.184" v="5" actId="478"/>
          <ac:spMkLst>
            <pc:docMk/>
            <pc:sldMk cId="684704729" sldId="374"/>
            <ac:spMk id="33" creationId="{70321CFB-703F-714F-9A4D-5C59AE1BB4EF}"/>
          </ac:spMkLst>
        </pc:spChg>
        <pc:spChg chg="add mod">
          <ac:chgData name="Casey Mulligan" userId="b1a7e7a662de0c22" providerId="LiveId" clId="{37DA9AA3-E9F4-3A40-B828-954677589EA4}" dt="2021-02-18T21:11:57.508" v="173" actId="1076"/>
          <ac:spMkLst>
            <pc:docMk/>
            <pc:sldMk cId="684704729" sldId="374"/>
            <ac:spMk id="33" creationId="{CC09B7EB-F2B8-E448-A049-A92EA8AABC5F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35" creationId="{F660A965-4E54-6A47-B7FE-97E22A2C1A1D}"/>
          </ac:spMkLst>
        </pc:spChg>
        <pc:spChg chg="mod">
          <ac:chgData name="Casey Mulligan" userId="b1a7e7a662de0c22" providerId="LiveId" clId="{37DA9AA3-E9F4-3A40-B828-954677589EA4}" dt="2021-02-18T21:15:11.012" v="228" actId="14100"/>
          <ac:spMkLst>
            <pc:docMk/>
            <pc:sldMk cId="684704729" sldId="374"/>
            <ac:spMk id="36" creationId="{FF76C5D0-01AB-4E41-A157-5ED3622A08CD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38" creationId="{EA3DF8A8-6351-3645-B60B-62013CE41A18}"/>
          </ac:spMkLst>
        </pc:spChg>
        <pc:spChg chg="mod">
          <ac:chgData name="Casey Mulligan" userId="b1a7e7a662de0c22" providerId="LiveId" clId="{37DA9AA3-E9F4-3A40-B828-954677589EA4}" dt="2021-02-18T21:09:55.374" v="161" actId="164"/>
          <ac:spMkLst>
            <pc:docMk/>
            <pc:sldMk cId="684704729" sldId="374"/>
            <ac:spMk id="39" creationId="{FD6FB6D0-1226-1D47-B4CF-C51BE1F85DAE}"/>
          </ac:spMkLst>
        </pc:spChg>
        <pc:spChg chg="mod">
          <ac:chgData name="Casey Mulligan" userId="b1a7e7a662de0c22" providerId="LiveId" clId="{37DA9AA3-E9F4-3A40-B828-954677589EA4}" dt="2021-02-18T21:09:55.374" v="161" actId="164"/>
          <ac:spMkLst>
            <pc:docMk/>
            <pc:sldMk cId="684704729" sldId="374"/>
            <ac:spMk id="40" creationId="{44A18610-F331-EA43-B485-AEE97CAB40D8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41" creationId="{5B5292FF-75C7-6E42-885D-FA671B138D7F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42" creationId="{D87CC740-DC4D-304C-AE16-AD5DC1F810BA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43" creationId="{FA45001A-9F2C-4640-B493-B65C4778D61F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44" creationId="{E044BC14-2225-F645-A906-AC0F9094AAEC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45" creationId="{B473779C-11AC-5242-A52C-828D6E35D518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46" creationId="{95E65C53-EDEC-514B-AE8D-3154A1FFC23D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47" creationId="{2CCEA305-3DB5-9D43-99F9-D9859B537B0D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48" creationId="{9CB6A1CA-1660-E447-BA4C-F13CBADB0D17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49" creationId="{D563CDFB-CF39-4F48-A890-7725A41C7FA4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50" creationId="{55364782-C613-3047-8208-78F86024F41F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51" creationId="{6D39EFBA-C6B8-704A-8B0E-03D282EE5F3B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52" creationId="{3DB78643-2882-CA43-A904-CAD57FB58154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53" creationId="{22DA7017-7B6B-3A44-B5A5-5B9A6D21C14E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54" creationId="{DD287A88-21C0-C440-9AF5-0692B47E69AA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56" creationId="{D8F01A87-F1D2-2640-9295-4392F65DD613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57" creationId="{8444074D-DF6B-604D-AA99-EE8167662688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58" creationId="{D8801E08-86F7-3744-B1F5-579FF753522B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59" creationId="{DB3F151B-D704-9D4F-839F-9821AEF185FF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60" creationId="{14CBE1DF-47DF-284E-9891-A6944F4C8FC0}"/>
          </ac:spMkLst>
        </pc:spChg>
        <pc:spChg chg="mod">
          <ac:chgData name="Casey Mulligan" userId="b1a7e7a662de0c22" providerId="LiveId" clId="{37DA9AA3-E9F4-3A40-B828-954677589EA4}" dt="2021-02-18T21:03:19.433" v="120" actId="1076"/>
          <ac:spMkLst>
            <pc:docMk/>
            <pc:sldMk cId="684704729" sldId="374"/>
            <ac:spMk id="61" creationId="{668A24D4-6B48-B844-A6C0-ACB2C3D3AD06}"/>
          </ac:spMkLst>
        </pc:spChg>
        <pc:spChg chg="add 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62" creationId="{396BCF9C-E4F6-BC47-A334-898CED7C16BF}"/>
          </ac:spMkLst>
        </pc:spChg>
        <pc:spChg chg="add mod topLvl">
          <ac:chgData name="Casey Mulligan" userId="b1a7e7a662de0c22" providerId="LiveId" clId="{37DA9AA3-E9F4-3A40-B828-954677589EA4}" dt="2021-02-18T21:16:04.702" v="232" actId="692"/>
          <ac:spMkLst>
            <pc:docMk/>
            <pc:sldMk cId="684704729" sldId="374"/>
            <ac:spMk id="63" creationId="{516236AA-6035-A544-BC89-626D377749FD}"/>
          </ac:spMkLst>
        </pc:spChg>
        <pc:spChg chg="mod">
          <ac:chgData name="Casey Mulligan" userId="b1a7e7a662de0c22" providerId="LiveId" clId="{37DA9AA3-E9F4-3A40-B828-954677589EA4}" dt="2021-02-18T21:16:42.777" v="233" actId="1076"/>
          <ac:spMkLst>
            <pc:docMk/>
            <pc:sldMk cId="684704729" sldId="374"/>
            <ac:spMk id="65" creationId="{8597ED55-7D1E-5C47-99B7-D3D232518A88}"/>
          </ac:spMkLst>
        </pc:spChg>
        <pc:spChg chg="mod">
          <ac:chgData name="Casey Mulligan" userId="b1a7e7a662de0c22" providerId="LiveId" clId="{37DA9AA3-E9F4-3A40-B828-954677589EA4}" dt="2021-02-18T21:16:42.777" v="233" actId="1076"/>
          <ac:spMkLst>
            <pc:docMk/>
            <pc:sldMk cId="684704729" sldId="374"/>
            <ac:spMk id="66" creationId="{7B4FECCD-0811-7640-8045-F057C1A06F6A}"/>
          </ac:spMkLst>
        </pc:spChg>
        <pc:spChg chg="add del mod">
          <ac:chgData name="Casey Mulligan" userId="b1a7e7a662de0c22" providerId="LiveId" clId="{37DA9AA3-E9F4-3A40-B828-954677589EA4}" dt="2021-02-18T21:17:12.562" v="240" actId="478"/>
          <ac:spMkLst>
            <pc:docMk/>
            <pc:sldMk cId="684704729" sldId="374"/>
            <ac:spMk id="67" creationId="{BE4D4BD8-7DD7-EF47-A32E-4C9567D5BED5}"/>
          </ac:spMkLst>
        </pc:spChg>
        <pc:spChg chg="mod">
          <ac:chgData name="Casey Mulligan" userId="b1a7e7a662de0c22" providerId="LiveId" clId="{37DA9AA3-E9F4-3A40-B828-954677589EA4}" dt="2021-02-18T21:14:19.215" v="192" actId="1076"/>
          <ac:spMkLst>
            <pc:docMk/>
            <pc:sldMk cId="684704729" sldId="374"/>
            <ac:spMk id="68" creationId="{F45086B4-5A95-D54F-9FD3-EA7D4B21715C}"/>
          </ac:spMkLst>
        </pc:spChg>
        <pc:spChg chg="mod">
          <ac:chgData name="Casey Mulligan" userId="b1a7e7a662de0c22" providerId="LiveId" clId="{37DA9AA3-E9F4-3A40-B828-954677589EA4}" dt="2021-02-18T21:14:19.215" v="192" actId="1076"/>
          <ac:spMkLst>
            <pc:docMk/>
            <pc:sldMk cId="684704729" sldId="374"/>
            <ac:spMk id="69" creationId="{BDE73346-1037-284D-9928-D935356C5E0F}"/>
          </ac:spMkLst>
        </pc:spChg>
        <pc:spChg chg="mod">
          <ac:chgData name="Casey Mulligan" userId="b1a7e7a662de0c22" providerId="LiveId" clId="{37DA9AA3-E9F4-3A40-B828-954677589EA4}" dt="2021-02-18T21:14:19.215" v="192" actId="1076"/>
          <ac:spMkLst>
            <pc:docMk/>
            <pc:sldMk cId="684704729" sldId="374"/>
            <ac:spMk id="70" creationId="{897564BA-5C52-2C4B-8BD4-1815A9AE7499}"/>
          </ac:spMkLst>
        </pc:spChg>
        <pc:spChg chg="mod">
          <ac:chgData name="Casey Mulligan" userId="b1a7e7a662de0c22" providerId="LiveId" clId="{37DA9AA3-E9F4-3A40-B828-954677589EA4}" dt="2021-02-18T21:14:19.215" v="192" actId="1076"/>
          <ac:spMkLst>
            <pc:docMk/>
            <pc:sldMk cId="684704729" sldId="374"/>
            <ac:spMk id="71" creationId="{D0A0262B-0D35-3D43-A8E8-29517348856F}"/>
          </ac:spMkLst>
        </pc:spChg>
        <pc:spChg chg="mod">
          <ac:chgData name="Casey Mulligan" userId="b1a7e7a662de0c22" providerId="LiveId" clId="{37DA9AA3-E9F4-3A40-B828-954677589EA4}" dt="2021-02-18T21:14:19.215" v="192" actId="1076"/>
          <ac:spMkLst>
            <pc:docMk/>
            <pc:sldMk cId="684704729" sldId="374"/>
            <ac:spMk id="72" creationId="{918C4DFB-8AFB-9248-BC3F-6F2A97911E91}"/>
          </ac:spMkLst>
        </pc:spChg>
        <pc:spChg chg="mod">
          <ac:chgData name="Casey Mulligan" userId="b1a7e7a662de0c22" providerId="LiveId" clId="{37DA9AA3-E9F4-3A40-B828-954677589EA4}" dt="2021-02-18T21:14:19.215" v="192" actId="1076"/>
          <ac:spMkLst>
            <pc:docMk/>
            <pc:sldMk cId="684704729" sldId="374"/>
            <ac:spMk id="73" creationId="{99AD28AD-F38F-F647-B3A7-401442A14E51}"/>
          </ac:spMkLst>
        </pc:spChg>
        <pc:spChg chg="mod">
          <ac:chgData name="Casey Mulligan" userId="b1a7e7a662de0c22" providerId="LiveId" clId="{37DA9AA3-E9F4-3A40-B828-954677589EA4}" dt="2021-02-18T21:14:19.215" v="192" actId="1076"/>
          <ac:spMkLst>
            <pc:docMk/>
            <pc:sldMk cId="684704729" sldId="374"/>
            <ac:spMk id="74" creationId="{CB818731-1539-5B4A-840E-BED68DB0871C}"/>
          </ac:spMkLst>
        </pc:spChg>
        <pc:spChg chg="mod">
          <ac:chgData name="Casey Mulligan" userId="b1a7e7a662de0c22" providerId="LiveId" clId="{37DA9AA3-E9F4-3A40-B828-954677589EA4}" dt="2021-02-18T21:14:19.215" v="192" actId="1076"/>
          <ac:spMkLst>
            <pc:docMk/>
            <pc:sldMk cId="684704729" sldId="374"/>
            <ac:spMk id="76" creationId="{3B6E548D-6947-9547-8354-6DC99804A2A1}"/>
          </ac:spMkLst>
        </pc:spChg>
        <pc:spChg chg="mod">
          <ac:chgData name="Casey Mulligan" userId="b1a7e7a662de0c22" providerId="LiveId" clId="{37DA9AA3-E9F4-3A40-B828-954677589EA4}" dt="2021-02-18T21:14:19.215" v="192" actId="1076"/>
          <ac:spMkLst>
            <pc:docMk/>
            <pc:sldMk cId="684704729" sldId="374"/>
            <ac:spMk id="77" creationId="{44D79017-2674-7649-AA78-F594AD0076AC}"/>
          </ac:spMkLst>
        </pc:spChg>
        <pc:spChg chg="mod">
          <ac:chgData name="Casey Mulligan" userId="b1a7e7a662de0c22" providerId="LiveId" clId="{37DA9AA3-E9F4-3A40-B828-954677589EA4}" dt="2021-02-18T21:14:19.215" v="192" actId="1076"/>
          <ac:spMkLst>
            <pc:docMk/>
            <pc:sldMk cId="684704729" sldId="374"/>
            <ac:spMk id="78" creationId="{EA85179B-FA62-BA44-AD9F-35F5F22F8011}"/>
          </ac:spMkLst>
        </pc:spChg>
        <pc:spChg chg="mod">
          <ac:chgData name="Casey Mulligan" userId="b1a7e7a662de0c22" providerId="LiveId" clId="{37DA9AA3-E9F4-3A40-B828-954677589EA4}" dt="2021-02-18T21:14:19.215" v="192" actId="1076"/>
          <ac:spMkLst>
            <pc:docMk/>
            <pc:sldMk cId="684704729" sldId="374"/>
            <ac:spMk id="79" creationId="{3C31C45C-2EC4-5447-BA31-8C05D6CBEF75}"/>
          </ac:spMkLst>
        </pc:spChg>
        <pc:spChg chg="add mod">
          <ac:chgData name="Casey Mulligan" userId="b1a7e7a662de0c22" providerId="LiveId" clId="{37DA9AA3-E9F4-3A40-B828-954677589EA4}" dt="2021-02-18T21:12:39.586" v="188" actId="6549"/>
          <ac:spMkLst>
            <pc:docMk/>
            <pc:sldMk cId="684704729" sldId="374"/>
            <ac:spMk id="80" creationId="{47F51AE8-5223-E845-83CE-D0847CC22FAE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2069" creationId="{00000000-0000-0000-0000-000000000000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2070" creationId="{00000000-0000-0000-0000-000000000000}"/>
          </ac:spMkLst>
        </pc:spChg>
        <pc:spChg chg="mod topLvl">
          <ac:chgData name="Casey Mulligan" userId="b1a7e7a662de0c22" providerId="LiveId" clId="{37DA9AA3-E9F4-3A40-B828-954677589EA4}" dt="2021-02-18T21:12:48.506" v="189" actId="1076"/>
          <ac:spMkLst>
            <pc:docMk/>
            <pc:sldMk cId="684704729" sldId="374"/>
            <ac:spMk id="60431" creationId="{00000000-0000-0000-0000-000000000000}"/>
          </ac:spMkLst>
        </pc:spChg>
        <pc:grpChg chg="add mod">
          <ac:chgData name="Casey Mulligan" userId="b1a7e7a662de0c22" providerId="LiveId" clId="{37DA9AA3-E9F4-3A40-B828-954677589EA4}" dt="2021-02-18T20:56:57.678" v="50" actId="164"/>
          <ac:grpSpMkLst>
            <pc:docMk/>
            <pc:sldMk cId="684704729" sldId="374"/>
            <ac:grpSpMk id="3" creationId="{AD8E0273-812C-C84A-B5CA-1736574039F5}"/>
          </ac:grpSpMkLst>
        </pc:grpChg>
        <pc:grpChg chg="add del mod">
          <ac:chgData name="Casey Mulligan" userId="b1a7e7a662de0c22" providerId="LiveId" clId="{37DA9AA3-E9F4-3A40-B828-954677589EA4}" dt="2021-02-18T20:57:45.049" v="55" actId="165"/>
          <ac:grpSpMkLst>
            <pc:docMk/>
            <pc:sldMk cId="684704729" sldId="374"/>
            <ac:grpSpMk id="5" creationId="{7921A8FF-0C80-B244-9C3E-47322B4AABBC}"/>
          </ac:grpSpMkLst>
        </pc:grpChg>
        <pc:grpChg chg="add mod">
          <ac:chgData name="Casey Mulligan" userId="b1a7e7a662de0c22" providerId="LiveId" clId="{37DA9AA3-E9F4-3A40-B828-954677589EA4}" dt="2021-02-18T21:04:37.363" v="130" actId="164"/>
          <ac:grpSpMkLst>
            <pc:docMk/>
            <pc:sldMk cId="684704729" sldId="374"/>
            <ac:grpSpMk id="6" creationId="{38C0E0EE-87AA-E544-A03B-7B6AAC439A3B}"/>
          </ac:grpSpMkLst>
        </pc:grpChg>
        <pc:grpChg chg="add del mod">
          <ac:chgData name="Casey Mulligan" userId="b1a7e7a662de0c22" providerId="LiveId" clId="{37DA9AA3-E9F4-3A40-B828-954677589EA4}" dt="2021-02-18T21:05:19.460" v="133" actId="165"/>
          <ac:grpSpMkLst>
            <pc:docMk/>
            <pc:sldMk cId="684704729" sldId="374"/>
            <ac:grpSpMk id="7" creationId="{F1A5A7EF-8118-024D-934F-084979C57E30}"/>
          </ac:grpSpMkLst>
        </pc:grpChg>
        <pc:grpChg chg="add del mod">
          <ac:chgData name="Casey Mulligan" userId="b1a7e7a662de0c22" providerId="LiveId" clId="{37DA9AA3-E9F4-3A40-B828-954677589EA4}" dt="2021-02-18T21:07:43.201" v="146" actId="165"/>
          <ac:grpSpMkLst>
            <pc:docMk/>
            <pc:sldMk cId="684704729" sldId="374"/>
            <ac:grpSpMk id="8" creationId="{06E847C9-311D-FE4B-B5C5-08993B47ED9B}"/>
          </ac:grpSpMkLst>
        </pc:grpChg>
        <pc:grpChg chg="add del mod">
          <ac:chgData name="Casey Mulligan" userId="b1a7e7a662de0c22" providerId="LiveId" clId="{37DA9AA3-E9F4-3A40-B828-954677589EA4}" dt="2021-02-18T21:09:03.346" v="153" actId="165"/>
          <ac:grpSpMkLst>
            <pc:docMk/>
            <pc:sldMk cId="684704729" sldId="374"/>
            <ac:grpSpMk id="10" creationId="{A4836D58-5DA0-1749-AD30-54B2BEAB4DE4}"/>
          </ac:grpSpMkLst>
        </pc:grpChg>
        <pc:grpChg chg="add mod">
          <ac:chgData name="Casey Mulligan" userId="b1a7e7a662de0c22" providerId="LiveId" clId="{37DA9AA3-E9F4-3A40-B828-954677589EA4}" dt="2021-02-18T21:12:48.506" v="189" actId="1076"/>
          <ac:grpSpMkLst>
            <pc:docMk/>
            <pc:sldMk cId="684704729" sldId="374"/>
            <ac:grpSpMk id="12" creationId="{952D4C2C-8475-564F-96AC-55E2A0849EC0}"/>
          </ac:grpSpMkLst>
        </pc:grpChg>
        <pc:grpChg chg="add mod">
          <ac:chgData name="Casey Mulligan" userId="b1a7e7a662de0c22" providerId="LiveId" clId="{37DA9AA3-E9F4-3A40-B828-954677589EA4}" dt="2021-02-18T21:23:33.307" v="254" actId="1076"/>
          <ac:grpSpMkLst>
            <pc:docMk/>
            <pc:sldMk cId="684704729" sldId="374"/>
            <ac:grpSpMk id="13" creationId="{7D653F03-74E4-7045-8FCF-C01AC21E5E57}"/>
          </ac:grpSpMkLst>
        </pc:grpChg>
        <pc:grpChg chg="add del mod">
          <ac:chgData name="Casey Mulligan" userId="b1a7e7a662de0c22" providerId="LiveId" clId="{37DA9AA3-E9F4-3A40-B828-954677589EA4}" dt="2021-02-18T21:03:20.161" v="121"/>
          <ac:grpSpMkLst>
            <pc:docMk/>
            <pc:sldMk cId="684704729" sldId="374"/>
            <ac:grpSpMk id="34" creationId="{427AE300-A238-034D-8C9E-3D1866466F71}"/>
          </ac:grpSpMkLst>
        </pc:grpChg>
        <pc:grpChg chg="add mod">
          <ac:chgData name="Casey Mulligan" userId="b1a7e7a662de0c22" providerId="LiveId" clId="{37DA9AA3-E9F4-3A40-B828-954677589EA4}" dt="2021-02-18T21:14:19.215" v="192" actId="1076"/>
          <ac:grpSpMkLst>
            <pc:docMk/>
            <pc:sldMk cId="684704729" sldId="374"/>
            <ac:grpSpMk id="64" creationId="{CA0614D9-8D1D-6442-9065-936E25F3268C}"/>
          </ac:grpSpMkLst>
        </pc:grpChg>
        <pc:cxnChg chg="mod topLvl">
          <ac:chgData name="Casey Mulligan" userId="b1a7e7a662de0c22" providerId="LiveId" clId="{37DA9AA3-E9F4-3A40-B828-954677589EA4}" dt="2021-02-18T21:22:36.979" v="242" actId="1076"/>
          <ac:cxnSpMkLst>
            <pc:docMk/>
            <pc:sldMk cId="684704729" sldId="374"/>
            <ac:cxnSpMk id="28" creationId="{1A99905A-9B25-8649-80FB-BB2091BC618F}"/>
          </ac:cxnSpMkLst>
        </pc:cxnChg>
        <pc:cxnChg chg="mod">
          <ac:chgData name="Casey Mulligan" userId="b1a7e7a662de0c22" providerId="LiveId" clId="{37DA9AA3-E9F4-3A40-B828-954677589EA4}" dt="2021-02-18T21:23:51.215" v="255" actId="14100"/>
          <ac:cxnSpMkLst>
            <pc:docMk/>
            <pc:sldMk cId="684704729" sldId="374"/>
            <ac:cxnSpMk id="30" creationId="{4702D692-BED3-0644-98CB-3C0F21176A26}"/>
          </ac:cxnSpMkLst>
        </pc:cxnChg>
        <pc:cxnChg chg="mod">
          <ac:chgData name="Casey Mulligan" userId="b1a7e7a662de0c22" providerId="LiveId" clId="{37DA9AA3-E9F4-3A40-B828-954677589EA4}" dt="2021-02-18T21:23:57.347" v="256" actId="14100"/>
          <ac:cxnSpMkLst>
            <pc:docMk/>
            <pc:sldMk cId="684704729" sldId="374"/>
            <ac:cxnSpMk id="32" creationId="{1FC33066-D04C-004B-81ED-ABA9445EA48C}"/>
          </ac:cxnSpMkLst>
        </pc:cxnChg>
        <pc:cxnChg chg="mod">
          <ac:chgData name="Casey Mulligan" userId="b1a7e7a662de0c22" providerId="LiveId" clId="{37DA9AA3-E9F4-3A40-B828-954677589EA4}" dt="2021-02-18T21:24:03.772" v="257" actId="14100"/>
          <ac:cxnSpMkLst>
            <pc:docMk/>
            <pc:sldMk cId="684704729" sldId="374"/>
            <ac:cxnSpMk id="37" creationId="{1520A77D-2A75-994A-9382-48C685E97B35}"/>
          </ac:cxnSpMkLst>
        </pc:cxnChg>
        <pc:cxnChg chg="mod">
          <ac:chgData name="Casey Mulligan" userId="b1a7e7a662de0c22" providerId="LiveId" clId="{37DA9AA3-E9F4-3A40-B828-954677589EA4}" dt="2021-02-18T21:03:19.433" v="120" actId="1076"/>
          <ac:cxnSpMkLst>
            <pc:docMk/>
            <pc:sldMk cId="684704729" sldId="374"/>
            <ac:cxnSpMk id="55" creationId="{49A8CB4E-3493-3A42-B16F-D4DBAF934C9E}"/>
          </ac:cxnSpMkLst>
        </pc:cxnChg>
        <pc:cxnChg chg="mod">
          <ac:chgData name="Casey Mulligan" userId="b1a7e7a662de0c22" providerId="LiveId" clId="{37DA9AA3-E9F4-3A40-B828-954677589EA4}" dt="2021-02-18T21:14:19.215" v="192" actId="1076"/>
          <ac:cxnSpMkLst>
            <pc:docMk/>
            <pc:sldMk cId="684704729" sldId="374"/>
            <ac:cxnSpMk id="75" creationId="{DE96A7E3-8D65-E043-BCAE-5F97979432BD}"/>
          </ac:cxnSpMkLst>
        </pc:cxnChg>
      </pc:sldChg>
      <pc:sldChg chg="add">
        <pc:chgData name="Casey Mulligan" userId="b1a7e7a662de0c22" providerId="LiveId" clId="{37DA9AA3-E9F4-3A40-B828-954677589EA4}" dt="2021-02-18T20:59:33.376" v="99" actId="2890"/>
        <pc:sldMkLst>
          <pc:docMk/>
          <pc:sldMk cId="355160276" sldId="375"/>
        </pc:sldMkLst>
      </pc:sldChg>
    </pc:docChg>
  </pc:docChgLst>
  <pc:docChgLst>
    <pc:chgData name="Casey Mulligan" userId="b1a7e7a662de0c22" providerId="LiveId" clId="{84D633A3-9C37-9B4D-A9AB-97F775ED4BC5}"/>
    <pc:docChg chg="undo redo custSel addSld modSld sldOrd">
      <pc:chgData name="Casey Mulligan" userId="b1a7e7a662de0c22" providerId="LiveId" clId="{84D633A3-9C37-9B4D-A9AB-97F775ED4BC5}" dt="2020-04-02T23:33:27.654" v="2600"/>
      <pc:docMkLst>
        <pc:docMk/>
      </pc:docMkLst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3932185310" sldId="304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3679993302" sldId="334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590446670" sldId="342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3599799038" sldId="343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275952372" sldId="344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782655" sldId="345"/>
        </pc:sldMkLst>
      </pc:sldChg>
      <pc:sldChg chg="modSp">
        <pc:chgData name="Casey Mulligan" userId="b1a7e7a662de0c22" providerId="LiveId" clId="{84D633A3-9C37-9B4D-A9AB-97F775ED4BC5}" dt="2020-04-02T23:20:00.941" v="2354" actId="20577"/>
        <pc:sldMkLst>
          <pc:docMk/>
          <pc:sldMk cId="3448022668" sldId="347"/>
        </pc:sldMkLst>
        <pc:spChg chg="mod">
          <ac:chgData name="Casey Mulligan" userId="b1a7e7a662de0c22" providerId="LiveId" clId="{84D633A3-9C37-9B4D-A9AB-97F775ED4BC5}" dt="2020-04-02T23:20:00.941" v="2354" actId="20577"/>
          <ac:spMkLst>
            <pc:docMk/>
            <pc:sldMk cId="3448022668" sldId="347"/>
            <ac:spMk id="27651" creationId="{00000000-0000-0000-0000-000000000000}"/>
          </ac:spMkLst>
        </pc:spChg>
      </pc:sldChg>
      <pc:sldChg chg="addSp delSp modSp modNotesTx">
        <pc:chgData name="Casey Mulligan" userId="b1a7e7a662de0c22" providerId="LiveId" clId="{84D633A3-9C37-9B4D-A9AB-97F775ED4BC5}" dt="2020-04-01T21:38:03.435" v="1822" actId="20577"/>
        <pc:sldMkLst>
          <pc:docMk/>
          <pc:sldMk cId="3464788488" sldId="350"/>
        </pc:sldMkLst>
        <pc:picChg chg="add mod">
          <ac:chgData name="Casey Mulligan" userId="b1a7e7a662de0c22" providerId="LiveId" clId="{84D633A3-9C37-9B4D-A9AB-97F775ED4BC5}" dt="2020-04-01T21:37:37.422" v="1792" actId="1076"/>
          <ac:picMkLst>
            <pc:docMk/>
            <pc:sldMk cId="3464788488" sldId="350"/>
            <ac:picMk id="3" creationId="{93414938-582B-9146-82C1-A49010A43C3C}"/>
          </ac:picMkLst>
        </pc:picChg>
        <pc:picChg chg="del">
          <ac:chgData name="Casey Mulligan" userId="b1a7e7a662de0c22" providerId="LiveId" clId="{84D633A3-9C37-9B4D-A9AB-97F775ED4BC5}" dt="2020-04-01T21:36:35.148" v="1790" actId="478"/>
          <ac:picMkLst>
            <pc:docMk/>
            <pc:sldMk cId="3464788488" sldId="350"/>
            <ac:picMk id="5" creationId="{420CEBF7-BE32-CB48-B508-C7AF243ED7D1}"/>
          </ac:picMkLst>
        </pc:picChg>
      </pc:sldChg>
      <pc:sldChg chg="modSp">
        <pc:chgData name="Casey Mulligan" userId="b1a7e7a662de0c22" providerId="LiveId" clId="{84D633A3-9C37-9B4D-A9AB-97F775ED4BC5}" dt="2020-04-02T23:23:22.160" v="2363" actId="20577"/>
        <pc:sldMkLst>
          <pc:docMk/>
          <pc:sldMk cId="2006378534" sldId="353"/>
        </pc:sldMkLst>
        <pc:spChg chg="mod">
          <ac:chgData name="Casey Mulligan" userId="b1a7e7a662de0c22" providerId="LiveId" clId="{84D633A3-9C37-9B4D-A9AB-97F775ED4BC5}" dt="2020-04-02T23:23:22.160" v="2363" actId="20577"/>
          <ac:spMkLst>
            <pc:docMk/>
            <pc:sldMk cId="2006378534" sldId="353"/>
            <ac:spMk id="27651" creationId="{00000000-0000-0000-0000-000000000000}"/>
          </ac:spMkLst>
        </pc:spChg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78285120" sldId="361"/>
        </pc:sldMkLst>
      </pc:sldChg>
      <pc:sldChg chg="addSp modSp modAnim">
        <pc:chgData name="Casey Mulligan" userId="b1a7e7a662de0c22" providerId="LiveId" clId="{84D633A3-9C37-9B4D-A9AB-97F775ED4BC5}" dt="2020-04-02T19:40:14.165" v="1998"/>
        <pc:sldMkLst>
          <pc:docMk/>
          <pc:sldMk cId="3820319289" sldId="362"/>
        </pc:sldMkLst>
        <pc:spChg chg="add mod">
          <ac:chgData name="Casey Mulligan" userId="b1a7e7a662de0c22" providerId="LiveId" clId="{84D633A3-9C37-9B4D-A9AB-97F775ED4BC5}" dt="2020-04-02T19:32:52.238" v="1846" actId="20577"/>
          <ac:spMkLst>
            <pc:docMk/>
            <pc:sldMk cId="3820319289" sldId="362"/>
            <ac:spMk id="4" creationId="{1429E15D-12D7-5F4D-A3F8-B8261E3738FF}"/>
          </ac:spMkLst>
        </pc:spChg>
        <pc:spChg chg="add mod">
          <ac:chgData name="Casey Mulligan" userId="b1a7e7a662de0c22" providerId="LiveId" clId="{84D633A3-9C37-9B4D-A9AB-97F775ED4BC5}" dt="2020-04-02T19:36:11.730" v="1926" actId="1076"/>
          <ac:spMkLst>
            <pc:docMk/>
            <pc:sldMk cId="3820319289" sldId="362"/>
            <ac:spMk id="5" creationId="{96C45E7B-3A69-4A44-A80B-E8E72207601B}"/>
          </ac:spMkLst>
        </pc:spChg>
        <pc:spChg chg="add mod">
          <ac:chgData name="Casey Mulligan" userId="b1a7e7a662de0c22" providerId="LiveId" clId="{84D633A3-9C37-9B4D-A9AB-97F775ED4BC5}" dt="2020-04-02T19:29:47.958" v="1826" actId="14100"/>
          <ac:spMkLst>
            <pc:docMk/>
            <pc:sldMk cId="3820319289" sldId="362"/>
            <ac:spMk id="8" creationId="{F058DF26-5734-CD43-B0D8-9DE6AC38436D}"/>
          </ac:spMkLst>
        </pc:spChg>
        <pc:spChg chg="add mod">
          <ac:chgData name="Casey Mulligan" userId="b1a7e7a662de0c22" providerId="LiveId" clId="{84D633A3-9C37-9B4D-A9AB-97F775ED4BC5}" dt="2020-04-02T19:31:32.424" v="1835" actId="1076"/>
          <ac:spMkLst>
            <pc:docMk/>
            <pc:sldMk cId="3820319289" sldId="362"/>
            <ac:spMk id="9" creationId="{29E1854C-F9C4-BD49-A305-79B500333FCF}"/>
          </ac:spMkLst>
        </pc:spChg>
        <pc:spChg chg="add mod">
          <ac:chgData name="Casey Mulligan" userId="b1a7e7a662de0c22" providerId="LiveId" clId="{84D633A3-9C37-9B4D-A9AB-97F775ED4BC5}" dt="2020-04-02T19:33:56.189" v="1867" actId="1076"/>
          <ac:spMkLst>
            <pc:docMk/>
            <pc:sldMk cId="3820319289" sldId="362"/>
            <ac:spMk id="10" creationId="{F5F1B31C-17B5-B04A-AB8D-8375D63733DC}"/>
          </ac:spMkLst>
        </pc:spChg>
        <pc:spChg chg="add mod">
          <ac:chgData name="Casey Mulligan" userId="b1a7e7a662de0c22" providerId="LiveId" clId="{84D633A3-9C37-9B4D-A9AB-97F775ED4BC5}" dt="2020-04-02T19:31:55.522" v="1841" actId="14100"/>
          <ac:spMkLst>
            <pc:docMk/>
            <pc:sldMk cId="3820319289" sldId="362"/>
            <ac:spMk id="11" creationId="{EFD1FE9A-C28B-8E4E-9E1A-D9E82C11C554}"/>
          </ac:spMkLst>
        </pc:spChg>
        <pc:spChg chg="add mod">
          <ac:chgData name="Casey Mulligan" userId="b1a7e7a662de0c22" providerId="LiveId" clId="{84D633A3-9C37-9B4D-A9AB-97F775ED4BC5}" dt="2020-04-02T19:32:54.885" v="1848" actId="1076"/>
          <ac:spMkLst>
            <pc:docMk/>
            <pc:sldMk cId="3820319289" sldId="362"/>
            <ac:spMk id="12" creationId="{5FF84258-0EB8-144E-B81A-06E1EE907F12}"/>
          </ac:spMkLst>
        </pc:spChg>
        <pc:spChg chg="add mod">
          <ac:chgData name="Casey Mulligan" userId="b1a7e7a662de0c22" providerId="LiveId" clId="{84D633A3-9C37-9B4D-A9AB-97F775ED4BC5}" dt="2020-04-02T19:37:05.459" v="1932" actId="1076"/>
          <ac:spMkLst>
            <pc:docMk/>
            <pc:sldMk cId="3820319289" sldId="362"/>
            <ac:spMk id="14" creationId="{6514DDF5-1AD1-744F-A015-8C8F09CE9E5B}"/>
          </ac:spMkLst>
        </pc:spChg>
        <pc:spChg chg="add mod">
          <ac:chgData name="Casey Mulligan" userId="b1a7e7a662de0c22" providerId="LiveId" clId="{84D633A3-9C37-9B4D-A9AB-97F775ED4BC5}" dt="2020-04-02T19:37:23.460" v="1934" actId="1076"/>
          <ac:spMkLst>
            <pc:docMk/>
            <pc:sldMk cId="3820319289" sldId="362"/>
            <ac:spMk id="15" creationId="{E8C48A34-79F1-7846-89A1-05E55E9C99D1}"/>
          </ac:spMkLst>
        </pc:spChg>
        <pc:spChg chg="add mod">
          <ac:chgData name="Casey Mulligan" userId="b1a7e7a662de0c22" providerId="LiveId" clId="{84D633A3-9C37-9B4D-A9AB-97F775ED4BC5}" dt="2020-04-02T19:39:35.275" v="1997" actId="1076"/>
          <ac:spMkLst>
            <pc:docMk/>
            <pc:sldMk cId="3820319289" sldId="362"/>
            <ac:spMk id="16" creationId="{2B29B1F3-EF4F-5E47-AF0C-61424F4B848F}"/>
          </ac:spMkLst>
        </pc:spChg>
        <pc:picChg chg="add mod">
          <ac:chgData name="Casey Mulligan" userId="b1a7e7a662de0c22" providerId="LiveId" clId="{84D633A3-9C37-9B4D-A9AB-97F775ED4BC5}" dt="2020-04-02T19:37:01.106" v="1931" actId="1076"/>
          <ac:picMkLst>
            <pc:docMk/>
            <pc:sldMk cId="3820319289" sldId="362"/>
            <ac:picMk id="3" creationId="{E925D444-37C9-1E49-863C-F3FC7375939A}"/>
          </ac:picMkLst>
        </pc:picChg>
      </pc:sldChg>
      <pc:sldChg chg="modNotesTx">
        <pc:chgData name="Casey Mulligan" userId="b1a7e7a662de0c22" providerId="LiveId" clId="{84D633A3-9C37-9B4D-A9AB-97F775ED4BC5}" dt="2020-04-02T23:28:45.919" v="2560" actId="20577"/>
        <pc:sldMkLst>
          <pc:docMk/>
          <pc:sldMk cId="3130518293" sldId="363"/>
        </pc:sldMkLst>
      </pc:sldChg>
      <pc:sldChg chg="modNotesTx">
        <pc:chgData name="Casey Mulligan" userId="b1a7e7a662de0c22" providerId="LiveId" clId="{84D633A3-9C37-9B4D-A9AB-97F775ED4BC5}" dt="2020-04-02T23:32:39.465" v="2599" actId="20577"/>
        <pc:sldMkLst>
          <pc:docMk/>
          <pc:sldMk cId="196092249" sldId="369"/>
        </pc:sldMkLst>
      </pc:sldChg>
      <pc:sldChg chg="addSp delSp modSp add ord modAnim modNotesTx">
        <pc:chgData name="Casey Mulligan" userId="b1a7e7a662de0c22" providerId="LiveId" clId="{84D633A3-9C37-9B4D-A9AB-97F775ED4BC5}" dt="2020-04-01T15:47:06.533" v="1102"/>
        <pc:sldMkLst>
          <pc:docMk/>
          <pc:sldMk cId="3099850965" sldId="370"/>
        </pc:sldMkLst>
        <pc:spChg chg="mod">
          <ac:chgData name="Casey Mulligan" userId="b1a7e7a662de0c22" providerId="LiveId" clId="{84D633A3-9C37-9B4D-A9AB-97F775ED4BC5}" dt="2020-04-01T14:39:08.035" v="44" actId="14100"/>
          <ac:spMkLst>
            <pc:docMk/>
            <pc:sldMk cId="3099850965" sldId="370"/>
            <ac:spMk id="5" creationId="{436A29FA-95A1-5A46-A9E3-906B7B2F7DC5}"/>
          </ac:spMkLst>
        </pc:spChg>
        <pc:spChg chg="mod">
          <ac:chgData name="Casey Mulligan" userId="b1a7e7a662de0c22" providerId="LiveId" clId="{84D633A3-9C37-9B4D-A9AB-97F775ED4BC5}" dt="2020-04-01T14:34:12.333" v="20" actId="20577"/>
          <ac:spMkLst>
            <pc:docMk/>
            <pc:sldMk cId="3099850965" sldId="370"/>
            <ac:spMk id="11" creationId="{A3774240-6F0C-1C49-BA1E-5AB0B9B7DDB2}"/>
          </ac:spMkLst>
        </pc:spChg>
        <pc:spChg chg="add del">
          <ac:chgData name="Casey Mulligan" userId="b1a7e7a662de0c22" providerId="LiveId" clId="{84D633A3-9C37-9B4D-A9AB-97F775ED4BC5}" dt="2020-04-01T14:37:52.879" v="34" actId="478"/>
          <ac:spMkLst>
            <pc:docMk/>
            <pc:sldMk cId="3099850965" sldId="370"/>
            <ac:spMk id="18" creationId="{EA98ACE6-04AE-5A4B-93B9-CB99093FF563}"/>
          </ac:spMkLst>
        </pc:spChg>
        <pc:spChg chg="del">
          <ac:chgData name="Casey Mulligan" userId="b1a7e7a662de0c22" providerId="LiveId" clId="{84D633A3-9C37-9B4D-A9AB-97F775ED4BC5}" dt="2020-04-01T14:37:27.104" v="31" actId="478"/>
          <ac:spMkLst>
            <pc:docMk/>
            <pc:sldMk cId="3099850965" sldId="370"/>
            <ac:spMk id="20" creationId="{056B638E-F6EA-834E-9A6B-6DFC95A74F85}"/>
          </ac:spMkLst>
        </pc:spChg>
        <pc:spChg chg="add mod">
          <ac:chgData name="Casey Mulligan" userId="b1a7e7a662de0c22" providerId="LiveId" clId="{84D633A3-9C37-9B4D-A9AB-97F775ED4BC5}" dt="2020-04-01T14:38:42.642" v="41" actId="1076"/>
          <ac:spMkLst>
            <pc:docMk/>
            <pc:sldMk cId="3099850965" sldId="370"/>
            <ac:spMk id="26" creationId="{D30E3755-C44B-BB47-BA7F-BB1580122EB7}"/>
          </ac:spMkLst>
        </pc:spChg>
        <pc:spChg chg="add mod">
          <ac:chgData name="Casey Mulligan" userId="b1a7e7a662de0c22" providerId="LiveId" clId="{84D633A3-9C37-9B4D-A9AB-97F775ED4BC5}" dt="2020-04-01T14:39:11.736" v="47" actId="20577"/>
          <ac:spMkLst>
            <pc:docMk/>
            <pc:sldMk cId="3099850965" sldId="370"/>
            <ac:spMk id="37" creationId="{8FE98E84-0AD1-C74D-A017-EA15CE2F4920}"/>
          </ac:spMkLst>
        </pc:spChg>
        <pc:spChg chg="del">
          <ac:chgData name="Casey Mulligan" userId="b1a7e7a662de0c22" providerId="LiveId" clId="{84D633A3-9C37-9B4D-A9AB-97F775ED4BC5}" dt="2020-04-01T14:34:08.156" v="11" actId="478"/>
          <ac:spMkLst>
            <pc:docMk/>
            <pc:sldMk cId="3099850965" sldId="370"/>
            <ac:spMk id="38" creationId="{22BBEC7C-69B0-334B-B62A-FC2B24757016}"/>
          </ac:spMkLst>
        </pc:spChg>
        <pc:cxnChg chg="add del">
          <ac:chgData name="Casey Mulligan" userId="b1a7e7a662de0c22" providerId="LiveId" clId="{84D633A3-9C37-9B4D-A9AB-97F775ED4BC5}" dt="2020-04-01T14:37:52.879" v="34" actId="478"/>
          <ac:cxnSpMkLst>
            <pc:docMk/>
            <pc:sldMk cId="3099850965" sldId="370"/>
            <ac:cxnSpMk id="19" creationId="{7B1B04BA-39C5-5140-9F1C-AE45E564811E}"/>
          </ac:cxnSpMkLst>
        </pc:cxnChg>
        <pc:cxnChg chg="del">
          <ac:chgData name="Casey Mulligan" userId="b1a7e7a662de0c22" providerId="LiveId" clId="{84D633A3-9C37-9B4D-A9AB-97F775ED4BC5}" dt="2020-04-01T14:37:27.104" v="31" actId="478"/>
          <ac:cxnSpMkLst>
            <pc:docMk/>
            <pc:sldMk cId="3099850965" sldId="370"/>
            <ac:cxnSpMk id="21" creationId="{77B59F16-3481-B347-AAE0-A290342BEFAE}"/>
          </ac:cxnSpMkLst>
        </pc:cxnChg>
        <pc:cxnChg chg="add mod">
          <ac:chgData name="Casey Mulligan" userId="b1a7e7a662de0c22" providerId="LiveId" clId="{84D633A3-9C37-9B4D-A9AB-97F775ED4BC5}" dt="2020-04-01T14:38:42.642" v="41" actId="1076"/>
          <ac:cxnSpMkLst>
            <pc:docMk/>
            <pc:sldMk cId="3099850965" sldId="370"/>
            <ac:cxnSpMk id="25" creationId="{ACCF8703-ABCD-544B-800B-DD5810EE35FF}"/>
          </ac:cxnSpMkLst>
        </pc:cxnChg>
        <pc:cxnChg chg="mod">
          <ac:chgData name="Casey Mulligan" userId="b1a7e7a662de0c22" providerId="LiveId" clId="{84D633A3-9C37-9B4D-A9AB-97F775ED4BC5}" dt="2020-04-01T14:36:16.624" v="30" actId="14100"/>
          <ac:cxnSpMkLst>
            <pc:docMk/>
            <pc:sldMk cId="3099850965" sldId="370"/>
            <ac:cxnSpMk id="29" creationId="{5CAA4CCA-731A-6D4B-A416-B7451AAD13B6}"/>
          </ac:cxnSpMkLst>
        </pc:cxnChg>
        <pc:cxnChg chg="del mod">
          <ac:chgData name="Casey Mulligan" userId="b1a7e7a662de0c22" providerId="LiveId" clId="{84D633A3-9C37-9B4D-A9AB-97F775ED4BC5}" dt="2020-04-01T14:33:56.689" v="10" actId="478"/>
          <ac:cxnSpMkLst>
            <pc:docMk/>
            <pc:sldMk cId="3099850965" sldId="370"/>
            <ac:cxnSpMk id="35" creationId="{647FF4FE-8492-2542-824E-5BA59E630615}"/>
          </ac:cxnSpMkLst>
        </pc:cxnChg>
        <pc:cxnChg chg="add mod">
          <ac:chgData name="Casey Mulligan" userId="b1a7e7a662de0c22" providerId="LiveId" clId="{84D633A3-9C37-9B4D-A9AB-97F775ED4BC5}" dt="2020-04-01T14:38:54.749" v="43" actId="1076"/>
          <ac:cxnSpMkLst>
            <pc:docMk/>
            <pc:sldMk cId="3099850965" sldId="370"/>
            <ac:cxnSpMk id="36" creationId="{B0778A28-5AE0-1D47-BB8A-9D9B8B0D81B6}"/>
          </ac:cxnSpMkLst>
        </pc:cxnChg>
      </pc:sldChg>
      <pc:sldChg chg="modSp add modAnim modNotesTx">
        <pc:chgData name="Casey Mulligan" userId="b1a7e7a662de0c22" providerId="LiveId" clId="{84D633A3-9C37-9B4D-A9AB-97F775ED4BC5}" dt="2020-04-01T21:26:59.180" v="1787" actId="20577"/>
        <pc:sldMkLst>
          <pc:docMk/>
          <pc:sldMk cId="935531775" sldId="371"/>
        </pc:sldMkLst>
        <pc:spChg chg="mod">
          <ac:chgData name="Casey Mulligan" userId="b1a7e7a662de0c22" providerId="LiveId" clId="{84D633A3-9C37-9B4D-A9AB-97F775ED4BC5}" dt="2020-04-01T17:10:22.193" v="1141" actId="20577"/>
          <ac:spMkLst>
            <pc:docMk/>
            <pc:sldMk cId="935531775" sldId="371"/>
            <ac:spMk id="20482" creationId="{00000000-0000-0000-0000-000000000000}"/>
          </ac:spMkLst>
        </pc:spChg>
        <pc:spChg chg="mod">
          <ac:chgData name="Casey Mulligan" userId="b1a7e7a662de0c22" providerId="LiveId" clId="{84D633A3-9C37-9B4D-A9AB-97F775ED4BC5}" dt="2020-04-01T21:26:59.180" v="1787" actId="20577"/>
          <ac:spMkLst>
            <pc:docMk/>
            <pc:sldMk cId="935531775" sldId="371"/>
            <ac:spMk id="27651" creationId="{00000000-0000-0000-0000-000000000000}"/>
          </ac:spMkLst>
        </pc:spChg>
      </pc:sldChg>
      <pc:sldChg chg="add modTransition">
        <pc:chgData name="Casey Mulligan" userId="b1a7e7a662de0c22" providerId="LiveId" clId="{84D633A3-9C37-9B4D-A9AB-97F775ED4BC5}" dt="2020-04-01T21:36:31.931" v="1789"/>
        <pc:sldMkLst>
          <pc:docMk/>
          <pc:sldMk cId="2248696858" sldId="372"/>
        </pc:sldMkLst>
      </pc:sldChg>
      <pc:sldChg chg="modSp add ord modAnim modNotesTx">
        <pc:chgData name="Casey Mulligan" userId="b1a7e7a662de0c22" providerId="LiveId" clId="{84D633A3-9C37-9B4D-A9AB-97F775ED4BC5}" dt="2020-04-02T22:45:37.811" v="2352"/>
        <pc:sldMkLst>
          <pc:docMk/>
          <pc:sldMk cId="1669582228" sldId="373"/>
        </pc:sldMkLst>
        <pc:spChg chg="mod">
          <ac:chgData name="Casey Mulligan" userId="b1a7e7a662de0c22" providerId="LiveId" clId="{84D633A3-9C37-9B4D-A9AB-97F775ED4BC5}" dt="2020-04-02T22:36:51.953" v="2040" actId="404"/>
          <ac:spMkLst>
            <pc:docMk/>
            <pc:sldMk cId="1669582228" sldId="373"/>
            <ac:spMk id="20482" creationId="{00000000-0000-0000-0000-000000000000}"/>
          </ac:spMkLst>
        </pc:spChg>
        <pc:spChg chg="mod">
          <ac:chgData name="Casey Mulligan" userId="b1a7e7a662de0c22" providerId="LiveId" clId="{84D633A3-9C37-9B4D-A9AB-97F775ED4BC5}" dt="2020-04-02T22:44:37.460" v="2349" actId="20577"/>
          <ac:spMkLst>
            <pc:docMk/>
            <pc:sldMk cId="1669582228" sldId="373"/>
            <ac:spMk id="27651" creationId="{00000000-0000-0000-0000-000000000000}"/>
          </ac:spMkLst>
        </pc:spChg>
      </pc:sldChg>
    </pc:docChg>
  </pc:docChgLst>
  <pc:docChgLst>
    <pc:chgData name="Casey Mulligan" userId="b1a7e7a662de0c22" providerId="LiveId" clId="{AE5163A9-E590-5D41-98FA-648E1E4E375F}"/>
    <pc:docChg chg="undo custSel addSld delSld modSld modSection">
      <pc:chgData name="Casey Mulligan" userId="b1a7e7a662de0c22" providerId="LiveId" clId="{AE5163A9-E590-5D41-98FA-648E1E4E375F}" dt="2022-11-11T20:25:08.754" v="1643" actId="20577"/>
      <pc:docMkLst>
        <pc:docMk/>
      </pc:docMkLst>
      <pc:sldChg chg="modNotesTx">
        <pc:chgData name="Casey Mulligan" userId="b1a7e7a662de0c22" providerId="LiveId" clId="{AE5163A9-E590-5D41-98FA-648E1E4E375F}" dt="2022-11-11T20:16:59.670" v="1640" actId="20577"/>
        <pc:sldMkLst>
          <pc:docMk/>
          <pc:sldMk cId="150715368" sldId="293"/>
        </pc:sldMkLst>
      </pc:sldChg>
      <pc:sldChg chg="modSp mod">
        <pc:chgData name="Casey Mulligan" userId="b1a7e7a662de0c22" providerId="LiveId" clId="{AE5163A9-E590-5D41-98FA-648E1E4E375F}" dt="2022-11-07T16:47:50.971" v="952" actId="692"/>
        <pc:sldMkLst>
          <pc:docMk/>
          <pc:sldMk cId="3009533299" sldId="365"/>
        </pc:sldMkLst>
        <pc:spChg chg="mod">
          <ac:chgData name="Casey Mulligan" userId="b1a7e7a662de0c22" providerId="LiveId" clId="{AE5163A9-E590-5D41-98FA-648E1E4E375F}" dt="2022-11-07T16:47:50.971" v="952" actId="692"/>
          <ac:spMkLst>
            <pc:docMk/>
            <pc:sldMk cId="3009533299" sldId="365"/>
            <ac:spMk id="3" creationId="{632C2D45-8133-224A-917A-8261E47019D9}"/>
          </ac:spMkLst>
        </pc:spChg>
      </pc:sldChg>
      <pc:sldChg chg="del">
        <pc:chgData name="Casey Mulligan" userId="b1a7e7a662de0c22" providerId="LiveId" clId="{AE5163A9-E590-5D41-98FA-648E1E4E375F}" dt="2022-11-07T16:49:19.066" v="956" actId="2696"/>
        <pc:sldMkLst>
          <pc:docMk/>
          <pc:sldMk cId="23466306" sldId="404"/>
        </pc:sldMkLst>
      </pc:sldChg>
      <pc:sldChg chg="modSp">
        <pc:chgData name="Casey Mulligan" userId="b1a7e7a662de0c22" providerId="LiveId" clId="{AE5163A9-E590-5D41-98FA-648E1E4E375F}" dt="2022-11-07T16:50:43.468" v="970" actId="20577"/>
        <pc:sldMkLst>
          <pc:docMk/>
          <pc:sldMk cId="2351544501" sldId="412"/>
        </pc:sldMkLst>
        <pc:spChg chg="mod">
          <ac:chgData name="Casey Mulligan" userId="b1a7e7a662de0c22" providerId="LiveId" clId="{AE5163A9-E590-5D41-98FA-648E1E4E375F}" dt="2022-11-07T16:50:43.468" v="970" actId="20577"/>
          <ac:spMkLst>
            <pc:docMk/>
            <pc:sldMk cId="2351544501" sldId="412"/>
            <ac:spMk id="27651" creationId="{00000000-0000-0000-0000-000000000000}"/>
          </ac:spMkLst>
        </pc:spChg>
      </pc:sldChg>
      <pc:sldChg chg="modNotesTx">
        <pc:chgData name="Casey Mulligan" userId="b1a7e7a662de0c22" providerId="LiveId" clId="{AE5163A9-E590-5D41-98FA-648E1E4E375F}" dt="2022-11-07T16:54:07.451" v="1342" actId="20577"/>
        <pc:sldMkLst>
          <pc:docMk/>
          <pc:sldMk cId="2850773641" sldId="415"/>
        </pc:sldMkLst>
      </pc:sldChg>
      <pc:sldChg chg="modSp mod">
        <pc:chgData name="Casey Mulligan" userId="b1a7e7a662de0c22" providerId="LiveId" clId="{AE5163A9-E590-5D41-98FA-648E1E4E375F}" dt="2022-11-07T15:48:27.947" v="400" actId="1076"/>
        <pc:sldMkLst>
          <pc:docMk/>
          <pc:sldMk cId="502021666" sldId="417"/>
        </pc:sldMkLst>
        <pc:spChg chg="mod">
          <ac:chgData name="Casey Mulligan" userId="b1a7e7a662de0c22" providerId="LiveId" clId="{AE5163A9-E590-5D41-98FA-648E1E4E375F}" dt="2022-11-07T15:48:27.947" v="400" actId="1076"/>
          <ac:spMkLst>
            <pc:docMk/>
            <pc:sldMk cId="502021666" sldId="417"/>
            <ac:spMk id="30" creationId="{5023993E-2EB8-B840-B909-FD24EDAC0F77}"/>
          </ac:spMkLst>
        </pc:spChg>
      </pc:sldChg>
      <pc:sldChg chg="modSp mod">
        <pc:chgData name="Casey Mulligan" userId="b1a7e7a662de0c22" providerId="LiveId" clId="{AE5163A9-E590-5D41-98FA-648E1E4E375F}" dt="2022-11-07T16:49:10.811" v="955" actId="6549"/>
        <pc:sldMkLst>
          <pc:docMk/>
          <pc:sldMk cId="2839306328" sldId="420"/>
        </pc:sldMkLst>
        <pc:spChg chg="mod">
          <ac:chgData name="Casey Mulligan" userId="b1a7e7a662de0c22" providerId="LiveId" clId="{AE5163A9-E590-5D41-98FA-648E1E4E375F}" dt="2022-11-07T16:49:10.811" v="955" actId="6549"/>
          <ac:spMkLst>
            <pc:docMk/>
            <pc:sldMk cId="2839306328" sldId="420"/>
            <ac:spMk id="27651" creationId="{00000000-0000-0000-0000-000000000000}"/>
          </ac:spMkLst>
        </pc:spChg>
      </pc:sldChg>
      <pc:sldChg chg="addSp delSp modSp mod modAnim modNotesTx">
        <pc:chgData name="Casey Mulligan" userId="b1a7e7a662de0c22" providerId="LiveId" clId="{AE5163A9-E590-5D41-98FA-648E1E4E375F}" dt="2022-11-07T15:49:55.629" v="413"/>
        <pc:sldMkLst>
          <pc:docMk/>
          <pc:sldMk cId="1708391614" sldId="423"/>
        </pc:sldMkLst>
        <pc:spChg chg="add del mod">
          <ac:chgData name="Casey Mulligan" userId="b1a7e7a662de0c22" providerId="LiveId" clId="{AE5163A9-E590-5D41-98FA-648E1E4E375F}" dt="2022-11-07T15:48:17.827" v="398"/>
          <ac:spMkLst>
            <pc:docMk/>
            <pc:sldMk cId="1708391614" sldId="423"/>
            <ac:spMk id="2" creationId="{A3DA16EA-9AD0-3B45-A524-7022FDFA06C3}"/>
          </ac:spMkLst>
        </pc:spChg>
        <pc:spChg chg="add del mod">
          <ac:chgData name="Casey Mulligan" userId="b1a7e7a662de0c22" providerId="LiveId" clId="{AE5163A9-E590-5D41-98FA-648E1E4E375F}" dt="2022-11-07T15:48:17.827" v="398"/>
          <ac:spMkLst>
            <pc:docMk/>
            <pc:sldMk cId="1708391614" sldId="423"/>
            <ac:spMk id="3" creationId="{28BA6C42-E649-AD9D-2376-8C8FB42B0991}"/>
          </ac:spMkLst>
        </pc:spChg>
        <pc:spChg chg="add mod">
          <ac:chgData name="Casey Mulligan" userId="b1a7e7a662de0c22" providerId="LiveId" clId="{AE5163A9-E590-5D41-98FA-648E1E4E375F}" dt="2022-11-07T15:48:50.131" v="403" actId="14100"/>
          <ac:spMkLst>
            <pc:docMk/>
            <pc:sldMk cId="1708391614" sldId="423"/>
            <ac:spMk id="4" creationId="{A429FC10-07A4-FA9A-F9C5-F5E18029C70D}"/>
          </ac:spMkLst>
        </pc:spChg>
        <pc:spChg chg="add mod">
          <ac:chgData name="Casey Mulligan" userId="b1a7e7a662de0c22" providerId="LiveId" clId="{AE5163A9-E590-5D41-98FA-648E1E4E375F}" dt="2022-11-07T15:48:58.999" v="405" actId="14100"/>
          <ac:spMkLst>
            <pc:docMk/>
            <pc:sldMk cId="1708391614" sldId="423"/>
            <ac:spMk id="5" creationId="{210B86DD-C96F-ABD2-E07D-9998AC894114}"/>
          </ac:spMkLst>
        </pc:spChg>
      </pc:sldChg>
      <pc:sldChg chg="addSp modSp mod modAnim modNotesTx">
        <pc:chgData name="Casey Mulligan" userId="b1a7e7a662de0c22" providerId="LiveId" clId="{AE5163A9-E590-5D41-98FA-648E1E4E375F}" dt="2022-11-11T20:25:08.754" v="1643" actId="20577"/>
        <pc:sldMkLst>
          <pc:docMk/>
          <pc:sldMk cId="2432916421" sldId="433"/>
        </pc:sldMkLst>
        <pc:spChg chg="add mod">
          <ac:chgData name="Casey Mulligan" userId="b1a7e7a662de0c22" providerId="LiveId" clId="{AE5163A9-E590-5D41-98FA-648E1E4E375F}" dt="2022-11-07T16:46:23.605" v="949" actId="114"/>
          <ac:spMkLst>
            <pc:docMk/>
            <pc:sldMk cId="2432916421" sldId="433"/>
            <ac:spMk id="2" creationId="{3261D7DB-2874-A04C-E048-24097DE1ACFD}"/>
          </ac:spMkLst>
        </pc:spChg>
      </pc:sldChg>
      <pc:sldChg chg="modSp mod">
        <pc:chgData name="Casey Mulligan" userId="b1a7e7a662de0c22" providerId="LiveId" clId="{AE5163A9-E590-5D41-98FA-648E1E4E375F}" dt="2022-11-07T16:54:58.181" v="1344" actId="20577"/>
        <pc:sldMkLst>
          <pc:docMk/>
          <pc:sldMk cId="3849474728" sldId="439"/>
        </pc:sldMkLst>
        <pc:spChg chg="mod">
          <ac:chgData name="Casey Mulligan" userId="b1a7e7a662de0c22" providerId="LiveId" clId="{AE5163A9-E590-5D41-98FA-648E1E4E375F}" dt="2022-11-07T16:54:58.181" v="1344" actId="20577"/>
          <ac:spMkLst>
            <pc:docMk/>
            <pc:sldMk cId="3849474728" sldId="439"/>
            <ac:spMk id="9" creationId="{05BBD851-E76B-404D-BFF0-D8BBF37466DF}"/>
          </ac:spMkLst>
        </pc:spChg>
      </pc:sldChg>
      <pc:sldChg chg="addSp modSp mod modAnim modNotesTx">
        <pc:chgData name="Casey Mulligan" userId="b1a7e7a662de0c22" providerId="LiveId" clId="{AE5163A9-E590-5D41-98FA-648E1E4E375F}" dt="2022-11-07T16:57:04.929" v="1346"/>
        <pc:sldMkLst>
          <pc:docMk/>
          <pc:sldMk cId="549608798" sldId="440"/>
        </pc:sldMkLst>
        <pc:spChg chg="mod">
          <ac:chgData name="Casey Mulligan" userId="b1a7e7a662de0c22" providerId="LiveId" clId="{AE5163A9-E590-5D41-98FA-648E1E4E375F}" dt="2022-11-07T15:29:03.049" v="34" actId="1076"/>
          <ac:spMkLst>
            <pc:docMk/>
            <pc:sldMk cId="549608798" sldId="440"/>
            <ac:spMk id="18" creationId="{71EBDC30-B40F-EDA2-15A7-6076457228AD}"/>
          </ac:spMkLst>
        </pc:spChg>
        <pc:spChg chg="mod">
          <ac:chgData name="Casey Mulligan" userId="b1a7e7a662de0c22" providerId="LiveId" clId="{AE5163A9-E590-5D41-98FA-648E1E4E375F}" dt="2022-11-07T15:26:09.013" v="21" actId="1076"/>
          <ac:spMkLst>
            <pc:docMk/>
            <pc:sldMk cId="549608798" sldId="440"/>
            <ac:spMk id="40" creationId="{AB0902A3-5125-DC47-9B56-76E72901417F}"/>
          </ac:spMkLst>
        </pc:spChg>
        <pc:spChg chg="mod">
          <ac:chgData name="Casey Mulligan" userId="b1a7e7a662de0c22" providerId="LiveId" clId="{AE5163A9-E590-5D41-98FA-648E1E4E375F}" dt="2022-11-07T15:26:00.797" v="20" actId="1076"/>
          <ac:spMkLst>
            <pc:docMk/>
            <pc:sldMk cId="549608798" sldId="440"/>
            <ac:spMk id="46" creationId="{EE169682-F8B5-55BC-E1F0-B14636296F14}"/>
          </ac:spMkLst>
        </pc:spChg>
        <pc:spChg chg="mod">
          <ac:chgData name="Casey Mulligan" userId="b1a7e7a662de0c22" providerId="LiveId" clId="{AE5163A9-E590-5D41-98FA-648E1E4E375F}" dt="2022-11-07T15:26:00.797" v="20" actId="1076"/>
          <ac:spMkLst>
            <pc:docMk/>
            <pc:sldMk cId="549608798" sldId="440"/>
            <ac:spMk id="48" creationId="{A3C23996-7497-1305-3413-CED1C7F784A1}"/>
          </ac:spMkLst>
        </pc:spChg>
        <pc:spChg chg="mod">
          <ac:chgData name="Casey Mulligan" userId="b1a7e7a662de0c22" providerId="LiveId" clId="{AE5163A9-E590-5D41-98FA-648E1E4E375F}" dt="2022-11-07T15:03:47.495" v="3" actId="166"/>
          <ac:spMkLst>
            <pc:docMk/>
            <pc:sldMk cId="549608798" sldId="440"/>
            <ac:spMk id="52" creationId="{ABC01C4F-4F1A-AA86-B05A-0F7719BE1B3E}"/>
          </ac:spMkLst>
        </pc:spChg>
        <pc:spChg chg="add mod">
          <ac:chgData name="Casey Mulligan" userId="b1a7e7a662de0c22" providerId="LiveId" clId="{AE5163A9-E590-5D41-98FA-648E1E4E375F}" dt="2022-11-07T15:03:40.367" v="2" actId="1076"/>
          <ac:spMkLst>
            <pc:docMk/>
            <pc:sldMk cId="549608798" sldId="440"/>
            <ac:spMk id="57" creationId="{3CD7614F-8ABC-331D-480D-51F968219B15}"/>
          </ac:spMkLst>
        </pc:spChg>
        <pc:cxnChg chg="mod">
          <ac:chgData name="Casey Mulligan" userId="b1a7e7a662de0c22" providerId="LiveId" clId="{AE5163A9-E590-5D41-98FA-648E1E4E375F}" dt="2022-11-07T15:26:09.013" v="21" actId="1076"/>
          <ac:cxnSpMkLst>
            <pc:docMk/>
            <pc:sldMk cId="549608798" sldId="440"/>
            <ac:cxnSpMk id="39" creationId="{FA1C8CC8-B09C-3640-9613-F751B177B47D}"/>
          </ac:cxnSpMkLst>
        </pc:cxnChg>
        <pc:cxnChg chg="mod">
          <ac:chgData name="Casey Mulligan" userId="b1a7e7a662de0c22" providerId="LiveId" clId="{AE5163A9-E590-5D41-98FA-648E1E4E375F}" dt="2022-11-07T15:26:00.797" v="20" actId="1076"/>
          <ac:cxnSpMkLst>
            <pc:docMk/>
            <pc:sldMk cId="549608798" sldId="440"/>
            <ac:cxnSpMk id="45" creationId="{DA3AFC48-D188-7112-870C-7DEF983FDD86}"/>
          </ac:cxnSpMkLst>
        </pc:cxnChg>
        <pc:cxnChg chg="mod">
          <ac:chgData name="Casey Mulligan" userId="b1a7e7a662de0c22" providerId="LiveId" clId="{AE5163A9-E590-5D41-98FA-648E1E4E375F}" dt="2022-11-07T15:26:00.797" v="20" actId="1076"/>
          <ac:cxnSpMkLst>
            <pc:docMk/>
            <pc:sldMk cId="549608798" sldId="440"/>
            <ac:cxnSpMk id="47" creationId="{5DA5DDA7-4B2C-43B7-B652-3A57FFF1D7B6}"/>
          </ac:cxnSpMkLst>
        </pc:cxnChg>
      </pc:sldChg>
      <pc:sldChg chg="add mod modShow">
        <pc:chgData name="Casey Mulligan" userId="b1a7e7a662de0c22" providerId="LiveId" clId="{AE5163A9-E590-5D41-98FA-648E1E4E375F}" dt="2022-11-07T16:49:07.366" v="954" actId="729"/>
        <pc:sldMkLst>
          <pc:docMk/>
          <pc:sldMk cId="2185919987" sldId="441"/>
        </pc:sldMkLst>
      </pc:sldChg>
    </pc:docChg>
  </pc:docChgLst>
  <pc:docChgLst>
    <pc:chgData name="Casey Mulligan" userId="b1a7e7a662de0c22" providerId="LiveId" clId="{52DBB67F-A1B7-1744-81EF-32A9D6CCBBEC}"/>
    <pc:docChg chg="modSld">
      <pc:chgData name="Casey Mulligan" userId="b1a7e7a662de0c22" providerId="LiveId" clId="{52DBB67F-A1B7-1744-81EF-32A9D6CCBBEC}" dt="2019-10-22T12:15:25.632" v="136" actId="20577"/>
      <pc:docMkLst>
        <pc:docMk/>
      </pc:docMkLst>
      <pc:sldChg chg="modNotesTx">
        <pc:chgData name="Casey Mulligan" userId="b1a7e7a662de0c22" providerId="LiveId" clId="{52DBB67F-A1B7-1744-81EF-32A9D6CCBBEC}" dt="2019-10-22T12:10:50.113" v="74" actId="20577"/>
        <pc:sldMkLst>
          <pc:docMk/>
          <pc:sldMk cId="353614924" sldId="335"/>
        </pc:sldMkLst>
      </pc:sldChg>
      <pc:sldChg chg="modNotesTx">
        <pc:chgData name="Casey Mulligan" userId="b1a7e7a662de0c22" providerId="LiveId" clId="{52DBB67F-A1B7-1744-81EF-32A9D6CCBBEC}" dt="2019-10-22T12:15:25.632" v="136" actId="20577"/>
        <pc:sldMkLst>
          <pc:docMk/>
          <pc:sldMk cId="3013486246" sldId="337"/>
        </pc:sldMkLst>
      </pc:sldChg>
    </pc:docChg>
  </pc:docChgLst>
  <pc:docChgLst>
    <pc:chgData name="Casey Mulligan" userId="b1a7e7a662de0c22" providerId="LiveId" clId="{9695F18A-101F-3340-8996-1F5D3FC9EE39}"/>
    <pc:docChg chg="undo custSel addSld delSld modSld sldOrd">
      <pc:chgData name="Casey Mulligan" userId="b1a7e7a662de0c22" providerId="LiveId" clId="{9695F18A-101F-3340-8996-1F5D3FC9EE39}" dt="2020-03-10T14:46:57.825" v="858" actId="1076"/>
      <pc:docMkLst>
        <pc:docMk/>
      </pc:docMkLst>
      <pc:sldChg chg="addSp delSp addAnim delAnim">
        <pc:chgData name="Casey Mulligan" userId="b1a7e7a662de0c22" providerId="LiveId" clId="{9695F18A-101F-3340-8996-1F5D3FC9EE39}" dt="2020-03-10T14:37:28.173" v="746" actId="478"/>
        <pc:sldMkLst>
          <pc:docMk/>
          <pc:sldMk cId="3015894820" sldId="351"/>
        </pc:sldMkLst>
        <pc:spChg chg="add del">
          <ac:chgData name="Casey Mulligan" userId="b1a7e7a662de0c22" providerId="LiveId" clId="{9695F18A-101F-3340-8996-1F5D3FC9EE39}" dt="2020-03-10T14:37:28.173" v="746" actId="478"/>
          <ac:spMkLst>
            <pc:docMk/>
            <pc:sldMk cId="3015894820" sldId="351"/>
            <ac:spMk id="5" creationId="{D601EB4D-9D95-F147-907A-5D04675BE22D}"/>
          </ac:spMkLst>
        </pc:spChg>
      </pc:sldChg>
      <pc:sldChg chg="modAnim">
        <pc:chgData name="Casey Mulligan" userId="b1a7e7a662de0c22" providerId="LiveId" clId="{9695F18A-101F-3340-8996-1F5D3FC9EE39}" dt="2020-02-12T20:18:22.392" v="148"/>
        <pc:sldMkLst>
          <pc:docMk/>
          <pc:sldMk cId="2006378534" sldId="353"/>
        </pc:sldMkLst>
      </pc:sldChg>
      <pc:sldChg chg="addSp delSp modSp addAnim delAnim modAnim">
        <pc:chgData name="Casey Mulligan" userId="b1a7e7a662de0c22" providerId="LiveId" clId="{9695F18A-101F-3340-8996-1F5D3FC9EE39}" dt="2020-03-10T14:41:01.911" v="804"/>
        <pc:sldMkLst>
          <pc:docMk/>
          <pc:sldMk cId="3553273940" sldId="358"/>
        </pc:sldMkLst>
        <pc:spChg chg="add del mod">
          <ac:chgData name="Casey Mulligan" userId="b1a7e7a662de0c22" providerId="LiveId" clId="{9695F18A-101F-3340-8996-1F5D3FC9EE39}" dt="2020-03-10T14:39:22.797" v="755" actId="478"/>
          <ac:spMkLst>
            <pc:docMk/>
            <pc:sldMk cId="3553273940" sldId="358"/>
            <ac:spMk id="3" creationId="{F33A18D8-0169-0A40-985A-B31D6E2AEF5E}"/>
          </ac:spMkLst>
        </pc:spChg>
        <pc:spChg chg="add del mod">
          <ac:chgData name="Casey Mulligan" userId="b1a7e7a662de0c22" providerId="LiveId" clId="{9695F18A-101F-3340-8996-1F5D3FC9EE39}" dt="2020-03-10T14:39:18.198" v="754" actId="478"/>
          <ac:spMkLst>
            <pc:docMk/>
            <pc:sldMk cId="3553273940" sldId="358"/>
            <ac:spMk id="4" creationId="{096EF112-DB37-AB4F-A594-E68D3525743A}"/>
          </ac:spMkLst>
        </pc:spChg>
        <pc:spChg chg="add del">
          <ac:chgData name="Casey Mulligan" userId="b1a7e7a662de0c22" providerId="LiveId" clId="{9695F18A-101F-3340-8996-1F5D3FC9EE39}" dt="2020-03-10T14:40:17.762" v="758" actId="478"/>
          <ac:spMkLst>
            <pc:docMk/>
            <pc:sldMk cId="3553273940" sldId="358"/>
            <ac:spMk id="5" creationId="{63A8E63D-8054-6544-90B2-F456BF3EBB89}"/>
          </ac:spMkLst>
        </pc:spChg>
        <pc:spChg chg="add mod">
          <ac:chgData name="Casey Mulligan" userId="b1a7e7a662de0c22" providerId="LiveId" clId="{9695F18A-101F-3340-8996-1F5D3FC9EE39}" dt="2020-03-10T14:40:48.283" v="802" actId="113"/>
          <ac:spMkLst>
            <pc:docMk/>
            <pc:sldMk cId="3553273940" sldId="358"/>
            <ac:spMk id="6" creationId="{54F43D44-A2DC-3B4F-AF6B-1FB6278E54A2}"/>
          </ac:spMkLst>
        </pc:spChg>
      </pc:sldChg>
      <pc:sldChg chg="addSp modSp add mod">
        <pc:chgData name="Casey Mulligan" userId="b1a7e7a662de0c22" providerId="LiveId" clId="{9695F18A-101F-3340-8996-1F5D3FC9EE39}" dt="2020-02-12T11:13:27.155" v="5" actId="14100"/>
        <pc:sldMkLst>
          <pc:docMk/>
          <pc:sldMk cId="2786633409" sldId="359"/>
        </pc:sldMkLst>
        <pc:graphicFrameChg chg="add mod">
          <ac:chgData name="Casey Mulligan" userId="b1a7e7a662de0c22" providerId="LiveId" clId="{9695F18A-101F-3340-8996-1F5D3FC9EE39}" dt="2020-02-12T11:13:27.155" v="5" actId="14100"/>
          <ac:graphicFrameMkLst>
            <pc:docMk/>
            <pc:sldMk cId="2786633409" sldId="359"/>
            <ac:graphicFrameMk id="2" creationId="{00000000-0008-0000-0000-000002000000}"/>
          </ac:graphicFrameMkLst>
        </pc:graphicFrameChg>
      </pc:sldChg>
      <pc:sldChg chg="modSp add ord">
        <pc:chgData name="Casey Mulligan" userId="b1a7e7a662de0c22" providerId="LiveId" clId="{9695F18A-101F-3340-8996-1F5D3FC9EE39}" dt="2020-02-12T11:16:59.803" v="9"/>
        <pc:sldMkLst>
          <pc:docMk/>
          <pc:sldMk cId="2790345317" sldId="360"/>
        </pc:sldMkLst>
        <pc:graphicFrameChg chg="mod">
          <ac:chgData name="Casey Mulligan" userId="b1a7e7a662de0c22" providerId="LiveId" clId="{9695F18A-101F-3340-8996-1F5D3FC9EE39}" dt="2020-02-12T11:16:59.803" v="9"/>
          <ac:graphicFrameMkLst>
            <pc:docMk/>
            <pc:sldMk cId="2790345317" sldId="360"/>
            <ac:graphicFrameMk id="2" creationId="{00000000-0008-0000-0000-000002000000}"/>
          </ac:graphicFrameMkLst>
        </pc:graphicFrameChg>
      </pc:sldChg>
      <pc:sldChg chg="addSp delSp modSp add">
        <pc:chgData name="Casey Mulligan" userId="b1a7e7a662de0c22" providerId="LiveId" clId="{9695F18A-101F-3340-8996-1F5D3FC9EE39}" dt="2020-02-12T11:26:24.657" v="93" actId="20577"/>
        <pc:sldMkLst>
          <pc:docMk/>
          <pc:sldMk cId="278285120" sldId="361"/>
        </pc:sldMkLst>
        <pc:spChg chg="add del mod">
          <ac:chgData name="Casey Mulligan" userId="b1a7e7a662de0c22" providerId="LiveId" clId="{9695F18A-101F-3340-8996-1F5D3FC9EE39}" dt="2020-02-12T11:22:48.292" v="46" actId="478"/>
          <ac:spMkLst>
            <pc:docMk/>
            <pc:sldMk cId="278285120" sldId="361"/>
            <ac:spMk id="8" creationId="{BCCD1F4B-7F7B-614D-B112-9AFA274C0ECC}"/>
          </ac:spMkLst>
        </pc:spChg>
        <pc:spChg chg="add mod">
          <ac:chgData name="Casey Mulligan" userId="b1a7e7a662de0c22" providerId="LiveId" clId="{9695F18A-101F-3340-8996-1F5D3FC9EE39}" dt="2020-02-12T11:24:18.887" v="55" actId="692"/>
          <ac:spMkLst>
            <pc:docMk/>
            <pc:sldMk cId="278285120" sldId="361"/>
            <ac:spMk id="9" creationId="{8851083F-C4DE-E04A-838B-20B90D7A3D44}"/>
          </ac:spMkLst>
        </pc:spChg>
        <pc:spChg chg="mod">
          <ac:chgData name="Casey Mulligan" userId="b1a7e7a662de0c22" providerId="LiveId" clId="{9695F18A-101F-3340-8996-1F5D3FC9EE39}" dt="2020-02-12T11:26:24.657" v="93" actId="20577"/>
          <ac:spMkLst>
            <pc:docMk/>
            <pc:sldMk cId="278285120" sldId="361"/>
            <ac:spMk id="11" creationId="{A3774240-6F0C-1C49-BA1E-5AB0B9B7DDB2}"/>
          </ac:spMkLst>
        </pc:spChg>
        <pc:spChg chg="add del">
          <ac:chgData name="Casey Mulligan" userId="b1a7e7a662de0c22" providerId="LiveId" clId="{9695F18A-101F-3340-8996-1F5D3FC9EE39}" dt="2020-02-12T11:25:57.130" v="90" actId="478"/>
          <ac:spMkLst>
            <pc:docMk/>
            <pc:sldMk cId="278285120" sldId="361"/>
            <ac:spMk id="26" creationId="{06A74454-42B6-D144-B848-A98BC7AE1F51}"/>
          </ac:spMkLst>
        </pc:spChg>
        <pc:spChg chg="add mod">
          <ac:chgData name="Casey Mulligan" userId="b1a7e7a662de0c22" providerId="LiveId" clId="{9695F18A-101F-3340-8996-1F5D3FC9EE39}" dt="2020-02-12T11:26:09.512" v="91" actId="1076"/>
          <ac:spMkLst>
            <pc:docMk/>
            <pc:sldMk cId="278285120" sldId="361"/>
            <ac:spMk id="28" creationId="{8C3EE35C-A516-0E44-9DB8-3817682292E3}"/>
          </ac:spMkLst>
        </pc:spChg>
        <pc:spChg chg="add mod">
          <ac:chgData name="Casey Mulligan" userId="b1a7e7a662de0c22" providerId="LiveId" clId="{9695F18A-101F-3340-8996-1F5D3FC9EE39}" dt="2020-02-12T11:26:09.512" v="91" actId="1076"/>
          <ac:spMkLst>
            <pc:docMk/>
            <pc:sldMk cId="278285120" sldId="361"/>
            <ac:spMk id="31" creationId="{77A41B60-12C0-B34E-9B59-FBD7F3D900E6}"/>
          </ac:spMkLst>
        </pc:spChg>
        <pc:spChg chg="add mod">
          <ac:chgData name="Casey Mulligan" userId="b1a7e7a662de0c22" providerId="LiveId" clId="{9695F18A-101F-3340-8996-1F5D3FC9EE39}" dt="2020-02-12T11:26:18.222" v="92" actId="1076"/>
          <ac:spMkLst>
            <pc:docMk/>
            <pc:sldMk cId="278285120" sldId="361"/>
            <ac:spMk id="33" creationId="{44185D5F-2EE0-FE4A-8408-2C610DD33AE3}"/>
          </ac:spMkLst>
        </pc:spChg>
        <pc:spChg chg="del">
          <ac:chgData name="Casey Mulligan" userId="b1a7e7a662de0c22" providerId="LiveId" clId="{9695F18A-101F-3340-8996-1F5D3FC9EE39}" dt="2020-02-12T11:20:45.058" v="36" actId="478"/>
          <ac:spMkLst>
            <pc:docMk/>
            <pc:sldMk cId="278285120" sldId="361"/>
            <ac:spMk id="41" creationId="{120CE1C9-7487-A249-9659-8E7B9A109A44}"/>
          </ac:spMkLst>
        </pc:spChg>
        <pc:spChg chg="del">
          <ac:chgData name="Casey Mulligan" userId="b1a7e7a662de0c22" providerId="LiveId" clId="{9695F18A-101F-3340-8996-1F5D3FC9EE39}" dt="2020-02-12T11:20:49.191" v="37" actId="478"/>
          <ac:spMkLst>
            <pc:docMk/>
            <pc:sldMk cId="278285120" sldId="361"/>
            <ac:spMk id="42" creationId="{FA063E16-E334-3A48-9A3D-55D4690BD4A6}"/>
          </ac:spMkLst>
        </pc:spChg>
        <pc:cxnChg chg="add del">
          <ac:chgData name="Casey Mulligan" userId="b1a7e7a662de0c22" providerId="LiveId" clId="{9695F18A-101F-3340-8996-1F5D3FC9EE39}" dt="2020-02-12T11:25:57.130" v="90" actId="478"/>
          <ac:cxnSpMkLst>
            <pc:docMk/>
            <pc:sldMk cId="278285120" sldId="361"/>
            <ac:cxnSpMk id="25" creationId="{4984C805-D8A4-4647-A13E-BE8FECD9F5CE}"/>
          </ac:cxnSpMkLst>
        </pc:cxnChg>
        <pc:cxnChg chg="add mod">
          <ac:chgData name="Casey Mulligan" userId="b1a7e7a662de0c22" providerId="LiveId" clId="{9695F18A-101F-3340-8996-1F5D3FC9EE39}" dt="2020-02-12T11:26:09.512" v="91" actId="1076"/>
          <ac:cxnSpMkLst>
            <pc:docMk/>
            <pc:sldMk cId="278285120" sldId="361"/>
            <ac:cxnSpMk id="27" creationId="{F7BFFC6B-EF6B-5C48-A5BD-4E66360DC5FB}"/>
          </ac:cxnSpMkLst>
        </pc:cxnChg>
        <pc:cxnChg chg="mod">
          <ac:chgData name="Casey Mulligan" userId="b1a7e7a662de0c22" providerId="LiveId" clId="{9695F18A-101F-3340-8996-1F5D3FC9EE39}" dt="2020-02-12T11:23:42.852" v="48" actId="14100"/>
          <ac:cxnSpMkLst>
            <pc:docMk/>
            <pc:sldMk cId="278285120" sldId="361"/>
            <ac:cxnSpMk id="29" creationId="{5CAA4CCA-731A-6D4B-A416-B7451AAD13B6}"/>
          </ac:cxnSpMkLst>
        </pc:cxnChg>
        <pc:cxnChg chg="add mod">
          <ac:chgData name="Casey Mulligan" userId="b1a7e7a662de0c22" providerId="LiveId" clId="{9695F18A-101F-3340-8996-1F5D3FC9EE39}" dt="2020-02-12T11:26:09.512" v="91" actId="1076"/>
          <ac:cxnSpMkLst>
            <pc:docMk/>
            <pc:sldMk cId="278285120" sldId="361"/>
            <ac:cxnSpMk id="30" creationId="{54A0AB0A-B2AB-CB4A-894B-E3EDA4009EF7}"/>
          </ac:cxnSpMkLst>
        </pc:cxnChg>
        <pc:cxnChg chg="del">
          <ac:chgData name="Casey Mulligan" userId="b1a7e7a662de0c22" providerId="LiveId" clId="{9695F18A-101F-3340-8996-1F5D3FC9EE39}" dt="2020-02-12T11:20:51.656" v="38" actId="478"/>
          <ac:cxnSpMkLst>
            <pc:docMk/>
            <pc:sldMk cId="278285120" sldId="361"/>
            <ac:cxnSpMk id="32" creationId="{FBBBBB79-2C1D-0640-B4FC-068A93564438}"/>
          </ac:cxnSpMkLst>
        </pc:cxnChg>
      </pc:sldChg>
      <pc:sldChg chg="addSp delSp modSp add">
        <pc:chgData name="Casey Mulligan" userId="b1a7e7a662de0c22" providerId="LiveId" clId="{9695F18A-101F-3340-8996-1F5D3FC9EE39}" dt="2020-02-12T12:19:30.844" v="147" actId="404"/>
        <pc:sldMkLst>
          <pc:docMk/>
          <pc:sldMk cId="3820319289" sldId="362"/>
        </pc:sldMkLst>
        <pc:spChg chg="mod">
          <ac:chgData name="Casey Mulligan" userId="b1a7e7a662de0c22" providerId="LiveId" clId="{9695F18A-101F-3340-8996-1F5D3FC9EE39}" dt="2020-02-12T12:19:30.844" v="147" actId="404"/>
          <ac:spMkLst>
            <pc:docMk/>
            <pc:sldMk cId="3820319289" sldId="362"/>
            <ac:spMk id="2" creationId="{3B20CDE5-3F8D-7746-9B2D-8F5E64DAA5DC}"/>
          </ac:spMkLst>
        </pc:spChg>
        <pc:spChg chg="add mod">
          <ac:chgData name="Casey Mulligan" userId="b1a7e7a662de0c22" providerId="LiveId" clId="{9695F18A-101F-3340-8996-1F5D3FC9EE39}" dt="2020-02-12T12:18:58.289" v="144" actId="692"/>
          <ac:spMkLst>
            <pc:docMk/>
            <pc:sldMk cId="3820319289" sldId="362"/>
            <ac:spMk id="6" creationId="{BB72FFFC-728A-1145-AAFC-E23C7FC9C567}"/>
          </ac:spMkLst>
        </pc:spChg>
        <pc:spChg chg="add mod">
          <ac:chgData name="Casey Mulligan" userId="b1a7e7a662de0c22" providerId="LiveId" clId="{9695F18A-101F-3340-8996-1F5D3FC9EE39}" dt="2020-02-12T12:19:12.909" v="146" actId="1076"/>
          <ac:spMkLst>
            <pc:docMk/>
            <pc:sldMk cId="3820319289" sldId="362"/>
            <ac:spMk id="7" creationId="{31E032CC-47B8-ED4A-A7A9-95133D5FE85D}"/>
          </ac:spMkLst>
        </pc:spChg>
        <pc:graphicFrameChg chg="add del">
          <ac:chgData name="Casey Mulligan" userId="b1a7e7a662de0c22" providerId="LiveId" clId="{9695F18A-101F-3340-8996-1F5D3FC9EE39}" dt="2020-02-12T12:16:34.904" v="136"/>
          <ac:graphicFrameMkLst>
            <pc:docMk/>
            <pc:sldMk cId="3820319289" sldId="362"/>
            <ac:graphicFrameMk id="3" creationId="{4B83E7FE-9D7D-954A-8682-4EB08630F54E}"/>
          </ac:graphicFrameMkLst>
        </pc:graphicFrameChg>
        <pc:graphicFrameChg chg="add del">
          <ac:chgData name="Casey Mulligan" userId="b1a7e7a662de0c22" providerId="LiveId" clId="{9695F18A-101F-3340-8996-1F5D3FC9EE39}" dt="2020-02-12T12:16:59.587" v="138"/>
          <ac:graphicFrameMkLst>
            <pc:docMk/>
            <pc:sldMk cId="3820319289" sldId="362"/>
            <ac:graphicFrameMk id="4" creationId="{B96BAC70-4DED-3A4C-A864-EE065BA92256}"/>
          </ac:graphicFrameMkLst>
        </pc:graphicFrameChg>
        <pc:graphicFrameChg chg="add mod">
          <ac:chgData name="Casey Mulligan" userId="b1a7e7a662de0c22" providerId="LiveId" clId="{9695F18A-101F-3340-8996-1F5D3FC9EE39}" dt="2020-02-12T12:18:40.716" v="142" actId="11529"/>
          <ac:graphicFrameMkLst>
            <pc:docMk/>
            <pc:sldMk cId="3820319289" sldId="362"/>
            <ac:graphicFrameMk id="5" creationId="{77772381-5571-CD41-95EF-759C1C2DFF97}"/>
          </ac:graphicFrameMkLst>
        </pc:graphicFrameChg>
      </pc:sldChg>
      <pc:sldChg chg="modSp">
        <pc:chgData name="Casey Mulligan" userId="b1a7e7a662de0c22" providerId="LiveId" clId="{9695F18A-101F-3340-8996-1F5D3FC9EE39}" dt="2020-03-10T14:17:34.025" v="149" actId="20577"/>
        <pc:sldMkLst>
          <pc:docMk/>
          <pc:sldMk cId="195482490" sldId="364"/>
        </pc:sldMkLst>
        <pc:spChg chg="mod">
          <ac:chgData name="Casey Mulligan" userId="b1a7e7a662de0c22" providerId="LiveId" clId="{9695F18A-101F-3340-8996-1F5D3FC9EE39}" dt="2020-03-10T14:17:34.025" v="149" actId="20577"/>
          <ac:spMkLst>
            <pc:docMk/>
            <pc:sldMk cId="195482490" sldId="364"/>
            <ac:spMk id="27651" creationId="{00000000-0000-0000-0000-000000000000}"/>
          </ac:spMkLst>
        </pc:spChg>
      </pc:sldChg>
      <pc:sldChg chg="addSp modSp">
        <pc:chgData name="Casey Mulligan" userId="b1a7e7a662de0c22" providerId="LiveId" clId="{9695F18A-101F-3340-8996-1F5D3FC9EE39}" dt="2020-03-10T14:46:57.825" v="858" actId="1076"/>
        <pc:sldMkLst>
          <pc:docMk/>
          <pc:sldMk cId="3009533299" sldId="365"/>
        </pc:sldMkLst>
        <pc:spChg chg="add mod">
          <ac:chgData name="Casey Mulligan" userId="b1a7e7a662de0c22" providerId="LiveId" clId="{9695F18A-101F-3340-8996-1F5D3FC9EE39}" dt="2020-03-10T14:46:57.825" v="858" actId="1076"/>
          <ac:spMkLst>
            <pc:docMk/>
            <pc:sldMk cId="3009533299" sldId="365"/>
            <ac:spMk id="27" creationId="{139722F7-4CB3-2E47-BC83-CF6ABE9728E6}"/>
          </ac:spMkLst>
        </pc:spChg>
      </pc:sldChg>
      <pc:sldChg chg="modSp">
        <pc:chgData name="Casey Mulligan" userId="b1a7e7a662de0c22" providerId="LiveId" clId="{9695F18A-101F-3340-8996-1F5D3FC9EE39}" dt="2020-03-10T14:43:06.161" v="808" actId="20577"/>
        <pc:sldMkLst>
          <pc:docMk/>
          <pc:sldMk cId="2869148355" sldId="366"/>
        </pc:sldMkLst>
        <pc:spChg chg="mod">
          <ac:chgData name="Casey Mulligan" userId="b1a7e7a662de0c22" providerId="LiveId" clId="{9695F18A-101F-3340-8996-1F5D3FC9EE39}" dt="2020-03-10T14:43:06.161" v="808" actId="20577"/>
          <ac:spMkLst>
            <pc:docMk/>
            <pc:sldMk cId="2869148355" sldId="366"/>
            <ac:spMk id="27651" creationId="{00000000-0000-0000-0000-000000000000}"/>
          </ac:spMkLst>
        </pc:spChg>
      </pc:sldChg>
      <pc:sldChg chg="modSp add modAnim modNotesTx">
        <pc:chgData name="Casey Mulligan" userId="b1a7e7a662de0c22" providerId="LiveId" clId="{9695F18A-101F-3340-8996-1F5D3FC9EE39}" dt="2020-03-10T14:31:30.305" v="531" actId="20577"/>
        <pc:sldMkLst>
          <pc:docMk/>
          <pc:sldMk cId="973168072" sldId="367"/>
        </pc:sldMkLst>
        <pc:spChg chg="mod">
          <ac:chgData name="Casey Mulligan" userId="b1a7e7a662de0c22" providerId="LiveId" clId="{9695F18A-101F-3340-8996-1F5D3FC9EE39}" dt="2020-03-10T14:27:32.008" v="183" actId="20577"/>
          <ac:spMkLst>
            <pc:docMk/>
            <pc:sldMk cId="973168072" sldId="367"/>
            <ac:spMk id="20482" creationId="{00000000-0000-0000-0000-000000000000}"/>
          </ac:spMkLst>
        </pc:spChg>
        <pc:spChg chg="mod">
          <ac:chgData name="Casey Mulligan" userId="b1a7e7a662de0c22" providerId="LiveId" clId="{9695F18A-101F-3340-8996-1F5D3FC9EE39}" dt="2020-03-10T14:31:30.305" v="531" actId="20577"/>
          <ac:spMkLst>
            <pc:docMk/>
            <pc:sldMk cId="973168072" sldId="367"/>
            <ac:spMk id="27651" creationId="{00000000-0000-0000-0000-000000000000}"/>
          </ac:spMkLst>
        </pc:spChg>
      </pc:sldChg>
      <pc:sldChg chg="add ord">
        <pc:chgData name="Casey Mulligan" userId="b1a7e7a662de0c22" providerId="LiveId" clId="{9695F18A-101F-3340-8996-1F5D3FC9EE39}" dt="2020-03-10T14:32:06.586" v="533"/>
        <pc:sldMkLst>
          <pc:docMk/>
          <pc:sldMk cId="266844878" sldId="368"/>
        </pc:sldMkLst>
      </pc:sldChg>
      <pc:sldChg chg="addSp delSp modSp add ord delAnim modAnim modNotesTx">
        <pc:chgData name="Casey Mulligan" userId="b1a7e7a662de0c22" providerId="LiveId" clId="{9695F18A-101F-3340-8996-1F5D3FC9EE39}" dt="2020-03-10T14:37:09.623" v="744" actId="14100"/>
        <pc:sldMkLst>
          <pc:docMk/>
          <pc:sldMk cId="196092249" sldId="369"/>
        </pc:sldMkLst>
        <pc:spChg chg="del">
          <ac:chgData name="Casey Mulligan" userId="b1a7e7a662de0c22" providerId="LiveId" clId="{9695F18A-101F-3340-8996-1F5D3FC9EE39}" dt="2020-03-10T14:35:00.141" v="729" actId="478"/>
          <ac:spMkLst>
            <pc:docMk/>
            <pc:sldMk cId="196092249" sldId="369"/>
            <ac:spMk id="3" creationId="{ADA2C1F6-D23C-864E-985C-D07418C92131}"/>
          </ac:spMkLst>
        </pc:spChg>
        <pc:spChg chg="del">
          <ac:chgData name="Casey Mulligan" userId="b1a7e7a662de0c22" providerId="LiveId" clId="{9695F18A-101F-3340-8996-1F5D3FC9EE39}" dt="2020-03-10T14:34:56.932" v="728" actId="478"/>
          <ac:spMkLst>
            <pc:docMk/>
            <pc:sldMk cId="196092249" sldId="369"/>
            <ac:spMk id="4" creationId="{61F21E78-65AC-1845-ABB7-73357578D753}"/>
          </ac:spMkLst>
        </pc:spChg>
        <pc:spChg chg="del">
          <ac:chgData name="Casey Mulligan" userId="b1a7e7a662de0c22" providerId="LiveId" clId="{9695F18A-101F-3340-8996-1F5D3FC9EE39}" dt="2020-03-10T14:34:37.382" v="726" actId="478"/>
          <ac:spMkLst>
            <pc:docMk/>
            <pc:sldMk cId="196092249" sldId="369"/>
            <ac:spMk id="5" creationId="{D601EB4D-9D95-F147-907A-5D04675BE22D}"/>
          </ac:spMkLst>
        </pc:spChg>
        <pc:spChg chg="mod">
          <ac:chgData name="Casey Mulligan" userId="b1a7e7a662de0c22" providerId="LiveId" clId="{9695F18A-101F-3340-8996-1F5D3FC9EE39}" dt="2020-03-10T14:36:58.302" v="742" actId="14100"/>
          <ac:spMkLst>
            <pc:docMk/>
            <pc:sldMk cId="196092249" sldId="369"/>
            <ac:spMk id="7" creationId="{57099C1D-E65E-6E40-A6F9-66936977512B}"/>
          </ac:spMkLst>
        </pc:spChg>
        <pc:spChg chg="add mod">
          <ac:chgData name="Casey Mulligan" userId="b1a7e7a662de0c22" providerId="LiveId" clId="{9695F18A-101F-3340-8996-1F5D3FC9EE39}" dt="2020-03-10T14:34:20.716" v="721" actId="571"/>
          <ac:spMkLst>
            <pc:docMk/>
            <pc:sldMk cId="196092249" sldId="369"/>
            <ac:spMk id="8" creationId="{2FAB40F8-897D-D94F-B1CB-96DE3BB0125F}"/>
          </ac:spMkLst>
        </pc:spChg>
        <pc:picChg chg="mod">
          <ac:chgData name="Casey Mulligan" userId="b1a7e7a662de0c22" providerId="LiveId" clId="{9695F18A-101F-3340-8996-1F5D3FC9EE39}" dt="2020-03-10T14:34:54.609" v="727" actId="167"/>
          <ac:picMkLst>
            <pc:docMk/>
            <pc:sldMk cId="196092249" sldId="369"/>
            <ac:picMk id="2050" creationId="{00000000-0000-0000-0000-000000000000}"/>
          </ac:picMkLst>
        </pc:picChg>
        <pc:cxnChg chg="add mod">
          <ac:chgData name="Casey Mulligan" userId="b1a7e7a662de0c22" providerId="LiveId" clId="{9695F18A-101F-3340-8996-1F5D3FC9EE39}" dt="2020-03-10T14:37:09.623" v="744" actId="14100"/>
          <ac:cxnSpMkLst>
            <pc:docMk/>
            <pc:sldMk cId="196092249" sldId="369"/>
            <ac:cxnSpMk id="6" creationId="{4BC44213-413F-CB46-B3AA-30BB51BCA523}"/>
          </ac:cxnSpMkLst>
        </pc:cxnChg>
      </pc:sldChg>
      <pc:sldChg chg="add del">
        <pc:chgData name="Casey Mulligan" userId="b1a7e7a662de0c22" providerId="LiveId" clId="{9695F18A-101F-3340-8996-1F5D3FC9EE39}" dt="2020-03-10T14:44:47.254" v="810"/>
        <pc:sldMkLst>
          <pc:docMk/>
          <pc:sldMk cId="1786321344" sldId="370"/>
        </pc:sldMkLst>
      </pc:sldChg>
    </pc:docChg>
  </pc:docChgLst>
  <pc:docChgLst>
    <pc:chgData name="Casey Mulligan" userId="b1a7e7a662de0c22" providerId="LiveId" clId="{6FD1EE88-1056-FD43-8047-644208E908D2}"/>
    <pc:docChg chg="undo custSel addSld modSld sldOrd modSection">
      <pc:chgData name="Casey Mulligan" userId="b1a7e7a662de0c22" providerId="LiveId" clId="{6FD1EE88-1056-FD43-8047-644208E908D2}" dt="2022-11-11T23:18:43.152" v="831" actId="313"/>
      <pc:docMkLst>
        <pc:docMk/>
      </pc:docMkLst>
      <pc:sldChg chg="mod modShow">
        <pc:chgData name="Casey Mulligan" userId="b1a7e7a662de0c22" providerId="LiveId" clId="{6FD1EE88-1056-FD43-8047-644208E908D2}" dt="2022-11-07T02:27:56.830" v="348" actId="729"/>
        <pc:sldMkLst>
          <pc:docMk/>
          <pc:sldMk cId="23466306" sldId="404"/>
        </pc:sldMkLst>
      </pc:sldChg>
      <pc:sldChg chg="modNotesTx">
        <pc:chgData name="Casey Mulligan" userId="b1a7e7a662de0c22" providerId="LiveId" clId="{6FD1EE88-1056-FD43-8047-644208E908D2}" dt="2022-11-11T23:17:31.313" v="801"/>
        <pc:sldMkLst>
          <pc:docMk/>
          <pc:sldMk cId="3470819696" sldId="408"/>
        </pc:sldMkLst>
      </pc:sldChg>
      <pc:sldChg chg="modNotesTx">
        <pc:chgData name="Casey Mulligan" userId="b1a7e7a662de0c22" providerId="LiveId" clId="{6FD1EE88-1056-FD43-8047-644208E908D2}" dt="2022-11-11T23:18:43.152" v="831" actId="313"/>
        <pc:sldMkLst>
          <pc:docMk/>
          <pc:sldMk cId="2850773641" sldId="415"/>
        </pc:sldMkLst>
      </pc:sldChg>
      <pc:sldChg chg="modNotesTx">
        <pc:chgData name="Casey Mulligan" userId="b1a7e7a662de0c22" providerId="LiveId" clId="{6FD1EE88-1056-FD43-8047-644208E908D2}" dt="2022-11-07T02:45:09.633" v="406" actId="20577"/>
        <pc:sldMkLst>
          <pc:docMk/>
          <pc:sldMk cId="2606370151" sldId="425"/>
        </pc:sldMkLst>
      </pc:sldChg>
      <pc:sldChg chg="addSp modSp mod modAnim">
        <pc:chgData name="Casey Mulligan" userId="b1a7e7a662de0c22" providerId="LiveId" clId="{6FD1EE88-1056-FD43-8047-644208E908D2}" dt="2022-11-07T02:27:26.731" v="347" actId="1076"/>
        <pc:sldMkLst>
          <pc:docMk/>
          <pc:sldMk cId="2293593020" sldId="438"/>
        </pc:sldMkLst>
        <pc:spChg chg="mod">
          <ac:chgData name="Casey Mulligan" userId="b1a7e7a662de0c22" providerId="LiveId" clId="{6FD1EE88-1056-FD43-8047-644208E908D2}" dt="2022-11-07T02:27:26.731" v="347" actId="1076"/>
          <ac:spMkLst>
            <pc:docMk/>
            <pc:sldMk cId="2293593020" sldId="438"/>
            <ac:spMk id="27" creationId="{C56A2D67-3EE9-0B4D-8580-DBA9E576F140}"/>
          </ac:spMkLst>
        </pc:spChg>
        <pc:cxnChg chg="add mod">
          <ac:chgData name="Casey Mulligan" userId="b1a7e7a662de0c22" providerId="LiveId" clId="{6FD1EE88-1056-FD43-8047-644208E908D2}" dt="2022-11-07T02:26:55.276" v="342" actId="1076"/>
          <ac:cxnSpMkLst>
            <pc:docMk/>
            <pc:sldMk cId="2293593020" sldId="438"/>
            <ac:cxnSpMk id="2" creationId="{700F02BA-D121-98C0-2F82-4D18A5FF4B30}"/>
          </ac:cxnSpMkLst>
        </pc:cxnChg>
      </pc:sldChg>
      <pc:sldChg chg="modNotesTx">
        <pc:chgData name="Casey Mulligan" userId="b1a7e7a662de0c22" providerId="LiveId" clId="{6FD1EE88-1056-FD43-8047-644208E908D2}" dt="2022-11-11T03:40:02.385" v="799" actId="20577"/>
        <pc:sldMkLst>
          <pc:docMk/>
          <pc:sldMk cId="3849474728" sldId="439"/>
        </pc:sldMkLst>
      </pc:sldChg>
      <pc:sldChg chg="addSp delSp modSp add mod ord modAnim modNotesTx">
        <pc:chgData name="Casey Mulligan" userId="b1a7e7a662de0c22" providerId="LiveId" clId="{6FD1EE88-1056-FD43-8047-644208E908D2}" dt="2022-11-07T13:25:16.427" v="693" actId="20577"/>
        <pc:sldMkLst>
          <pc:docMk/>
          <pc:sldMk cId="549608798" sldId="440"/>
        </pc:sldMkLst>
        <pc:spChg chg="add mod">
          <ac:chgData name="Casey Mulligan" userId="b1a7e7a662de0c22" providerId="LiveId" clId="{6FD1EE88-1056-FD43-8047-644208E908D2}" dt="2022-11-07T02:00:36.371" v="30" actId="1076"/>
          <ac:spMkLst>
            <pc:docMk/>
            <pc:sldMk cId="549608798" sldId="440"/>
            <ac:spMk id="2" creationId="{3E83CC44-EAC2-1F17-D6A2-7B29AC6093FA}"/>
          </ac:spMkLst>
        </pc:spChg>
        <pc:spChg chg="mod">
          <ac:chgData name="Casey Mulligan" userId="b1a7e7a662de0c22" providerId="LiveId" clId="{6FD1EE88-1056-FD43-8047-644208E908D2}" dt="2022-11-07T01:51:52.614" v="26" actId="692"/>
          <ac:spMkLst>
            <pc:docMk/>
            <pc:sldMk cId="549608798" sldId="440"/>
            <ac:spMk id="3" creationId="{42F5B60F-6299-6149-8994-E8ECC5AF448E}"/>
          </ac:spMkLst>
        </pc:spChg>
        <pc:spChg chg="del">
          <ac:chgData name="Casey Mulligan" userId="b1a7e7a662de0c22" providerId="LiveId" clId="{6FD1EE88-1056-FD43-8047-644208E908D2}" dt="2022-11-07T01:50:38.362" v="23" actId="478"/>
          <ac:spMkLst>
            <pc:docMk/>
            <pc:sldMk cId="549608798" sldId="440"/>
            <ac:spMk id="4" creationId="{6DCB437E-BF77-DE0F-38AE-03173BCB9FF2}"/>
          </ac:spMkLst>
        </pc:spChg>
        <pc:spChg chg="add mod">
          <ac:chgData name="Casey Mulligan" userId="b1a7e7a662de0c22" providerId="LiveId" clId="{6FD1EE88-1056-FD43-8047-644208E908D2}" dt="2022-11-07T02:00:56.821" v="32" actId="14100"/>
          <ac:spMkLst>
            <pc:docMk/>
            <pc:sldMk cId="549608798" sldId="440"/>
            <ac:spMk id="5" creationId="{E5F51007-250B-3325-E95B-AF63945DE115}"/>
          </ac:spMkLst>
        </pc:spChg>
        <pc:spChg chg="add mod">
          <ac:chgData name="Casey Mulligan" userId="b1a7e7a662de0c22" providerId="LiveId" clId="{6FD1EE88-1056-FD43-8047-644208E908D2}" dt="2022-11-07T02:01:08.013" v="34" actId="1076"/>
          <ac:spMkLst>
            <pc:docMk/>
            <pc:sldMk cId="549608798" sldId="440"/>
            <ac:spMk id="6" creationId="{D0BD4C4A-876E-28C4-45C7-890743BE521A}"/>
          </ac:spMkLst>
        </pc:spChg>
        <pc:spChg chg="add mod">
          <ac:chgData name="Casey Mulligan" userId="b1a7e7a662de0c22" providerId="LiveId" clId="{6FD1EE88-1056-FD43-8047-644208E908D2}" dt="2022-11-07T02:01:39.322" v="41" actId="1076"/>
          <ac:spMkLst>
            <pc:docMk/>
            <pc:sldMk cId="549608798" sldId="440"/>
            <ac:spMk id="7" creationId="{F1BBD062-C48E-BD8F-5ACB-73069B4913DE}"/>
          </ac:spMkLst>
        </pc:spChg>
        <pc:spChg chg="mod">
          <ac:chgData name="Casey Mulligan" userId="b1a7e7a662de0c22" providerId="LiveId" clId="{6FD1EE88-1056-FD43-8047-644208E908D2}" dt="2022-11-07T01:50:30.144" v="22" actId="6549"/>
          <ac:spMkLst>
            <pc:docMk/>
            <pc:sldMk cId="549608798" sldId="440"/>
            <ac:spMk id="9" creationId="{05BBD851-E76B-404D-BFF0-D8BBF37466DF}"/>
          </ac:spMkLst>
        </pc:spChg>
        <pc:spChg chg="add mod">
          <ac:chgData name="Casey Mulligan" userId="b1a7e7a662de0c22" providerId="LiveId" clId="{6FD1EE88-1056-FD43-8047-644208E908D2}" dt="2022-11-07T12:59:44.665" v="501" actId="20577"/>
          <ac:spMkLst>
            <pc:docMk/>
            <pc:sldMk cId="549608798" sldId="440"/>
            <ac:spMk id="10" creationId="{5F588B75-BE92-A67E-8A9E-DC19E5C92A33}"/>
          </ac:spMkLst>
        </pc:spChg>
        <pc:spChg chg="add mod">
          <ac:chgData name="Casey Mulligan" userId="b1a7e7a662de0c22" providerId="LiveId" clId="{6FD1EE88-1056-FD43-8047-644208E908D2}" dt="2022-11-07T02:10:21.225" v="157" actId="1076"/>
          <ac:spMkLst>
            <pc:docMk/>
            <pc:sldMk cId="549608798" sldId="440"/>
            <ac:spMk id="11" creationId="{B8319FCF-9330-689F-0D12-DA6846F7EB12}"/>
          </ac:spMkLst>
        </pc:spChg>
        <pc:spChg chg="add mod">
          <ac:chgData name="Casey Mulligan" userId="b1a7e7a662de0c22" providerId="LiveId" clId="{6FD1EE88-1056-FD43-8047-644208E908D2}" dt="2022-11-07T02:04:35.790" v="54" actId="207"/>
          <ac:spMkLst>
            <pc:docMk/>
            <pc:sldMk cId="549608798" sldId="440"/>
            <ac:spMk id="12" creationId="{B41E750A-32C6-7963-65C5-D0CDE2F604DC}"/>
          </ac:spMkLst>
        </pc:spChg>
        <pc:spChg chg="add mod">
          <ac:chgData name="Casey Mulligan" userId="b1a7e7a662de0c22" providerId="LiveId" clId="{6FD1EE88-1056-FD43-8047-644208E908D2}" dt="2022-11-07T02:05:14.391" v="61" actId="20577"/>
          <ac:spMkLst>
            <pc:docMk/>
            <pc:sldMk cId="549608798" sldId="440"/>
            <ac:spMk id="13" creationId="{230524ED-E9E4-F148-F5DA-09735B028A91}"/>
          </ac:spMkLst>
        </pc:spChg>
        <pc:spChg chg="add mod">
          <ac:chgData name="Casey Mulligan" userId="b1a7e7a662de0c22" providerId="LiveId" clId="{6FD1EE88-1056-FD43-8047-644208E908D2}" dt="2022-11-07T02:06:38.789" v="72" actId="1076"/>
          <ac:spMkLst>
            <pc:docMk/>
            <pc:sldMk cId="549608798" sldId="440"/>
            <ac:spMk id="14" creationId="{49CE8F9B-2AAD-BFA0-8235-6B06312233C9}"/>
          </ac:spMkLst>
        </pc:spChg>
        <pc:spChg chg="add mod">
          <ac:chgData name="Casey Mulligan" userId="b1a7e7a662de0c22" providerId="LiveId" clId="{6FD1EE88-1056-FD43-8047-644208E908D2}" dt="2022-11-07T02:25:52.593" v="338" actId="1076"/>
          <ac:spMkLst>
            <pc:docMk/>
            <pc:sldMk cId="549608798" sldId="440"/>
            <ac:spMk id="16" creationId="{F44C82C9-8B40-B345-D4ED-9A2DB74FAFA5}"/>
          </ac:spMkLst>
        </pc:spChg>
        <pc:spChg chg="add mod">
          <ac:chgData name="Casey Mulligan" userId="b1a7e7a662de0c22" providerId="LiveId" clId="{6FD1EE88-1056-FD43-8047-644208E908D2}" dt="2022-11-07T02:06:59.124" v="74" actId="1076"/>
          <ac:spMkLst>
            <pc:docMk/>
            <pc:sldMk cId="549608798" sldId="440"/>
            <ac:spMk id="17" creationId="{68F654E3-0442-B5D9-C1EA-E9CF8C94DD18}"/>
          </ac:spMkLst>
        </pc:spChg>
        <pc:spChg chg="add mod">
          <ac:chgData name="Casey Mulligan" userId="b1a7e7a662de0c22" providerId="LiveId" clId="{6FD1EE88-1056-FD43-8047-644208E908D2}" dt="2022-11-07T13:01:25.378" v="515" actId="1076"/>
          <ac:spMkLst>
            <pc:docMk/>
            <pc:sldMk cId="549608798" sldId="440"/>
            <ac:spMk id="18" creationId="{71EBDC30-B40F-EDA2-15A7-6076457228AD}"/>
          </ac:spMkLst>
        </pc:spChg>
        <pc:spChg chg="add mod">
          <ac:chgData name="Casey Mulligan" userId="b1a7e7a662de0c22" providerId="LiveId" clId="{6FD1EE88-1056-FD43-8047-644208E908D2}" dt="2022-11-07T02:10:12.323" v="156" actId="20577"/>
          <ac:spMkLst>
            <pc:docMk/>
            <pc:sldMk cId="549608798" sldId="440"/>
            <ac:spMk id="20" creationId="{844550F5-9680-2757-6AF2-8A19E8D73B53}"/>
          </ac:spMkLst>
        </pc:spChg>
        <pc:spChg chg="add mod">
          <ac:chgData name="Casey Mulligan" userId="b1a7e7a662de0c22" providerId="LiveId" clId="{6FD1EE88-1056-FD43-8047-644208E908D2}" dt="2022-11-07T02:11:00.118" v="163" actId="166"/>
          <ac:spMkLst>
            <pc:docMk/>
            <pc:sldMk cId="549608798" sldId="440"/>
            <ac:spMk id="21" creationId="{41DE0E43-D507-C3E0-1E34-553C68ECC75B}"/>
          </ac:spMkLst>
        </pc:spChg>
        <pc:spChg chg="mod">
          <ac:chgData name="Casey Mulligan" userId="b1a7e7a662de0c22" providerId="LiveId" clId="{6FD1EE88-1056-FD43-8047-644208E908D2}" dt="2022-11-07T02:05:43.386" v="65" actId="167"/>
          <ac:spMkLst>
            <pc:docMk/>
            <pc:sldMk cId="549608798" sldId="440"/>
            <ac:spMk id="22" creationId="{733434EE-6278-5542-AA15-4371AB168794}"/>
          </ac:spMkLst>
        </pc:spChg>
        <pc:spChg chg="mod">
          <ac:chgData name="Casey Mulligan" userId="b1a7e7a662de0c22" providerId="LiveId" clId="{6FD1EE88-1056-FD43-8047-644208E908D2}" dt="2022-11-07T01:51:12.077" v="24" actId="1076"/>
          <ac:spMkLst>
            <pc:docMk/>
            <pc:sldMk cId="549608798" sldId="440"/>
            <ac:spMk id="23" creationId="{5E0E941A-D657-BB74-DB30-BCF62E44A0FA}"/>
          </ac:spMkLst>
        </pc:spChg>
        <pc:spChg chg="add mod">
          <ac:chgData name="Casey Mulligan" userId="b1a7e7a662de0c22" providerId="LiveId" clId="{6FD1EE88-1056-FD43-8047-644208E908D2}" dt="2022-11-07T02:11:12.660" v="164" actId="688"/>
          <ac:spMkLst>
            <pc:docMk/>
            <pc:sldMk cId="549608798" sldId="440"/>
            <ac:spMk id="24" creationId="{B83C2D42-6292-8AD8-02B5-899E24B650AA}"/>
          </ac:spMkLst>
        </pc:spChg>
        <pc:spChg chg="mod">
          <ac:chgData name="Casey Mulligan" userId="b1a7e7a662de0c22" providerId="LiveId" clId="{6FD1EE88-1056-FD43-8047-644208E908D2}" dt="2022-11-07T02:00:11.889" v="28" actId="1076"/>
          <ac:spMkLst>
            <pc:docMk/>
            <pc:sldMk cId="549608798" sldId="440"/>
            <ac:spMk id="25" creationId="{C4F465D3-18CC-BA47-8968-8FCB85FAC88B}"/>
          </ac:spMkLst>
        </pc:spChg>
        <pc:spChg chg="mod">
          <ac:chgData name="Casey Mulligan" userId="b1a7e7a662de0c22" providerId="LiveId" clId="{6FD1EE88-1056-FD43-8047-644208E908D2}" dt="2022-11-07T01:51:12.077" v="24" actId="1076"/>
          <ac:spMkLst>
            <pc:docMk/>
            <pc:sldMk cId="549608798" sldId="440"/>
            <ac:spMk id="26" creationId="{1BF528DB-1EB4-A043-A440-F970089C68CE}"/>
          </ac:spMkLst>
        </pc:spChg>
        <pc:spChg chg="add mod">
          <ac:chgData name="Casey Mulligan" userId="b1a7e7a662de0c22" providerId="LiveId" clId="{6FD1EE88-1056-FD43-8047-644208E908D2}" dt="2022-11-07T13:00:45.472" v="511" actId="206"/>
          <ac:spMkLst>
            <pc:docMk/>
            <pc:sldMk cId="549608798" sldId="440"/>
            <ac:spMk id="27" creationId="{7B4CC807-E87F-F67E-5EFA-93224973D001}"/>
          </ac:spMkLst>
        </pc:spChg>
        <pc:spChg chg="add mod">
          <ac:chgData name="Casey Mulligan" userId="b1a7e7a662de0c22" providerId="LiveId" clId="{6FD1EE88-1056-FD43-8047-644208E908D2}" dt="2022-11-07T02:11:49.920" v="169" actId="20577"/>
          <ac:spMkLst>
            <pc:docMk/>
            <pc:sldMk cId="549608798" sldId="440"/>
            <ac:spMk id="29" creationId="{F40C6D08-A970-6C6A-D3E9-14CAA2B11D1F}"/>
          </ac:spMkLst>
        </pc:spChg>
        <pc:spChg chg="mod">
          <ac:chgData name="Casey Mulligan" userId="b1a7e7a662de0c22" providerId="LiveId" clId="{6FD1EE88-1056-FD43-8047-644208E908D2}" dt="2022-11-07T01:51:12.077" v="24" actId="1076"/>
          <ac:spMkLst>
            <pc:docMk/>
            <pc:sldMk cId="549608798" sldId="440"/>
            <ac:spMk id="30" creationId="{6F3BCEBF-CD49-BD4C-A42C-403B665A2B87}"/>
          </ac:spMkLst>
        </pc:spChg>
        <pc:spChg chg="mod">
          <ac:chgData name="Casey Mulligan" userId="b1a7e7a662de0c22" providerId="LiveId" clId="{6FD1EE88-1056-FD43-8047-644208E908D2}" dt="2022-11-07T02:01:19.140" v="35" actId="1076"/>
          <ac:spMkLst>
            <pc:docMk/>
            <pc:sldMk cId="549608798" sldId="440"/>
            <ac:spMk id="32" creationId="{410CA92F-65E1-1D46-A6D0-E74B2EEEC378}"/>
          </ac:spMkLst>
        </pc:spChg>
        <pc:spChg chg="mod">
          <ac:chgData name="Casey Mulligan" userId="b1a7e7a662de0c22" providerId="LiveId" clId="{6FD1EE88-1056-FD43-8047-644208E908D2}" dt="2022-11-07T13:00:05.328" v="505" actId="688"/>
          <ac:spMkLst>
            <pc:docMk/>
            <pc:sldMk cId="549608798" sldId="440"/>
            <ac:spMk id="33" creationId="{7DA2C119-A7D9-7047-8544-90D24DD67C0C}"/>
          </ac:spMkLst>
        </pc:spChg>
        <pc:spChg chg="add mod">
          <ac:chgData name="Casey Mulligan" userId="b1a7e7a662de0c22" providerId="LiveId" clId="{6FD1EE88-1056-FD43-8047-644208E908D2}" dt="2022-11-07T02:12:11.317" v="172" actId="1076"/>
          <ac:spMkLst>
            <pc:docMk/>
            <pc:sldMk cId="549608798" sldId="440"/>
            <ac:spMk id="34" creationId="{B574D219-F285-05C6-A159-E61AB89774EE}"/>
          </ac:spMkLst>
        </pc:spChg>
        <pc:spChg chg="mod">
          <ac:chgData name="Casey Mulligan" userId="b1a7e7a662de0c22" providerId="LiveId" clId="{6FD1EE88-1056-FD43-8047-644208E908D2}" dt="2022-11-07T01:51:12.077" v="24" actId="1076"/>
          <ac:spMkLst>
            <pc:docMk/>
            <pc:sldMk cId="549608798" sldId="440"/>
            <ac:spMk id="35" creationId="{F660A965-4E54-6A47-B7FE-97E22A2C1A1D}"/>
          </ac:spMkLst>
        </pc:spChg>
        <pc:spChg chg="add mod">
          <ac:chgData name="Casey Mulligan" userId="b1a7e7a662de0c22" providerId="LiveId" clId="{6FD1EE88-1056-FD43-8047-644208E908D2}" dt="2022-11-07T13:01:29.844" v="516" actId="1076"/>
          <ac:spMkLst>
            <pc:docMk/>
            <pc:sldMk cId="549608798" sldId="440"/>
            <ac:spMk id="36" creationId="{D8E3940B-8E53-EBBC-E537-0C0F5B5F0137}"/>
          </ac:spMkLst>
        </pc:spChg>
        <pc:spChg chg="add mod">
          <ac:chgData name="Casey Mulligan" userId="b1a7e7a662de0c22" providerId="LiveId" clId="{6FD1EE88-1056-FD43-8047-644208E908D2}" dt="2022-11-07T02:12:35.870" v="176" actId="20577"/>
          <ac:spMkLst>
            <pc:docMk/>
            <pc:sldMk cId="549608798" sldId="440"/>
            <ac:spMk id="38" creationId="{D9B76ACC-C7B3-985D-0B31-8A9DD44F96F7}"/>
          </ac:spMkLst>
        </pc:spChg>
        <pc:spChg chg="mod">
          <ac:chgData name="Casey Mulligan" userId="b1a7e7a662de0c22" providerId="LiveId" clId="{6FD1EE88-1056-FD43-8047-644208E908D2}" dt="2022-11-07T02:01:19.140" v="35" actId="1076"/>
          <ac:spMkLst>
            <pc:docMk/>
            <pc:sldMk cId="549608798" sldId="440"/>
            <ac:spMk id="40" creationId="{AB0902A3-5125-DC47-9B56-76E72901417F}"/>
          </ac:spMkLst>
        </pc:spChg>
        <pc:spChg chg="mod">
          <ac:chgData name="Casey Mulligan" userId="b1a7e7a662de0c22" providerId="LiveId" clId="{6FD1EE88-1056-FD43-8047-644208E908D2}" dt="2022-11-07T02:01:19.140" v="35" actId="1076"/>
          <ac:spMkLst>
            <pc:docMk/>
            <pc:sldMk cId="549608798" sldId="440"/>
            <ac:spMk id="41" creationId="{D2CEA9F2-DB04-F64F-927F-D4D25058E11E}"/>
          </ac:spMkLst>
        </pc:spChg>
        <pc:spChg chg="add mod">
          <ac:chgData name="Casey Mulligan" userId="b1a7e7a662de0c22" providerId="LiveId" clId="{6FD1EE88-1056-FD43-8047-644208E908D2}" dt="2022-11-07T02:13:06.375" v="183" actId="692"/>
          <ac:spMkLst>
            <pc:docMk/>
            <pc:sldMk cId="549608798" sldId="440"/>
            <ac:spMk id="42" creationId="{5E2B2F2B-29B0-5928-97BD-319C50BA0F26}"/>
          </ac:spMkLst>
        </pc:spChg>
        <pc:spChg chg="add mod">
          <ac:chgData name="Casey Mulligan" userId="b1a7e7a662de0c22" providerId="LiveId" clId="{6FD1EE88-1056-FD43-8047-644208E908D2}" dt="2022-11-07T13:02:59.281" v="537" actId="206"/>
          <ac:spMkLst>
            <pc:docMk/>
            <pc:sldMk cId="549608798" sldId="440"/>
            <ac:spMk id="43" creationId="{FC802C93-039D-A508-2877-F73AB93EE64B}"/>
          </ac:spMkLst>
        </pc:spChg>
        <pc:spChg chg="add mod">
          <ac:chgData name="Casey Mulligan" userId="b1a7e7a662de0c22" providerId="LiveId" clId="{6FD1EE88-1056-FD43-8047-644208E908D2}" dt="2022-11-07T13:02:13.729" v="526" actId="206"/>
          <ac:spMkLst>
            <pc:docMk/>
            <pc:sldMk cId="549608798" sldId="440"/>
            <ac:spMk id="44" creationId="{395C6A45-DBFC-178A-C10D-F9E2A1270272}"/>
          </ac:spMkLst>
        </pc:spChg>
        <pc:spChg chg="add mod">
          <ac:chgData name="Casey Mulligan" userId="b1a7e7a662de0c22" providerId="LiveId" clId="{6FD1EE88-1056-FD43-8047-644208E908D2}" dt="2022-11-07T02:16:50.735" v="221" actId="207"/>
          <ac:spMkLst>
            <pc:docMk/>
            <pc:sldMk cId="549608798" sldId="440"/>
            <ac:spMk id="46" creationId="{EE169682-F8B5-55BC-E1F0-B14636296F14}"/>
          </ac:spMkLst>
        </pc:spChg>
        <pc:spChg chg="add mod">
          <ac:chgData name="Casey Mulligan" userId="b1a7e7a662de0c22" providerId="LiveId" clId="{6FD1EE88-1056-FD43-8047-644208E908D2}" dt="2022-11-07T02:17:47.441" v="247" actId="14100"/>
          <ac:spMkLst>
            <pc:docMk/>
            <pc:sldMk cId="549608798" sldId="440"/>
            <ac:spMk id="48" creationId="{A3C23996-7497-1305-3413-CED1C7F784A1}"/>
          </ac:spMkLst>
        </pc:spChg>
        <pc:spChg chg="add mod">
          <ac:chgData name="Casey Mulligan" userId="b1a7e7a662de0c22" providerId="LiveId" clId="{6FD1EE88-1056-FD43-8047-644208E908D2}" dt="2022-11-07T02:17:21.050" v="226" actId="1076"/>
          <ac:spMkLst>
            <pc:docMk/>
            <pc:sldMk cId="549608798" sldId="440"/>
            <ac:spMk id="49" creationId="{A2CD21A4-C283-DC2D-DA55-36091963FCFB}"/>
          </ac:spMkLst>
        </pc:spChg>
        <pc:spChg chg="add mod">
          <ac:chgData name="Casey Mulligan" userId="b1a7e7a662de0c22" providerId="LiveId" clId="{6FD1EE88-1056-FD43-8047-644208E908D2}" dt="2022-11-07T02:18:34.789" v="320" actId="20577"/>
          <ac:spMkLst>
            <pc:docMk/>
            <pc:sldMk cId="549608798" sldId="440"/>
            <ac:spMk id="51" creationId="{30DC8DD6-4D37-9BF2-BD19-1388FC9F9C2E}"/>
          </ac:spMkLst>
        </pc:spChg>
        <pc:spChg chg="add mod">
          <ac:chgData name="Casey Mulligan" userId="b1a7e7a662de0c22" providerId="LiveId" clId="{6FD1EE88-1056-FD43-8047-644208E908D2}" dt="2022-11-07T12:59:59.380" v="503" actId="1076"/>
          <ac:spMkLst>
            <pc:docMk/>
            <pc:sldMk cId="549608798" sldId="440"/>
            <ac:spMk id="52" creationId="{ABC01C4F-4F1A-AA86-B05A-0F7719BE1B3E}"/>
          </ac:spMkLst>
        </pc:spChg>
        <pc:spChg chg="add mod">
          <ac:chgData name="Casey Mulligan" userId="b1a7e7a662de0c22" providerId="LiveId" clId="{6FD1EE88-1056-FD43-8047-644208E908D2}" dt="2022-11-07T13:01:09.808" v="514" actId="1076"/>
          <ac:spMkLst>
            <pc:docMk/>
            <pc:sldMk cId="549608798" sldId="440"/>
            <ac:spMk id="54" creationId="{A3183A0F-E7D9-5939-D92D-BF5786C8FD46}"/>
          </ac:spMkLst>
        </pc:spChg>
        <pc:spChg chg="add mod">
          <ac:chgData name="Casey Mulligan" userId="b1a7e7a662de0c22" providerId="LiveId" clId="{6FD1EE88-1056-FD43-8047-644208E908D2}" dt="2022-11-07T13:03:32.065" v="542" actId="1076"/>
          <ac:spMkLst>
            <pc:docMk/>
            <pc:sldMk cId="549608798" sldId="440"/>
            <ac:spMk id="55" creationId="{D222798B-1334-B720-2D4E-E5880912D2E3}"/>
          </ac:spMkLst>
        </pc:spChg>
        <pc:spChg chg="add mod">
          <ac:chgData name="Casey Mulligan" userId="b1a7e7a662de0c22" providerId="LiveId" clId="{6FD1EE88-1056-FD43-8047-644208E908D2}" dt="2022-11-07T13:03:25.607" v="541" actId="1076"/>
          <ac:spMkLst>
            <pc:docMk/>
            <pc:sldMk cId="549608798" sldId="440"/>
            <ac:spMk id="56" creationId="{2A35FA28-1912-BCE9-BFC9-E1E766E95DC9}"/>
          </ac:spMkLst>
        </pc:spChg>
        <pc:spChg chg="mod">
          <ac:chgData name="Casey Mulligan" userId="b1a7e7a662de0c22" providerId="LiveId" clId="{6FD1EE88-1056-FD43-8047-644208E908D2}" dt="2022-11-07T01:51:12.077" v="24" actId="1076"/>
          <ac:spMkLst>
            <pc:docMk/>
            <pc:sldMk cId="549608798" sldId="440"/>
            <ac:spMk id="2069" creationId="{00000000-0000-0000-0000-000000000000}"/>
          </ac:spMkLst>
        </pc:spChg>
        <pc:spChg chg="mod">
          <ac:chgData name="Casey Mulligan" userId="b1a7e7a662de0c22" providerId="LiveId" clId="{6FD1EE88-1056-FD43-8047-644208E908D2}" dt="2022-11-07T01:51:12.077" v="24" actId="1076"/>
          <ac:spMkLst>
            <pc:docMk/>
            <pc:sldMk cId="549608798" sldId="440"/>
            <ac:spMk id="2070" creationId="{00000000-0000-0000-0000-000000000000}"/>
          </ac:spMkLst>
        </pc:spChg>
        <pc:cxnChg chg="add mod">
          <ac:chgData name="Casey Mulligan" userId="b1a7e7a662de0c22" providerId="LiveId" clId="{6FD1EE88-1056-FD43-8047-644208E908D2}" dt="2022-11-07T12:59:40.537" v="499" actId="1076"/>
          <ac:cxnSpMkLst>
            <pc:docMk/>
            <pc:sldMk cId="549608798" sldId="440"/>
            <ac:cxnSpMk id="4" creationId="{7B6B8813-3443-D4AF-0088-3CC3F87A7AC0}"/>
          </ac:cxnSpMkLst>
        </pc:cxnChg>
        <pc:cxnChg chg="add mod">
          <ac:chgData name="Casey Mulligan" userId="b1a7e7a662de0c22" providerId="LiveId" clId="{6FD1EE88-1056-FD43-8047-644208E908D2}" dt="2022-11-07T02:04:45.450" v="55" actId="1076"/>
          <ac:cxnSpMkLst>
            <pc:docMk/>
            <pc:sldMk cId="549608798" sldId="440"/>
            <ac:cxnSpMk id="8" creationId="{FF56A9F6-8A9B-ECC2-47D6-D9F938AA4354}"/>
          </ac:cxnSpMkLst>
        </pc:cxnChg>
        <pc:cxnChg chg="add mod">
          <ac:chgData name="Casey Mulligan" userId="b1a7e7a662de0c22" providerId="LiveId" clId="{6FD1EE88-1056-FD43-8047-644208E908D2}" dt="2022-11-07T02:25:52.593" v="338" actId="1076"/>
          <ac:cxnSpMkLst>
            <pc:docMk/>
            <pc:sldMk cId="549608798" sldId="440"/>
            <ac:cxnSpMk id="15" creationId="{92F9824F-147E-0D21-30B7-7E70EB5CD45B}"/>
          </ac:cxnSpMkLst>
        </pc:cxnChg>
        <pc:cxnChg chg="add mod">
          <ac:chgData name="Casey Mulligan" userId="b1a7e7a662de0c22" providerId="LiveId" clId="{6FD1EE88-1056-FD43-8047-644208E908D2}" dt="2022-11-07T02:11:28.995" v="165" actId="14100"/>
          <ac:cxnSpMkLst>
            <pc:docMk/>
            <pc:sldMk cId="549608798" sldId="440"/>
            <ac:cxnSpMk id="19" creationId="{CE5624B5-CEC7-01AB-B838-54BDFE2F1EC3}"/>
          </ac:cxnSpMkLst>
        </pc:cxnChg>
        <pc:cxnChg chg="add mod">
          <ac:chgData name="Casey Mulligan" userId="b1a7e7a662de0c22" providerId="LiveId" clId="{6FD1EE88-1056-FD43-8047-644208E908D2}" dt="2022-11-07T02:11:45.724" v="167" actId="1076"/>
          <ac:cxnSpMkLst>
            <pc:docMk/>
            <pc:sldMk cId="549608798" sldId="440"/>
            <ac:cxnSpMk id="28" creationId="{DF1DFBA5-4F7B-D9F8-1F14-F45D295084A3}"/>
          </ac:cxnSpMkLst>
        </pc:cxnChg>
        <pc:cxnChg chg="mod">
          <ac:chgData name="Casey Mulligan" userId="b1a7e7a662de0c22" providerId="LiveId" clId="{6FD1EE88-1056-FD43-8047-644208E908D2}" dt="2022-11-07T02:01:19.140" v="35" actId="1076"/>
          <ac:cxnSpMkLst>
            <pc:docMk/>
            <pc:sldMk cId="549608798" sldId="440"/>
            <ac:cxnSpMk id="31" creationId="{546092A6-8C3C-E74D-8350-69BB8BC211AF}"/>
          </ac:cxnSpMkLst>
        </pc:cxnChg>
        <pc:cxnChg chg="add mod">
          <ac:chgData name="Casey Mulligan" userId="b1a7e7a662de0c22" providerId="LiveId" clId="{6FD1EE88-1056-FD43-8047-644208E908D2}" dt="2022-11-07T02:12:29.520" v="174" actId="1076"/>
          <ac:cxnSpMkLst>
            <pc:docMk/>
            <pc:sldMk cId="549608798" sldId="440"/>
            <ac:cxnSpMk id="37" creationId="{84E418BB-B27A-40E1-6A0C-94F23B1193DF}"/>
          </ac:cxnSpMkLst>
        </pc:cxnChg>
        <pc:cxnChg chg="mod">
          <ac:chgData name="Casey Mulligan" userId="b1a7e7a662de0c22" providerId="LiveId" clId="{6FD1EE88-1056-FD43-8047-644208E908D2}" dt="2022-11-07T02:01:19.140" v="35" actId="1076"/>
          <ac:cxnSpMkLst>
            <pc:docMk/>
            <pc:sldMk cId="549608798" sldId="440"/>
            <ac:cxnSpMk id="39" creationId="{FA1C8CC8-B09C-3640-9613-F751B177B47D}"/>
          </ac:cxnSpMkLst>
        </pc:cxnChg>
        <pc:cxnChg chg="add mod">
          <ac:chgData name="Casey Mulligan" userId="b1a7e7a662de0c22" providerId="LiveId" clId="{6FD1EE88-1056-FD43-8047-644208E908D2}" dt="2022-11-07T02:16:56.183" v="222" actId="692"/>
          <ac:cxnSpMkLst>
            <pc:docMk/>
            <pc:sldMk cId="549608798" sldId="440"/>
            <ac:cxnSpMk id="45" creationId="{DA3AFC48-D188-7112-870C-7DEF983FDD86}"/>
          </ac:cxnSpMkLst>
        </pc:cxnChg>
        <pc:cxnChg chg="add mod">
          <ac:chgData name="Casey Mulligan" userId="b1a7e7a662de0c22" providerId="LiveId" clId="{6FD1EE88-1056-FD43-8047-644208E908D2}" dt="2022-11-07T02:16:23.259" v="205" actId="1076"/>
          <ac:cxnSpMkLst>
            <pc:docMk/>
            <pc:sldMk cId="549608798" sldId="440"/>
            <ac:cxnSpMk id="47" creationId="{5DA5DDA7-4B2C-43B7-B652-3A57FFF1D7B6}"/>
          </ac:cxnSpMkLst>
        </pc:cxnChg>
        <pc:cxnChg chg="add mod">
          <ac:chgData name="Casey Mulligan" userId="b1a7e7a662de0c22" providerId="LiveId" clId="{6FD1EE88-1056-FD43-8047-644208E908D2}" dt="2022-11-07T02:18:30.438" v="316" actId="1076"/>
          <ac:cxnSpMkLst>
            <pc:docMk/>
            <pc:sldMk cId="549608798" sldId="440"/>
            <ac:cxnSpMk id="50" creationId="{572F7C45-E334-544B-4C13-122B2F3859CA}"/>
          </ac:cxnSpMkLst>
        </pc:cxnChg>
        <pc:cxnChg chg="add mod">
          <ac:chgData name="Casey Mulligan" userId="b1a7e7a662de0c22" providerId="LiveId" clId="{6FD1EE88-1056-FD43-8047-644208E908D2}" dt="2022-11-07T13:01:09.808" v="514" actId="1076"/>
          <ac:cxnSpMkLst>
            <pc:docMk/>
            <pc:sldMk cId="549608798" sldId="440"/>
            <ac:cxnSpMk id="53" creationId="{3DB50DBC-CD89-C0D4-7585-CF674C1028E4}"/>
          </ac:cxnSpMkLst>
        </pc:cxnChg>
      </pc:sldChg>
    </pc:docChg>
  </pc:docChgLst>
  <pc:docChgLst>
    <pc:chgData name="Casey Mulligan" userId="b1a7e7a662de0c22" providerId="LiveId" clId="{4879B852-9275-F64D-8C32-9F4D1C74AAEB}"/>
    <pc:docChg chg="undo custSel addSld delSld modSld delMainMaster delSection modSection">
      <pc:chgData name="Casey Mulligan" userId="b1a7e7a662de0c22" providerId="LiveId" clId="{4879B852-9275-F64D-8C32-9F4D1C74AAEB}" dt="2022-01-30T22:20:12.884" v="153" actId="2890"/>
      <pc:docMkLst>
        <pc:docMk/>
      </pc:docMkLst>
      <pc:sldChg chg="del">
        <pc:chgData name="Casey Mulligan" userId="b1a7e7a662de0c22" providerId="LiveId" clId="{4879B852-9275-F64D-8C32-9F4D1C74AAEB}" dt="2022-01-30T20:53:24.939" v="0" actId="2696"/>
        <pc:sldMkLst>
          <pc:docMk/>
          <pc:sldMk cId="1167902233" sldId="293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932185310" sldId="304"/>
        </pc:sldMkLst>
      </pc:sldChg>
      <pc:sldChg chg="del">
        <pc:chgData name="Casey Mulligan" userId="b1a7e7a662de0c22" providerId="LiveId" clId="{4879B852-9275-F64D-8C32-9F4D1C74AAEB}" dt="2022-01-30T20:53:24.939" v="0" actId="2696"/>
        <pc:sldMkLst>
          <pc:docMk/>
          <pc:sldMk cId="2522356878" sldId="330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679993302" sldId="334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53614924" sldId="335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1611484829" sldId="336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1458284105" sldId="337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1951286370" sldId="338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422163689" sldId="340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2231995645" sldId="341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2590446670" sldId="342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599799038" sldId="343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2275952372" sldId="344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2782655" sldId="345"/>
        </pc:sldMkLst>
      </pc:sldChg>
      <pc:sldChg chg="del">
        <pc:chgData name="Casey Mulligan" userId="b1a7e7a662de0c22" providerId="LiveId" clId="{4879B852-9275-F64D-8C32-9F4D1C74AAEB}" dt="2022-01-30T20:53:24.939" v="0" actId="2696"/>
        <pc:sldMkLst>
          <pc:docMk/>
          <pc:sldMk cId="1383177871" sldId="346"/>
        </pc:sldMkLst>
      </pc:sldChg>
      <pc:sldChg chg="del">
        <pc:chgData name="Casey Mulligan" userId="b1a7e7a662de0c22" providerId="LiveId" clId="{4879B852-9275-F64D-8C32-9F4D1C74AAEB}" dt="2022-01-30T20:53:24.939" v="0" actId="2696"/>
        <pc:sldMkLst>
          <pc:docMk/>
          <pc:sldMk cId="3448022668" sldId="347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1854590527" sldId="348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1949670538" sldId="349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464788488" sldId="350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015894820" sldId="351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1444907162" sldId="352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2006378534" sldId="353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1041815876" sldId="354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545422326" sldId="355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4147629104" sldId="356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035826126" sldId="357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553273940" sldId="358"/>
        </pc:sldMkLst>
      </pc:sldChg>
      <pc:sldChg chg="del">
        <pc:chgData name="Casey Mulligan" userId="b1a7e7a662de0c22" providerId="LiveId" clId="{4879B852-9275-F64D-8C32-9F4D1C74AAEB}" dt="2022-01-30T20:53:24.939" v="0" actId="2696"/>
        <pc:sldMkLst>
          <pc:docMk/>
          <pc:sldMk cId="2786633409" sldId="359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2790345317" sldId="360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278285120" sldId="361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820319289" sldId="362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130518293" sldId="363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195482490" sldId="364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009533299" sldId="365"/>
        </pc:sldMkLst>
      </pc:sldChg>
      <pc:sldChg chg="del">
        <pc:chgData name="Casey Mulligan" userId="b1a7e7a662de0c22" providerId="LiveId" clId="{4879B852-9275-F64D-8C32-9F4D1C74AAEB}" dt="2022-01-30T20:53:26.687" v="1" actId="2696"/>
        <pc:sldMkLst>
          <pc:docMk/>
          <pc:sldMk cId="2869148355" sldId="366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973168072" sldId="367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266844878" sldId="368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196092249" sldId="369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3099850965" sldId="370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935531775" sldId="371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2248696858" sldId="372"/>
        </pc:sldMkLst>
      </pc:sldChg>
      <pc:sldChg chg="del">
        <pc:chgData name="Casey Mulligan" userId="b1a7e7a662de0c22" providerId="LiveId" clId="{4879B852-9275-F64D-8C32-9F4D1C74AAEB}" dt="2022-01-30T20:53:35.353" v="3" actId="2696"/>
        <pc:sldMkLst>
          <pc:docMk/>
          <pc:sldMk cId="1669582228" sldId="373"/>
        </pc:sldMkLst>
      </pc:sldChg>
      <pc:sldChg chg="del">
        <pc:chgData name="Casey Mulligan" userId="b1a7e7a662de0c22" providerId="LiveId" clId="{4879B852-9275-F64D-8C32-9F4D1C74AAEB}" dt="2022-01-30T20:53:28.966" v="2" actId="2696"/>
        <pc:sldMkLst>
          <pc:docMk/>
          <pc:sldMk cId="684704729" sldId="374"/>
        </pc:sldMkLst>
      </pc:sldChg>
      <pc:sldChg chg="addSp delSp modSp mod delAnim modAnim modNotesTx">
        <pc:chgData name="Casey Mulligan" userId="b1a7e7a662de0c22" providerId="LiveId" clId="{4879B852-9275-F64D-8C32-9F4D1C74AAEB}" dt="2022-01-30T21:56:00.798" v="151"/>
        <pc:sldMkLst>
          <pc:docMk/>
          <pc:sldMk cId="355160276" sldId="375"/>
        </pc:sldMkLst>
        <pc:spChg chg="mod">
          <ac:chgData name="Casey Mulligan" userId="b1a7e7a662de0c22" providerId="LiveId" clId="{4879B852-9275-F64D-8C32-9F4D1C74AAEB}" dt="2022-01-30T20:54:00.442" v="37" actId="20577"/>
          <ac:spMkLst>
            <pc:docMk/>
            <pc:sldMk cId="355160276" sldId="375"/>
            <ac:spMk id="9" creationId="{05BBD851-E76B-404D-BFF0-D8BBF37466DF}"/>
          </ac:spMkLst>
        </pc:spChg>
        <pc:spChg chg="del">
          <ac:chgData name="Casey Mulligan" userId="b1a7e7a662de0c22" providerId="LiveId" clId="{4879B852-9275-F64D-8C32-9F4D1C74AAEB}" dt="2022-01-30T21:17:01.972" v="149" actId="478"/>
          <ac:spMkLst>
            <pc:docMk/>
            <pc:sldMk cId="355160276" sldId="375"/>
            <ac:spMk id="24" creationId="{E71140D7-3A5F-1144-A48C-ECDD66108499}"/>
          </ac:spMkLst>
        </pc:spChg>
        <pc:spChg chg="mod">
          <ac:chgData name="Casey Mulligan" userId="b1a7e7a662de0c22" providerId="LiveId" clId="{4879B852-9275-F64D-8C32-9F4D1C74AAEB}" dt="2022-01-30T20:57:04.476" v="127"/>
          <ac:spMkLst>
            <pc:docMk/>
            <pc:sldMk cId="355160276" sldId="375"/>
            <ac:spMk id="25" creationId="{C4F465D3-18CC-BA47-8968-8FCB85FAC88B}"/>
          </ac:spMkLst>
        </pc:spChg>
        <pc:spChg chg="mod">
          <ac:chgData name="Casey Mulligan" userId="b1a7e7a662de0c22" providerId="LiveId" clId="{4879B852-9275-F64D-8C32-9F4D1C74AAEB}" dt="2022-01-30T20:55:53.681" v="126" actId="1076"/>
          <ac:spMkLst>
            <pc:docMk/>
            <pc:sldMk cId="355160276" sldId="375"/>
            <ac:spMk id="26" creationId="{1BF528DB-1EB4-A043-A440-F970089C68CE}"/>
          </ac:spMkLst>
        </pc:spChg>
        <pc:spChg chg="add mod">
          <ac:chgData name="Casey Mulligan" userId="b1a7e7a662de0c22" providerId="LiveId" clId="{4879B852-9275-F64D-8C32-9F4D1C74AAEB}" dt="2022-01-30T20:57:23.543" v="144" actId="1076"/>
          <ac:spMkLst>
            <pc:docMk/>
            <pc:sldMk cId="355160276" sldId="375"/>
            <ac:spMk id="27" creationId="{DC7F8B9E-6824-BF40-AD4A-0ACFB83A5A92}"/>
          </ac:spMkLst>
        </pc:spChg>
        <pc:spChg chg="del">
          <ac:chgData name="Casey Mulligan" userId="b1a7e7a662de0c22" providerId="LiveId" clId="{4879B852-9275-F64D-8C32-9F4D1C74AAEB}" dt="2022-01-30T21:15:33.670" v="145" actId="478"/>
          <ac:spMkLst>
            <pc:docMk/>
            <pc:sldMk cId="355160276" sldId="375"/>
            <ac:spMk id="29" creationId="{25314814-FAE5-E243-BFE7-922E6594EF1C}"/>
          </ac:spMkLst>
        </pc:spChg>
        <pc:spChg chg="mod">
          <ac:chgData name="Casey Mulligan" userId="b1a7e7a662de0c22" providerId="LiveId" clId="{4879B852-9275-F64D-8C32-9F4D1C74AAEB}" dt="2022-01-30T20:54:28.373" v="60" actId="14100"/>
          <ac:spMkLst>
            <pc:docMk/>
            <pc:sldMk cId="355160276" sldId="375"/>
            <ac:spMk id="32" creationId="{410CA92F-65E1-1D46-A6D0-E74B2EEEC378}"/>
          </ac:spMkLst>
        </pc:spChg>
        <pc:spChg chg="mod">
          <ac:chgData name="Casey Mulligan" userId="b1a7e7a662de0c22" providerId="LiveId" clId="{4879B852-9275-F64D-8C32-9F4D1C74AAEB}" dt="2022-01-30T21:16:46.178" v="148" actId="14100"/>
          <ac:spMkLst>
            <pc:docMk/>
            <pc:sldMk cId="355160276" sldId="375"/>
            <ac:spMk id="37" creationId="{46C45D9C-E267-1A48-853A-CC1AD6A255C0}"/>
          </ac:spMkLst>
        </pc:spChg>
        <pc:spChg chg="mod">
          <ac:chgData name="Casey Mulligan" userId="b1a7e7a662de0c22" providerId="LiveId" clId="{4879B852-9275-F64D-8C32-9F4D1C74AAEB}" dt="2022-01-30T20:55:42.278" v="125" actId="20577"/>
          <ac:spMkLst>
            <pc:docMk/>
            <pc:sldMk cId="355160276" sldId="375"/>
            <ac:spMk id="38" creationId="{E3E90CC9-8328-1740-93FB-7F589738A36C}"/>
          </ac:spMkLst>
        </pc:spChg>
        <pc:cxnChg chg="del">
          <ac:chgData name="Casey Mulligan" userId="b1a7e7a662de0c22" providerId="LiveId" clId="{4879B852-9275-F64D-8C32-9F4D1C74AAEB}" dt="2022-01-30T21:17:05.182" v="150" actId="478"/>
          <ac:cxnSpMkLst>
            <pc:docMk/>
            <pc:sldMk cId="355160276" sldId="375"/>
            <ac:cxnSpMk id="28" creationId="{1A99905A-9B25-8649-80FB-BB2091BC618F}"/>
          </ac:cxnSpMkLst>
        </pc:cxnChg>
      </pc:sldChg>
      <pc:sldChg chg="add del">
        <pc:chgData name="Casey Mulligan" userId="b1a7e7a662de0c22" providerId="LiveId" clId="{4879B852-9275-F64D-8C32-9F4D1C74AAEB}" dt="2022-01-30T22:20:12.884" v="153" actId="2890"/>
        <pc:sldMkLst>
          <pc:docMk/>
          <pc:sldMk cId="3628000334" sldId="376"/>
        </pc:sldMkLst>
      </pc:sldChg>
      <pc:sldMasterChg chg="del delSldLayout">
        <pc:chgData name="Casey Mulligan" userId="b1a7e7a662de0c22" providerId="LiveId" clId="{4879B852-9275-F64D-8C32-9F4D1C74AAEB}" dt="2022-01-30T20:53:24.939" v="0" actId="2696"/>
        <pc:sldMasterMkLst>
          <pc:docMk/>
          <pc:sldMasterMk cId="940264307" sldId="2147483713"/>
        </pc:sldMasterMkLst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3955080334" sldId="2147483714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544152189" sldId="2147483715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875626801" sldId="2147483716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956055685" sldId="2147483717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3367709210" sldId="2147483718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276911910" sldId="2147483719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666662952" sldId="2147483720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2379891730" sldId="2147483721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4148614798" sldId="2147483722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12399076" sldId="2147483723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2515748481" sldId="2147483724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1122131786" sldId="2147483725"/>
          </pc:sldLayoutMkLst>
        </pc:sldLayoutChg>
        <pc:sldLayoutChg chg="del">
          <pc:chgData name="Casey Mulligan" userId="b1a7e7a662de0c22" providerId="LiveId" clId="{4879B852-9275-F64D-8C32-9F4D1C74AAEB}" dt="2022-01-30T20:53:24.939" v="0" actId="2696"/>
          <pc:sldLayoutMkLst>
            <pc:docMk/>
            <pc:sldMasterMk cId="940264307" sldId="2147483713"/>
            <pc:sldLayoutMk cId="1217932805" sldId="2147483726"/>
          </pc:sldLayoutMkLst>
        </pc:sldLayoutChg>
      </pc:sldMasterChg>
      <pc:sldMasterChg chg="del delSldLayout">
        <pc:chgData name="Casey Mulligan" userId="b1a7e7a662de0c22" providerId="LiveId" clId="{4879B852-9275-F64D-8C32-9F4D1C74AAEB}" dt="2022-01-30T20:53:35.353" v="3" actId="2696"/>
        <pc:sldMasterMkLst>
          <pc:docMk/>
          <pc:sldMasterMk cId="395867139" sldId="2147483727"/>
        </pc:sldMasterMkLst>
        <pc:sldLayoutChg chg="del">
          <pc:chgData name="Casey Mulligan" userId="b1a7e7a662de0c22" providerId="LiveId" clId="{4879B852-9275-F64D-8C32-9F4D1C74AAEB}" dt="2022-01-30T20:53:35.353" v="3" actId="2696"/>
          <pc:sldLayoutMkLst>
            <pc:docMk/>
            <pc:sldMasterMk cId="395867139" sldId="2147483727"/>
            <pc:sldLayoutMk cId="4014909801" sldId="2147483728"/>
          </pc:sldLayoutMkLst>
        </pc:sldLayoutChg>
        <pc:sldLayoutChg chg="del">
          <pc:chgData name="Casey Mulligan" userId="b1a7e7a662de0c22" providerId="LiveId" clId="{4879B852-9275-F64D-8C32-9F4D1C74AAEB}" dt="2022-01-30T20:53:35.353" v="3" actId="2696"/>
          <pc:sldLayoutMkLst>
            <pc:docMk/>
            <pc:sldMasterMk cId="395867139" sldId="2147483727"/>
            <pc:sldLayoutMk cId="397418661" sldId="2147483729"/>
          </pc:sldLayoutMkLst>
        </pc:sldLayoutChg>
        <pc:sldLayoutChg chg="del">
          <pc:chgData name="Casey Mulligan" userId="b1a7e7a662de0c22" providerId="LiveId" clId="{4879B852-9275-F64D-8C32-9F4D1C74AAEB}" dt="2022-01-30T20:53:35.353" v="3" actId="2696"/>
          <pc:sldLayoutMkLst>
            <pc:docMk/>
            <pc:sldMasterMk cId="395867139" sldId="2147483727"/>
            <pc:sldLayoutMk cId="3904926425" sldId="2147483730"/>
          </pc:sldLayoutMkLst>
        </pc:sldLayoutChg>
        <pc:sldLayoutChg chg="del">
          <pc:chgData name="Casey Mulligan" userId="b1a7e7a662de0c22" providerId="LiveId" clId="{4879B852-9275-F64D-8C32-9F4D1C74AAEB}" dt="2022-01-30T20:53:35.353" v="3" actId="2696"/>
          <pc:sldLayoutMkLst>
            <pc:docMk/>
            <pc:sldMasterMk cId="395867139" sldId="2147483727"/>
            <pc:sldLayoutMk cId="4078373966" sldId="2147483731"/>
          </pc:sldLayoutMkLst>
        </pc:sldLayoutChg>
        <pc:sldLayoutChg chg="del">
          <pc:chgData name="Casey Mulligan" userId="b1a7e7a662de0c22" providerId="LiveId" clId="{4879B852-9275-F64D-8C32-9F4D1C74AAEB}" dt="2022-01-30T20:53:35.353" v="3" actId="2696"/>
          <pc:sldLayoutMkLst>
            <pc:docMk/>
            <pc:sldMasterMk cId="395867139" sldId="2147483727"/>
            <pc:sldLayoutMk cId="2068374628" sldId="2147483732"/>
          </pc:sldLayoutMkLst>
        </pc:sldLayoutChg>
        <pc:sldLayoutChg chg="del">
          <pc:chgData name="Casey Mulligan" userId="b1a7e7a662de0c22" providerId="LiveId" clId="{4879B852-9275-F64D-8C32-9F4D1C74AAEB}" dt="2022-01-30T20:53:35.353" v="3" actId="2696"/>
          <pc:sldLayoutMkLst>
            <pc:docMk/>
            <pc:sldMasterMk cId="395867139" sldId="2147483727"/>
            <pc:sldLayoutMk cId="1774315351" sldId="2147483733"/>
          </pc:sldLayoutMkLst>
        </pc:sldLayoutChg>
        <pc:sldLayoutChg chg="del">
          <pc:chgData name="Casey Mulligan" userId="b1a7e7a662de0c22" providerId="LiveId" clId="{4879B852-9275-F64D-8C32-9F4D1C74AAEB}" dt="2022-01-30T20:53:35.353" v="3" actId="2696"/>
          <pc:sldLayoutMkLst>
            <pc:docMk/>
            <pc:sldMasterMk cId="395867139" sldId="2147483727"/>
            <pc:sldLayoutMk cId="2230695702" sldId="2147483734"/>
          </pc:sldLayoutMkLst>
        </pc:sldLayoutChg>
        <pc:sldLayoutChg chg="del">
          <pc:chgData name="Casey Mulligan" userId="b1a7e7a662de0c22" providerId="LiveId" clId="{4879B852-9275-F64D-8C32-9F4D1C74AAEB}" dt="2022-01-30T20:53:35.353" v="3" actId="2696"/>
          <pc:sldLayoutMkLst>
            <pc:docMk/>
            <pc:sldMasterMk cId="395867139" sldId="2147483727"/>
            <pc:sldLayoutMk cId="152504745" sldId="2147483735"/>
          </pc:sldLayoutMkLst>
        </pc:sldLayoutChg>
        <pc:sldLayoutChg chg="del">
          <pc:chgData name="Casey Mulligan" userId="b1a7e7a662de0c22" providerId="LiveId" clId="{4879B852-9275-F64D-8C32-9F4D1C74AAEB}" dt="2022-01-30T20:53:35.353" v="3" actId="2696"/>
          <pc:sldLayoutMkLst>
            <pc:docMk/>
            <pc:sldMasterMk cId="395867139" sldId="2147483727"/>
            <pc:sldLayoutMk cId="4045081455" sldId="2147483736"/>
          </pc:sldLayoutMkLst>
        </pc:sldLayoutChg>
        <pc:sldLayoutChg chg="del">
          <pc:chgData name="Casey Mulligan" userId="b1a7e7a662de0c22" providerId="LiveId" clId="{4879B852-9275-F64D-8C32-9F4D1C74AAEB}" dt="2022-01-30T20:53:35.353" v="3" actId="2696"/>
          <pc:sldLayoutMkLst>
            <pc:docMk/>
            <pc:sldMasterMk cId="395867139" sldId="2147483727"/>
            <pc:sldLayoutMk cId="1637791829" sldId="2147483737"/>
          </pc:sldLayoutMkLst>
        </pc:sldLayoutChg>
        <pc:sldLayoutChg chg="del">
          <pc:chgData name="Casey Mulligan" userId="b1a7e7a662de0c22" providerId="LiveId" clId="{4879B852-9275-F64D-8C32-9F4D1C74AAEB}" dt="2022-01-30T20:53:35.353" v="3" actId="2696"/>
          <pc:sldLayoutMkLst>
            <pc:docMk/>
            <pc:sldMasterMk cId="395867139" sldId="2147483727"/>
            <pc:sldLayoutMk cId="1998664264" sldId="2147483738"/>
          </pc:sldLayoutMkLst>
        </pc:sldLayoutChg>
      </pc:sldMasterChg>
    </pc:docChg>
  </pc:docChgLst>
  <pc:docChgLst>
    <pc:chgData name="Casey Mulligan" userId="b1a7e7a662de0c22" providerId="LiveId" clId="{F6DC6E4E-A105-B14C-B84D-1BC0FFBF93FE}"/>
    <pc:docChg chg="addSld delSld modSld sldOrd modSection">
      <pc:chgData name="Casey Mulligan" userId="b1a7e7a662de0c22" providerId="LiveId" clId="{F6DC6E4E-A105-B14C-B84D-1BC0FFBF93FE}" dt="2023-06-27T18:24:51.009" v="28" actId="20578"/>
      <pc:docMkLst>
        <pc:docMk/>
      </pc:docMkLst>
      <pc:sldChg chg="add">
        <pc:chgData name="Casey Mulligan" userId="b1a7e7a662de0c22" providerId="LiveId" clId="{F6DC6E4E-A105-B14C-B84D-1BC0FFBF93FE}" dt="2023-06-27T18:23:36.426" v="26"/>
        <pc:sldMkLst>
          <pc:docMk/>
          <pc:sldMk cId="355160276" sldId="375"/>
        </pc:sldMkLst>
      </pc:sldChg>
      <pc:sldChg chg="modSp mod">
        <pc:chgData name="Casey Mulligan" userId="b1a7e7a662de0c22" providerId="LiveId" clId="{F6DC6E4E-A105-B14C-B84D-1BC0FFBF93FE}" dt="2023-06-27T17:22:17.113" v="10" actId="20577"/>
        <pc:sldMkLst>
          <pc:docMk/>
          <pc:sldMk cId="253932089" sldId="419"/>
        </pc:sldMkLst>
        <pc:spChg chg="mod">
          <ac:chgData name="Casey Mulligan" userId="b1a7e7a662de0c22" providerId="LiveId" clId="{F6DC6E4E-A105-B14C-B84D-1BC0FFBF93FE}" dt="2023-06-27T17:22:17.113" v="10" actId="20577"/>
          <ac:spMkLst>
            <pc:docMk/>
            <pc:sldMk cId="253932089" sldId="419"/>
            <ac:spMk id="27651" creationId="{00000000-0000-0000-0000-000000000000}"/>
          </ac:spMkLst>
        </pc:spChg>
      </pc:sldChg>
      <pc:sldChg chg="modSp del mod">
        <pc:chgData name="Casey Mulligan" userId="b1a7e7a662de0c22" providerId="LiveId" clId="{F6DC6E4E-A105-B14C-B84D-1BC0FFBF93FE}" dt="2023-06-27T18:22:31.737" v="24" actId="2696"/>
        <pc:sldMkLst>
          <pc:docMk/>
          <pc:sldMk cId="2839306328" sldId="420"/>
        </pc:sldMkLst>
        <pc:spChg chg="mod">
          <ac:chgData name="Casey Mulligan" userId="b1a7e7a662de0c22" providerId="LiveId" clId="{F6DC6E4E-A105-B14C-B84D-1BC0FFBF93FE}" dt="2023-06-27T17:22:52.168" v="20" actId="20577"/>
          <ac:spMkLst>
            <pc:docMk/>
            <pc:sldMk cId="2839306328" sldId="420"/>
            <ac:spMk id="27651" creationId="{00000000-0000-0000-0000-000000000000}"/>
          </ac:spMkLst>
        </pc:spChg>
      </pc:sldChg>
      <pc:sldChg chg="modSp">
        <pc:chgData name="Casey Mulligan" userId="b1a7e7a662de0c22" providerId="LiveId" clId="{F6DC6E4E-A105-B14C-B84D-1BC0FFBF93FE}" dt="2023-06-27T13:57:13.663" v="0" actId="114"/>
        <pc:sldMkLst>
          <pc:docMk/>
          <pc:sldMk cId="1708391614" sldId="423"/>
        </pc:sldMkLst>
        <pc:spChg chg="mod">
          <ac:chgData name="Casey Mulligan" userId="b1a7e7a662de0c22" providerId="LiveId" clId="{F6DC6E4E-A105-B14C-B84D-1BC0FFBF93FE}" dt="2023-06-27T13:57:13.663" v="0" actId="114"/>
          <ac:spMkLst>
            <pc:docMk/>
            <pc:sldMk cId="1708391614" sldId="423"/>
            <ac:spMk id="27651" creationId="{00000000-0000-0000-0000-000000000000}"/>
          </ac:spMkLst>
        </pc:spChg>
      </pc:sldChg>
      <pc:sldChg chg="add ord">
        <pc:chgData name="Casey Mulligan" userId="b1a7e7a662de0c22" providerId="LiveId" clId="{F6DC6E4E-A105-B14C-B84D-1BC0FFBF93FE}" dt="2023-06-27T18:24:51.009" v="28" actId="20578"/>
        <pc:sldMkLst>
          <pc:docMk/>
          <pc:sldMk cId="2482242095" sldId="430"/>
        </pc:sldMkLst>
      </pc:sldChg>
      <pc:sldChg chg="modSp mod">
        <pc:chgData name="Casey Mulligan" userId="b1a7e7a662de0c22" providerId="LiveId" clId="{F6DC6E4E-A105-B14C-B84D-1BC0FFBF93FE}" dt="2023-06-27T17:27:31.961" v="23"/>
        <pc:sldMkLst>
          <pc:docMk/>
          <pc:sldMk cId="3849474728" sldId="439"/>
        </pc:sldMkLst>
        <pc:spChg chg="mod">
          <ac:chgData name="Casey Mulligan" userId="b1a7e7a662de0c22" providerId="LiveId" clId="{F6DC6E4E-A105-B14C-B84D-1BC0FFBF93FE}" dt="2023-06-27T17:27:31.961" v="23"/>
          <ac:spMkLst>
            <pc:docMk/>
            <pc:sldMk cId="3849474728" sldId="439"/>
            <ac:spMk id="9" creationId="{05BBD851-E76B-404D-BFF0-D8BBF37466DF}"/>
          </ac:spMkLst>
        </pc:spChg>
      </pc:sldChg>
      <pc:sldChg chg="mod modShow">
        <pc:chgData name="Casey Mulligan" userId="b1a7e7a662de0c22" providerId="LiveId" clId="{F6DC6E4E-A105-B14C-B84D-1BC0FFBF93FE}" dt="2023-06-27T18:22:39.701" v="25" actId="729"/>
        <pc:sldMkLst>
          <pc:docMk/>
          <pc:sldMk cId="2185919987" sldId="441"/>
        </pc:sldMkLst>
      </pc:sldChg>
      <pc:sldChg chg="add mod modShow">
        <pc:chgData name="Casey Mulligan" userId="b1a7e7a662de0c22" providerId="LiveId" clId="{F6DC6E4E-A105-B14C-B84D-1BC0FFBF93FE}" dt="2023-06-27T17:27:23.976" v="22" actId="729"/>
        <pc:sldMkLst>
          <pc:docMk/>
          <pc:sldMk cId="105331572" sldId="442"/>
        </pc:sldMkLst>
      </pc:sldChg>
    </pc:docChg>
  </pc:docChgLst>
  <pc:docChgLst>
    <pc:chgData name="Casey Mulligan" userId="b1a7e7a662de0c22" providerId="LiveId" clId="{1375E5B3-FF5F-3846-B91F-14FB65A56EC5}"/>
    <pc:docChg chg="modSld">
      <pc:chgData name="Casey Mulligan" userId="b1a7e7a662de0c22" providerId="LiveId" clId="{1375E5B3-FF5F-3846-B91F-14FB65A56EC5}" dt="2020-03-31T15:35:49.402" v="0" actId="729"/>
      <pc:docMkLst>
        <pc:docMk/>
      </pc:docMkLst>
      <pc:sldChg chg="mod modShow">
        <pc:chgData name="Casey Mulligan" userId="b1a7e7a662de0c22" providerId="LiveId" clId="{1375E5B3-FF5F-3846-B91F-14FB65A56EC5}" dt="2020-03-31T15:35:49.402" v="0" actId="729"/>
        <pc:sldMkLst>
          <pc:docMk/>
          <pc:sldMk cId="2869148355" sldId="366"/>
        </pc:sldMkLst>
      </pc:sldChg>
    </pc:docChg>
  </pc:docChgLst>
  <pc:docChgLst>
    <pc:chgData name="Casey Mulligan" userId="b1a7e7a662de0c22" providerId="LiveId" clId="{89B4EC8F-E2D3-5F4E-92A8-0941FBD7BD63}"/>
    <pc:docChg chg="undo custSel addSld delSld modSld sldOrd addSection modSection">
      <pc:chgData name="Casey Mulligan" userId="b1a7e7a662de0c22" providerId="LiveId" clId="{89B4EC8F-E2D3-5F4E-92A8-0941FBD7BD63}" dt="2022-04-15T17:16:19.130" v="8438" actId="114"/>
      <pc:docMkLst>
        <pc:docMk/>
      </pc:docMkLst>
      <pc:sldChg chg="modSp add mod">
        <pc:chgData name="Casey Mulligan" userId="b1a7e7a662de0c22" providerId="LiveId" clId="{89B4EC8F-E2D3-5F4E-92A8-0941FBD7BD63}" dt="2022-04-04T01:52:13.884" v="1297" actId="114"/>
        <pc:sldMkLst>
          <pc:docMk/>
          <pc:sldMk cId="150715368" sldId="293"/>
        </pc:sldMkLst>
        <pc:spChg chg="mod">
          <ac:chgData name="Casey Mulligan" userId="b1a7e7a662de0c22" providerId="LiveId" clId="{89B4EC8F-E2D3-5F4E-92A8-0941FBD7BD63}" dt="2022-04-03T21:31:17.769" v="68" actId="20577"/>
          <ac:spMkLst>
            <pc:docMk/>
            <pc:sldMk cId="150715368" sldId="293"/>
            <ac:spMk id="16386" creationId="{00000000-0000-0000-0000-000000000000}"/>
          </ac:spMkLst>
        </pc:spChg>
        <pc:spChg chg="mod">
          <ac:chgData name="Casey Mulligan" userId="b1a7e7a662de0c22" providerId="LiveId" clId="{89B4EC8F-E2D3-5F4E-92A8-0941FBD7BD63}" dt="2022-04-04T01:52:13.884" v="1297" actId="114"/>
          <ac:spMkLst>
            <pc:docMk/>
            <pc:sldMk cId="150715368" sldId="293"/>
            <ac:spMk id="16387" creationId="{00000000-0000-0000-0000-000000000000}"/>
          </ac:spMkLst>
        </pc:spChg>
      </pc:sldChg>
      <pc:sldChg chg="add mod modShow">
        <pc:chgData name="Casey Mulligan" userId="b1a7e7a662de0c22" providerId="LiveId" clId="{89B4EC8F-E2D3-5F4E-92A8-0941FBD7BD63}" dt="2022-04-15T15:21:03.660" v="5758" actId="729"/>
        <pc:sldMkLst>
          <pc:docMk/>
          <pc:sldMk cId="46938501" sldId="317"/>
        </pc:sldMkLst>
      </pc:sldChg>
      <pc:sldChg chg="modSp add mod modNotesTx">
        <pc:chgData name="Casey Mulligan" userId="b1a7e7a662de0c22" providerId="LiveId" clId="{89B4EC8F-E2D3-5F4E-92A8-0941FBD7BD63}" dt="2022-04-15T16:25:56.367" v="8145" actId="20577"/>
        <pc:sldMkLst>
          <pc:docMk/>
          <pc:sldMk cId="3009533299" sldId="365"/>
        </pc:sldMkLst>
        <pc:spChg chg="mod">
          <ac:chgData name="Casey Mulligan" userId="b1a7e7a662de0c22" providerId="LiveId" clId="{89B4EC8F-E2D3-5F4E-92A8-0941FBD7BD63}" dt="2022-04-15T16:03:06.391" v="7323" actId="404"/>
          <ac:spMkLst>
            <pc:docMk/>
            <pc:sldMk cId="3009533299" sldId="365"/>
            <ac:spMk id="9" creationId="{05BBD851-E76B-404D-BFF0-D8BBF37466DF}"/>
          </ac:spMkLst>
        </pc:spChg>
        <pc:spChg chg="mod">
          <ac:chgData name="Casey Mulligan" userId="b1a7e7a662de0c22" providerId="LiveId" clId="{89B4EC8F-E2D3-5F4E-92A8-0941FBD7BD63}" dt="2022-04-15T16:03:34.176" v="7334" actId="20577"/>
          <ac:spMkLst>
            <pc:docMk/>
            <pc:sldMk cId="3009533299" sldId="365"/>
            <ac:spMk id="27" creationId="{139722F7-4CB3-2E47-BC83-CF6ABE9728E6}"/>
          </ac:spMkLst>
        </pc:spChg>
        <pc:spChg chg="mod">
          <ac:chgData name="Casey Mulligan" userId="b1a7e7a662de0c22" providerId="LiveId" clId="{89B4EC8F-E2D3-5F4E-92A8-0941FBD7BD63}" dt="2022-04-15T16:04:50.717" v="7384" actId="33524"/>
          <ac:spMkLst>
            <pc:docMk/>
            <pc:sldMk cId="3009533299" sldId="365"/>
            <ac:spMk id="29" creationId="{25314814-FAE5-E243-BFE7-922E6594EF1C}"/>
          </ac:spMkLst>
        </pc:spChg>
        <pc:spChg chg="mod">
          <ac:chgData name="Casey Mulligan" userId="b1a7e7a662de0c22" providerId="LiveId" clId="{89B4EC8F-E2D3-5F4E-92A8-0941FBD7BD63}" dt="2022-04-15T16:04:17.064" v="7348" actId="14100"/>
          <ac:spMkLst>
            <pc:docMk/>
            <pc:sldMk cId="3009533299" sldId="365"/>
            <ac:spMk id="37" creationId="{46C45D9C-E267-1A48-853A-CC1AD6A255C0}"/>
          </ac:spMkLst>
        </pc:spChg>
      </pc:sldChg>
      <pc:sldChg chg="delSp modSp add mod ord">
        <pc:chgData name="Casey Mulligan" userId="b1a7e7a662de0c22" providerId="LiveId" clId="{89B4EC8F-E2D3-5F4E-92A8-0941FBD7BD63}" dt="2022-04-04T02:02:32.924" v="1578" actId="20578"/>
        <pc:sldMkLst>
          <pc:docMk/>
          <pc:sldMk cId="2744821802" sldId="366"/>
        </pc:sldMkLst>
        <pc:spChg chg="mod">
          <ac:chgData name="Casey Mulligan" userId="b1a7e7a662de0c22" providerId="LiveId" clId="{89B4EC8F-E2D3-5F4E-92A8-0941FBD7BD63}" dt="2022-04-04T02:01:06.137" v="1540" actId="20577"/>
          <ac:spMkLst>
            <pc:docMk/>
            <pc:sldMk cId="2744821802" sldId="366"/>
            <ac:spMk id="4" creationId="{00000000-0000-0000-0000-000000000000}"/>
          </ac:spMkLst>
        </pc:spChg>
        <pc:spChg chg="mod">
          <ac:chgData name="Casey Mulligan" userId="b1a7e7a662de0c22" providerId="LiveId" clId="{89B4EC8F-E2D3-5F4E-92A8-0941FBD7BD63}" dt="2022-04-04T02:01:45.748" v="1575" actId="1076"/>
          <ac:spMkLst>
            <pc:docMk/>
            <pc:sldMk cId="2744821802" sldId="366"/>
            <ac:spMk id="5" creationId="{00000000-0000-0000-0000-000000000000}"/>
          </ac:spMkLst>
        </pc:spChg>
        <pc:spChg chg="del">
          <ac:chgData name="Casey Mulligan" userId="b1a7e7a662de0c22" providerId="LiveId" clId="{89B4EC8F-E2D3-5F4E-92A8-0941FBD7BD63}" dt="2022-04-04T02:01:40.092" v="1574" actId="478"/>
          <ac:spMkLst>
            <pc:docMk/>
            <pc:sldMk cId="2744821802" sldId="366"/>
            <ac:spMk id="6" creationId="{00000000-0000-0000-0000-000000000000}"/>
          </ac:spMkLst>
        </pc:spChg>
        <pc:spChg chg="del">
          <ac:chgData name="Casey Mulligan" userId="b1a7e7a662de0c22" providerId="LiveId" clId="{89B4EC8F-E2D3-5F4E-92A8-0941FBD7BD63}" dt="2022-04-04T02:01:36.103" v="1573" actId="478"/>
          <ac:spMkLst>
            <pc:docMk/>
            <pc:sldMk cId="2744821802" sldId="366"/>
            <ac:spMk id="7" creationId="{00000000-0000-0000-0000-000000000000}"/>
          </ac:spMkLst>
        </pc:spChg>
        <pc:spChg chg="mod">
          <ac:chgData name="Casey Mulligan" userId="b1a7e7a662de0c22" providerId="LiveId" clId="{89B4EC8F-E2D3-5F4E-92A8-0941FBD7BD63}" dt="2022-04-04T02:00:43.413" v="1497" actId="20577"/>
          <ac:spMkLst>
            <pc:docMk/>
            <pc:sldMk cId="2744821802" sldId="366"/>
            <ac:spMk id="8" creationId="{00000000-0000-0000-0000-000000000000}"/>
          </ac:spMkLst>
        </pc:spChg>
      </pc:sldChg>
      <pc:sldChg chg="add del">
        <pc:chgData name="Casey Mulligan" userId="b1a7e7a662de0c22" providerId="LiveId" clId="{89B4EC8F-E2D3-5F4E-92A8-0941FBD7BD63}" dt="2022-04-04T02:01:54.660" v="1576" actId="2696"/>
        <pc:sldMkLst>
          <pc:docMk/>
          <pc:sldMk cId="1553111808" sldId="367"/>
        </pc:sldMkLst>
      </pc:sldChg>
      <pc:sldChg chg="modSp add mod modAnim modNotesTx">
        <pc:chgData name="Casey Mulligan" userId="b1a7e7a662de0c22" providerId="LiveId" clId="{89B4EC8F-E2D3-5F4E-92A8-0941FBD7BD63}" dt="2022-04-04T01:51:35.189" v="1220" actId="20577"/>
        <pc:sldMkLst>
          <pc:docMk/>
          <pc:sldMk cId="3470819696" sldId="408"/>
        </pc:sldMkLst>
        <pc:spChg chg="mod">
          <ac:chgData name="Casey Mulligan" userId="b1a7e7a662de0c22" providerId="LiveId" clId="{89B4EC8F-E2D3-5F4E-92A8-0941FBD7BD63}" dt="2022-04-04T01:24:49.524" v="642" actId="6549"/>
          <ac:spMkLst>
            <pc:docMk/>
            <pc:sldMk cId="3470819696" sldId="408"/>
            <ac:spMk id="20482" creationId="{00000000-0000-0000-0000-000000000000}"/>
          </ac:spMkLst>
        </pc:spChg>
        <pc:spChg chg="mod">
          <ac:chgData name="Casey Mulligan" userId="b1a7e7a662de0c22" providerId="LiveId" clId="{89B4EC8F-E2D3-5F4E-92A8-0941FBD7BD63}" dt="2022-04-04T01:51:35.189" v="1220" actId="20577"/>
          <ac:spMkLst>
            <pc:docMk/>
            <pc:sldMk cId="3470819696" sldId="408"/>
            <ac:spMk id="27651" creationId="{00000000-0000-0000-0000-000000000000}"/>
          </ac:spMkLst>
        </pc:spChg>
      </pc:sldChg>
      <pc:sldChg chg="modSp add del mod ord modNotesTx">
        <pc:chgData name="Casey Mulligan" userId="b1a7e7a662de0c22" providerId="LiveId" clId="{89B4EC8F-E2D3-5F4E-92A8-0941FBD7BD63}" dt="2022-04-15T15:36:12.795" v="6041" actId="2696"/>
        <pc:sldMkLst>
          <pc:docMk/>
          <pc:sldMk cId="658170788" sldId="409"/>
        </pc:sldMkLst>
        <pc:spChg chg="mod">
          <ac:chgData name="Casey Mulligan" userId="b1a7e7a662de0c22" providerId="LiveId" clId="{89B4EC8F-E2D3-5F4E-92A8-0941FBD7BD63}" dt="2022-04-04T12:52:24.781" v="1616" actId="20577"/>
          <ac:spMkLst>
            <pc:docMk/>
            <pc:sldMk cId="658170788" sldId="409"/>
            <ac:spMk id="27651" creationId="{00000000-0000-0000-0000-000000000000}"/>
          </ac:spMkLst>
        </pc:spChg>
      </pc:sldChg>
      <pc:sldChg chg="modSp add del mod ord modNotesTx">
        <pc:chgData name="Casey Mulligan" userId="b1a7e7a662de0c22" providerId="LiveId" clId="{89B4EC8F-E2D3-5F4E-92A8-0941FBD7BD63}" dt="2022-04-14T21:29:51.183" v="2113" actId="2696"/>
        <pc:sldMkLst>
          <pc:docMk/>
          <pc:sldMk cId="4031016491" sldId="410"/>
        </pc:sldMkLst>
        <pc:spChg chg="mod">
          <ac:chgData name="Casey Mulligan" userId="b1a7e7a662de0c22" providerId="LiveId" clId="{89B4EC8F-E2D3-5F4E-92A8-0941FBD7BD63}" dt="2022-04-04T02:02:50.563" v="1598" actId="20577"/>
          <ac:spMkLst>
            <pc:docMk/>
            <pc:sldMk cId="4031016491" sldId="410"/>
            <ac:spMk id="20482" creationId="{00000000-0000-0000-0000-000000000000}"/>
          </ac:spMkLst>
        </pc:spChg>
        <pc:spChg chg="mod">
          <ac:chgData name="Casey Mulligan" userId="b1a7e7a662de0c22" providerId="LiveId" clId="{89B4EC8F-E2D3-5F4E-92A8-0941FBD7BD63}" dt="2022-04-04T02:02:38.402" v="1579" actId="20577"/>
          <ac:spMkLst>
            <pc:docMk/>
            <pc:sldMk cId="4031016491" sldId="410"/>
            <ac:spMk id="27651" creationId="{00000000-0000-0000-0000-000000000000}"/>
          </ac:spMkLst>
        </pc:spChg>
      </pc:sldChg>
      <pc:sldChg chg="addSp delSp modSp add mod ord modNotesTx">
        <pc:chgData name="Casey Mulligan" userId="b1a7e7a662de0c22" providerId="LiveId" clId="{89B4EC8F-E2D3-5F4E-92A8-0941FBD7BD63}" dt="2022-04-15T12:08:27.551" v="3952" actId="20577"/>
        <pc:sldMkLst>
          <pc:docMk/>
          <pc:sldMk cId="2713207803" sldId="411"/>
        </pc:sldMkLst>
        <pc:spChg chg="del">
          <ac:chgData name="Casey Mulligan" userId="b1a7e7a662de0c22" providerId="LiveId" clId="{89B4EC8F-E2D3-5F4E-92A8-0941FBD7BD63}" dt="2022-04-05T01:14:22.738" v="1798" actId="478"/>
          <ac:spMkLst>
            <pc:docMk/>
            <pc:sldMk cId="2713207803" sldId="411"/>
            <ac:spMk id="2" creationId="{C78BB016-5263-5341-AE35-27B4B081EE43}"/>
          </ac:spMkLst>
        </pc:spChg>
        <pc:spChg chg="del mod">
          <ac:chgData name="Casey Mulligan" userId="b1a7e7a662de0c22" providerId="LiveId" clId="{89B4EC8F-E2D3-5F4E-92A8-0941FBD7BD63}" dt="2022-04-05T01:16:00.314" v="1854" actId="478"/>
          <ac:spMkLst>
            <pc:docMk/>
            <pc:sldMk cId="2713207803" sldId="411"/>
            <ac:spMk id="3" creationId="{42F5B60F-6299-6149-8994-E8ECC5AF448E}"/>
          </ac:spMkLst>
        </pc:spChg>
        <pc:spChg chg="add mod">
          <ac:chgData name="Casey Mulligan" userId="b1a7e7a662de0c22" providerId="LiveId" clId="{89B4EC8F-E2D3-5F4E-92A8-0941FBD7BD63}" dt="2022-04-04T23:57:56.835" v="1700" actId="1076"/>
          <ac:spMkLst>
            <pc:docMk/>
            <pc:sldMk cId="2713207803" sldId="411"/>
            <ac:spMk id="6" creationId="{BAEE744C-F982-8E4A-90D5-1B8064F90680}"/>
          </ac:spMkLst>
        </pc:spChg>
        <pc:spChg chg="mod">
          <ac:chgData name="Casey Mulligan" userId="b1a7e7a662de0c22" providerId="LiveId" clId="{89B4EC8F-E2D3-5F4E-92A8-0941FBD7BD63}" dt="2022-04-15T00:07:37.959" v="2716" actId="20577"/>
          <ac:spMkLst>
            <pc:docMk/>
            <pc:sldMk cId="2713207803" sldId="411"/>
            <ac:spMk id="9" creationId="{05BBD851-E76B-404D-BFF0-D8BBF37466DF}"/>
          </ac:spMkLst>
        </pc:spChg>
        <pc:spChg chg="add mod topLvl">
          <ac:chgData name="Casey Mulligan" userId="b1a7e7a662de0c22" providerId="LiveId" clId="{89B4EC8F-E2D3-5F4E-92A8-0941FBD7BD63}" dt="2022-04-15T11:58:46.760" v="3662" actId="206"/>
          <ac:spMkLst>
            <pc:docMk/>
            <pc:sldMk cId="2713207803" sldId="411"/>
            <ac:spMk id="21" creationId="{8687148B-CFB7-6947-B280-0B50F7E6A9FD}"/>
          </ac:spMkLst>
        </pc:spChg>
        <pc:spChg chg="mod topLvl">
          <ac:chgData name="Casey Mulligan" userId="b1a7e7a662de0c22" providerId="LiveId" clId="{89B4EC8F-E2D3-5F4E-92A8-0941FBD7BD63}" dt="2022-04-15T12:07:05.769" v="3852" actId="206"/>
          <ac:spMkLst>
            <pc:docMk/>
            <pc:sldMk cId="2713207803" sldId="411"/>
            <ac:spMk id="22" creationId="{733434EE-6278-5542-AA15-4371AB168794}"/>
          </ac:spMkLst>
        </pc:spChg>
        <pc:spChg chg="add mod">
          <ac:chgData name="Casey Mulligan" userId="b1a7e7a662de0c22" providerId="LiveId" clId="{89B4EC8F-E2D3-5F4E-92A8-0941FBD7BD63}" dt="2022-04-05T00:57:55.166" v="1739" actId="1076"/>
          <ac:spMkLst>
            <pc:docMk/>
            <pc:sldMk cId="2713207803" sldId="411"/>
            <ac:spMk id="24" creationId="{F97A12A5-6A7B-B84B-95C1-3974ECA56C84}"/>
          </ac:spMkLst>
        </pc:spChg>
        <pc:spChg chg="mod">
          <ac:chgData name="Casey Mulligan" userId="b1a7e7a662de0c22" providerId="LiveId" clId="{89B4EC8F-E2D3-5F4E-92A8-0941FBD7BD63}" dt="2022-04-04T23:45:26.100" v="1679" actId="1076"/>
          <ac:spMkLst>
            <pc:docMk/>
            <pc:sldMk cId="2713207803" sldId="411"/>
            <ac:spMk id="25" creationId="{C4F465D3-18CC-BA47-8968-8FCB85FAC88B}"/>
          </ac:spMkLst>
        </pc:spChg>
        <pc:spChg chg="mod">
          <ac:chgData name="Casey Mulligan" userId="b1a7e7a662de0c22" providerId="LiveId" clId="{89B4EC8F-E2D3-5F4E-92A8-0941FBD7BD63}" dt="2022-04-04T23:42:50.696" v="1655" actId="1076"/>
          <ac:spMkLst>
            <pc:docMk/>
            <pc:sldMk cId="2713207803" sldId="411"/>
            <ac:spMk id="26" creationId="{1BF528DB-1EB4-A043-A440-F970089C68CE}"/>
          </ac:spMkLst>
        </pc:spChg>
        <pc:spChg chg="del">
          <ac:chgData name="Casey Mulligan" userId="b1a7e7a662de0c22" providerId="LiveId" clId="{89B4EC8F-E2D3-5F4E-92A8-0941FBD7BD63}" dt="2022-04-05T01:14:25.923" v="1799" actId="478"/>
          <ac:spMkLst>
            <pc:docMk/>
            <pc:sldMk cId="2713207803" sldId="411"/>
            <ac:spMk id="27" creationId="{DC7F8B9E-6824-BF40-AD4A-0ACFB83A5A92}"/>
          </ac:spMkLst>
        </pc:spChg>
        <pc:spChg chg="mod">
          <ac:chgData name="Casey Mulligan" userId="b1a7e7a662de0c22" providerId="LiveId" clId="{89B4EC8F-E2D3-5F4E-92A8-0941FBD7BD63}" dt="2022-04-05T01:01:33.530" v="1757" actId="166"/>
          <ac:spMkLst>
            <pc:docMk/>
            <pc:sldMk cId="2713207803" sldId="411"/>
            <ac:spMk id="30" creationId="{6F3BCEBF-CD49-BD4C-A42C-403B665A2B87}"/>
          </ac:spMkLst>
        </pc:spChg>
        <pc:spChg chg="mod">
          <ac:chgData name="Casey Mulligan" userId="b1a7e7a662de0c22" providerId="LiveId" clId="{89B4EC8F-E2D3-5F4E-92A8-0941FBD7BD63}" dt="2022-04-05T01:14:34.213" v="1801" actId="20577"/>
          <ac:spMkLst>
            <pc:docMk/>
            <pc:sldMk cId="2713207803" sldId="411"/>
            <ac:spMk id="33" creationId="{7DA2C119-A7D9-7047-8544-90D24DD67C0C}"/>
          </ac:spMkLst>
        </pc:spChg>
        <pc:spChg chg="add mod">
          <ac:chgData name="Casey Mulligan" userId="b1a7e7a662de0c22" providerId="LiveId" clId="{89B4EC8F-E2D3-5F4E-92A8-0941FBD7BD63}" dt="2022-04-05T00:59:25.175" v="1742" actId="1076"/>
          <ac:spMkLst>
            <pc:docMk/>
            <pc:sldMk cId="2713207803" sldId="411"/>
            <ac:spMk id="34" creationId="{26184E27-1927-9F4C-8686-1CAF681E8905}"/>
          </ac:spMkLst>
        </pc:spChg>
        <pc:spChg chg="add mod">
          <ac:chgData name="Casey Mulligan" userId="b1a7e7a662de0c22" providerId="LiveId" clId="{89B4EC8F-E2D3-5F4E-92A8-0941FBD7BD63}" dt="2022-04-05T01:00:35.319" v="1754" actId="1076"/>
          <ac:spMkLst>
            <pc:docMk/>
            <pc:sldMk cId="2713207803" sldId="411"/>
            <ac:spMk id="36" creationId="{3C0C4F91-BD5E-1141-B156-7185DA8C3862}"/>
          </ac:spMkLst>
        </pc:spChg>
        <pc:spChg chg="mod">
          <ac:chgData name="Casey Mulligan" userId="b1a7e7a662de0c22" providerId="LiveId" clId="{89B4EC8F-E2D3-5F4E-92A8-0941FBD7BD63}" dt="2022-04-05T01:15:30.819" v="1853" actId="1076"/>
          <ac:spMkLst>
            <pc:docMk/>
            <pc:sldMk cId="2713207803" sldId="411"/>
            <ac:spMk id="38" creationId="{E3E90CC9-8328-1740-93FB-7F589738A36C}"/>
          </ac:spMkLst>
        </pc:spChg>
        <pc:spChg chg="del">
          <ac:chgData name="Casey Mulligan" userId="b1a7e7a662de0c22" providerId="LiveId" clId="{89B4EC8F-E2D3-5F4E-92A8-0941FBD7BD63}" dt="2022-04-05T01:16:04.512" v="1855" actId="478"/>
          <ac:spMkLst>
            <pc:docMk/>
            <pc:sldMk cId="2713207803" sldId="411"/>
            <ac:spMk id="40" creationId="{AB0902A3-5125-DC47-9B56-76E72901417F}"/>
          </ac:spMkLst>
        </pc:spChg>
        <pc:spChg chg="add mod">
          <ac:chgData name="Casey Mulligan" userId="b1a7e7a662de0c22" providerId="LiveId" clId="{89B4EC8F-E2D3-5F4E-92A8-0941FBD7BD63}" dt="2022-04-15T12:06:48.030" v="3846" actId="1076"/>
          <ac:spMkLst>
            <pc:docMk/>
            <pc:sldMk cId="2713207803" sldId="411"/>
            <ac:spMk id="42" creationId="{9CE22768-D94B-C94C-8668-EC15E8D9B0F2}"/>
          </ac:spMkLst>
        </pc:spChg>
        <pc:spChg chg="add mod">
          <ac:chgData name="Casey Mulligan" userId="b1a7e7a662de0c22" providerId="LiveId" clId="{89B4EC8F-E2D3-5F4E-92A8-0941FBD7BD63}" dt="2022-04-15T12:06:48.030" v="3846" actId="1076"/>
          <ac:spMkLst>
            <pc:docMk/>
            <pc:sldMk cId="2713207803" sldId="411"/>
            <ac:spMk id="43" creationId="{B7E5EBB3-E5DD-5046-AEB8-3DC9AEFB44B9}"/>
          </ac:spMkLst>
        </pc:spChg>
        <pc:spChg chg="mod">
          <ac:chgData name="Casey Mulligan" userId="b1a7e7a662de0c22" providerId="LiveId" clId="{89B4EC8F-E2D3-5F4E-92A8-0941FBD7BD63}" dt="2022-04-15T11:59:08.733" v="3663" actId="14100"/>
          <ac:spMkLst>
            <pc:docMk/>
            <pc:sldMk cId="2713207803" sldId="411"/>
            <ac:spMk id="2070" creationId="{00000000-0000-0000-0000-000000000000}"/>
          </ac:spMkLst>
        </pc:spChg>
        <pc:grpChg chg="add del mod">
          <ac:chgData name="Casey Mulligan" userId="b1a7e7a662de0c22" providerId="LiveId" clId="{89B4EC8F-E2D3-5F4E-92A8-0941FBD7BD63}" dt="2022-04-05T01:02:12.761" v="1761" actId="165"/>
          <ac:grpSpMkLst>
            <pc:docMk/>
            <pc:sldMk cId="2713207803" sldId="411"/>
            <ac:grpSpMk id="4" creationId="{0763029A-8278-C84E-8AF5-AE51163C4425}"/>
          </ac:grpSpMkLst>
        </pc:grpChg>
        <pc:cxnChg chg="mod">
          <ac:chgData name="Casey Mulligan" userId="b1a7e7a662de0c22" providerId="LiveId" clId="{89B4EC8F-E2D3-5F4E-92A8-0941FBD7BD63}" dt="2022-04-05T01:00:18.264" v="1752" actId="14100"/>
          <ac:cxnSpMkLst>
            <pc:docMk/>
            <pc:sldMk cId="2713207803" sldId="411"/>
            <ac:cxnSpMk id="5" creationId="{7FB38266-5D36-1544-B52D-AFD77EBBBC55}"/>
          </ac:cxnSpMkLst>
        </pc:cxnChg>
        <pc:cxnChg chg="add mod">
          <ac:chgData name="Casey Mulligan" userId="b1a7e7a662de0c22" providerId="LiveId" clId="{89B4EC8F-E2D3-5F4E-92A8-0941FBD7BD63}" dt="2022-04-05T00:56:29.114" v="1725" actId="1076"/>
          <ac:cxnSpMkLst>
            <pc:docMk/>
            <pc:sldMk cId="2713207803" sldId="411"/>
            <ac:cxnSpMk id="28" creationId="{A9361FFF-37A1-5B40-BDA0-7A60D6FFA3E9}"/>
          </ac:cxnSpMkLst>
        </pc:cxnChg>
        <pc:cxnChg chg="add mod">
          <ac:chgData name="Casey Mulligan" userId="b1a7e7a662de0c22" providerId="LiveId" clId="{89B4EC8F-E2D3-5F4E-92A8-0941FBD7BD63}" dt="2022-04-05T00:57:34.385" v="1731" actId="1076"/>
          <ac:cxnSpMkLst>
            <pc:docMk/>
            <pc:sldMk cId="2713207803" sldId="411"/>
            <ac:cxnSpMk id="29" creationId="{EE6A5419-7595-8245-8C78-5A2D49432493}"/>
          </ac:cxnSpMkLst>
        </pc:cxnChg>
        <pc:cxnChg chg="add mod">
          <ac:chgData name="Casey Mulligan" userId="b1a7e7a662de0c22" providerId="LiveId" clId="{89B4EC8F-E2D3-5F4E-92A8-0941FBD7BD63}" dt="2022-04-15T12:06:47.540" v="3845" actId="14100"/>
          <ac:cxnSpMkLst>
            <pc:docMk/>
            <pc:sldMk cId="2713207803" sldId="411"/>
            <ac:cxnSpMk id="37" creationId="{7E916479-F7AB-234B-AAA2-83ADF54AAAF3}"/>
          </ac:cxnSpMkLst>
        </pc:cxnChg>
        <pc:cxnChg chg="del">
          <ac:chgData name="Casey Mulligan" userId="b1a7e7a662de0c22" providerId="LiveId" clId="{89B4EC8F-E2D3-5F4E-92A8-0941FBD7BD63}" dt="2022-04-05T01:16:04.512" v="1855" actId="478"/>
          <ac:cxnSpMkLst>
            <pc:docMk/>
            <pc:sldMk cId="2713207803" sldId="411"/>
            <ac:cxnSpMk id="39" creationId="{FA1C8CC8-B09C-3640-9613-F751B177B47D}"/>
          </ac:cxnSpMkLst>
        </pc:cxnChg>
      </pc:sldChg>
      <pc:sldChg chg="modSp add mod modAnim modNotesTx">
        <pc:chgData name="Casey Mulligan" userId="b1a7e7a662de0c22" providerId="LiveId" clId="{89B4EC8F-E2D3-5F4E-92A8-0941FBD7BD63}" dt="2022-04-15T11:54:19.809" v="3637" actId="20577"/>
        <pc:sldMkLst>
          <pc:docMk/>
          <pc:sldMk cId="2351544501" sldId="412"/>
        </pc:sldMkLst>
        <pc:spChg chg="mod">
          <ac:chgData name="Casey Mulligan" userId="b1a7e7a662de0c22" providerId="LiveId" clId="{89B4EC8F-E2D3-5F4E-92A8-0941FBD7BD63}" dt="2022-04-14T21:15:33.108" v="1879" actId="20577"/>
          <ac:spMkLst>
            <pc:docMk/>
            <pc:sldMk cId="2351544501" sldId="412"/>
            <ac:spMk id="20482" creationId="{00000000-0000-0000-0000-000000000000}"/>
          </ac:spMkLst>
        </pc:spChg>
        <pc:spChg chg="mod">
          <ac:chgData name="Casey Mulligan" userId="b1a7e7a662de0c22" providerId="LiveId" clId="{89B4EC8F-E2D3-5F4E-92A8-0941FBD7BD63}" dt="2022-04-14T21:27:54.147" v="2067" actId="20577"/>
          <ac:spMkLst>
            <pc:docMk/>
            <pc:sldMk cId="2351544501" sldId="412"/>
            <ac:spMk id="27651" creationId="{00000000-0000-0000-0000-000000000000}"/>
          </ac:spMkLst>
        </pc:spChg>
      </pc:sldChg>
      <pc:sldChg chg="addSp delSp modSp add mod ord modAnim modNotesTx">
        <pc:chgData name="Casey Mulligan" userId="b1a7e7a662de0c22" providerId="LiveId" clId="{89B4EC8F-E2D3-5F4E-92A8-0941FBD7BD63}" dt="2022-04-15T01:57:09.631" v="3077"/>
        <pc:sldMkLst>
          <pc:docMk/>
          <pc:sldMk cId="2385133447" sldId="413"/>
        </pc:sldMkLst>
        <pc:spChg chg="del">
          <ac:chgData name="Casey Mulligan" userId="b1a7e7a662de0c22" providerId="LiveId" clId="{89B4EC8F-E2D3-5F4E-92A8-0941FBD7BD63}" dt="2022-04-14T21:44:00.582" v="2246" actId="478"/>
          <ac:spMkLst>
            <pc:docMk/>
            <pc:sldMk cId="2385133447" sldId="413"/>
            <ac:spMk id="3" creationId="{42F5B60F-6299-6149-8994-E8ECC5AF448E}"/>
          </ac:spMkLst>
        </pc:spChg>
        <pc:spChg chg="add mod">
          <ac:chgData name="Casey Mulligan" userId="b1a7e7a662de0c22" providerId="LiveId" clId="{89B4EC8F-E2D3-5F4E-92A8-0941FBD7BD63}" dt="2022-04-14T21:34:55.697" v="2117" actId="1076"/>
          <ac:spMkLst>
            <pc:docMk/>
            <pc:sldMk cId="2385133447" sldId="413"/>
            <ac:spMk id="21" creationId="{9021DD0F-F036-394D-8504-A6FF5196E956}"/>
          </ac:spMkLst>
        </pc:spChg>
        <pc:spChg chg="add mod">
          <ac:chgData name="Casey Mulligan" userId="b1a7e7a662de0c22" providerId="LiveId" clId="{89B4EC8F-E2D3-5F4E-92A8-0941FBD7BD63}" dt="2022-04-14T21:35:46.117" v="2135" actId="1076"/>
          <ac:spMkLst>
            <pc:docMk/>
            <pc:sldMk cId="2385133447" sldId="413"/>
            <ac:spMk id="23" creationId="{A895B0D6-2D83-9C47-A0D3-0F7016722653}"/>
          </ac:spMkLst>
        </pc:spChg>
        <pc:spChg chg="add mod">
          <ac:chgData name="Casey Mulligan" userId="b1a7e7a662de0c22" providerId="LiveId" clId="{89B4EC8F-E2D3-5F4E-92A8-0941FBD7BD63}" dt="2022-04-14T21:39:05.688" v="2149" actId="207"/>
          <ac:spMkLst>
            <pc:docMk/>
            <pc:sldMk cId="2385133447" sldId="413"/>
            <ac:spMk id="24" creationId="{3008431D-5D24-0A4C-BD98-89637BD09882}"/>
          </ac:spMkLst>
        </pc:spChg>
        <pc:spChg chg="mod">
          <ac:chgData name="Casey Mulligan" userId="b1a7e7a662de0c22" providerId="LiveId" clId="{89B4EC8F-E2D3-5F4E-92A8-0941FBD7BD63}" dt="2022-04-14T21:39:19.431" v="2155" actId="14100"/>
          <ac:spMkLst>
            <pc:docMk/>
            <pc:sldMk cId="2385133447" sldId="413"/>
            <ac:spMk id="25" creationId="{C4F465D3-18CC-BA47-8968-8FCB85FAC88B}"/>
          </ac:spMkLst>
        </pc:spChg>
        <pc:spChg chg="mod">
          <ac:chgData name="Casey Mulligan" userId="b1a7e7a662de0c22" providerId="LiveId" clId="{89B4EC8F-E2D3-5F4E-92A8-0941FBD7BD63}" dt="2022-04-14T21:41:24.203" v="2240" actId="1076"/>
          <ac:spMkLst>
            <pc:docMk/>
            <pc:sldMk cId="2385133447" sldId="413"/>
            <ac:spMk id="33" creationId="{7DA2C119-A7D9-7047-8544-90D24DD67C0C}"/>
          </ac:spMkLst>
        </pc:spChg>
        <pc:spChg chg="del">
          <ac:chgData name="Casey Mulligan" userId="b1a7e7a662de0c22" providerId="LiveId" clId="{89B4EC8F-E2D3-5F4E-92A8-0941FBD7BD63}" dt="2022-04-14T21:44:00.582" v="2246" actId="478"/>
          <ac:spMkLst>
            <pc:docMk/>
            <pc:sldMk cId="2385133447" sldId="413"/>
            <ac:spMk id="40" creationId="{AB0902A3-5125-DC47-9B56-76E72901417F}"/>
          </ac:spMkLst>
        </pc:spChg>
        <pc:cxnChg chg="del">
          <ac:chgData name="Casey Mulligan" userId="b1a7e7a662de0c22" providerId="LiveId" clId="{89B4EC8F-E2D3-5F4E-92A8-0941FBD7BD63}" dt="2022-04-14T21:44:00.582" v="2246" actId="478"/>
          <ac:cxnSpMkLst>
            <pc:docMk/>
            <pc:sldMk cId="2385133447" sldId="413"/>
            <ac:cxnSpMk id="39" creationId="{FA1C8CC8-B09C-3640-9613-F751B177B47D}"/>
          </ac:cxnSpMkLst>
        </pc:cxnChg>
      </pc:sldChg>
      <pc:sldChg chg="addSp delSp modSp add mod ord modAnim modNotesTx">
        <pc:chgData name="Casey Mulligan" userId="b1a7e7a662de0c22" providerId="LiveId" clId="{89B4EC8F-E2D3-5F4E-92A8-0941FBD7BD63}" dt="2022-04-15T15:40:53.402" v="6320" actId="20577"/>
        <pc:sldMkLst>
          <pc:docMk/>
          <pc:sldMk cId="3671770159" sldId="414"/>
        </pc:sldMkLst>
        <pc:spChg chg="del">
          <ac:chgData name="Casey Mulligan" userId="b1a7e7a662de0c22" providerId="LiveId" clId="{89B4EC8F-E2D3-5F4E-92A8-0941FBD7BD63}" dt="2022-04-15T01:09:29.026" v="2976" actId="478"/>
          <ac:spMkLst>
            <pc:docMk/>
            <pc:sldMk cId="3671770159" sldId="414"/>
            <ac:spMk id="2" creationId="{C78BB016-5263-5341-AE35-27B4B081EE43}"/>
          </ac:spMkLst>
        </pc:spChg>
        <pc:spChg chg="del mod">
          <ac:chgData name="Casey Mulligan" userId="b1a7e7a662de0c22" providerId="LiveId" clId="{89B4EC8F-E2D3-5F4E-92A8-0941FBD7BD63}" dt="2022-04-15T00:50:26.013" v="2847" actId="478"/>
          <ac:spMkLst>
            <pc:docMk/>
            <pc:sldMk cId="3671770159" sldId="414"/>
            <ac:spMk id="3" creationId="{42F5B60F-6299-6149-8994-E8ECC5AF448E}"/>
          </ac:spMkLst>
        </pc:spChg>
        <pc:spChg chg="mod">
          <ac:chgData name="Casey Mulligan" userId="b1a7e7a662de0c22" providerId="LiveId" clId="{89B4EC8F-E2D3-5F4E-92A8-0941FBD7BD63}" dt="2022-04-15T00:45:33.938" v="2829" actId="20577"/>
          <ac:spMkLst>
            <pc:docMk/>
            <pc:sldMk cId="3671770159" sldId="414"/>
            <ac:spMk id="9" creationId="{05BBD851-E76B-404D-BFF0-D8BBF37466DF}"/>
          </ac:spMkLst>
        </pc:spChg>
        <pc:spChg chg="add mod">
          <ac:chgData name="Casey Mulligan" userId="b1a7e7a662de0c22" providerId="LiveId" clId="{89B4EC8F-E2D3-5F4E-92A8-0941FBD7BD63}" dt="2022-04-15T00:47:32.332" v="2839" actId="1076"/>
          <ac:spMkLst>
            <pc:docMk/>
            <pc:sldMk cId="3671770159" sldId="414"/>
            <ac:spMk id="21" creationId="{F64612BB-09EB-1F40-A9A7-AFACB6CE8313}"/>
          </ac:spMkLst>
        </pc:spChg>
        <pc:spChg chg="mod">
          <ac:chgData name="Casey Mulligan" userId="b1a7e7a662de0c22" providerId="LiveId" clId="{89B4EC8F-E2D3-5F4E-92A8-0941FBD7BD63}" dt="2022-04-15T00:47:32.332" v="2839" actId="1076"/>
          <ac:spMkLst>
            <pc:docMk/>
            <pc:sldMk cId="3671770159" sldId="414"/>
            <ac:spMk id="22" creationId="{733434EE-6278-5542-AA15-4371AB168794}"/>
          </ac:spMkLst>
        </pc:spChg>
        <pc:spChg chg="add mod">
          <ac:chgData name="Casey Mulligan" userId="b1a7e7a662de0c22" providerId="LiveId" clId="{89B4EC8F-E2D3-5F4E-92A8-0941FBD7BD63}" dt="2022-04-15T00:49:03.930" v="2845" actId="6549"/>
          <ac:spMkLst>
            <pc:docMk/>
            <pc:sldMk cId="3671770159" sldId="414"/>
            <ac:spMk id="24" creationId="{72D830EF-B90C-3C43-B720-5EA71CAF6C39}"/>
          </ac:spMkLst>
        </pc:spChg>
        <pc:spChg chg="mod">
          <ac:chgData name="Casey Mulligan" userId="b1a7e7a662de0c22" providerId="LiveId" clId="{89B4EC8F-E2D3-5F4E-92A8-0941FBD7BD63}" dt="2022-04-15T00:44:43.795" v="2806" actId="20577"/>
          <ac:spMkLst>
            <pc:docMk/>
            <pc:sldMk cId="3671770159" sldId="414"/>
            <ac:spMk id="25" creationId="{C4F465D3-18CC-BA47-8968-8FCB85FAC88B}"/>
          </ac:spMkLst>
        </pc:spChg>
        <pc:spChg chg="mod">
          <ac:chgData name="Casey Mulligan" userId="b1a7e7a662de0c22" providerId="LiveId" clId="{89B4EC8F-E2D3-5F4E-92A8-0941FBD7BD63}" dt="2022-04-15T00:59:27.350" v="2862" actId="1076"/>
          <ac:spMkLst>
            <pc:docMk/>
            <pc:sldMk cId="3671770159" sldId="414"/>
            <ac:spMk id="27" creationId="{DC7F8B9E-6824-BF40-AD4A-0ACFB83A5A92}"/>
          </ac:spMkLst>
        </pc:spChg>
        <pc:spChg chg="add mod">
          <ac:chgData name="Casey Mulligan" userId="b1a7e7a662de0c22" providerId="LiveId" clId="{89B4EC8F-E2D3-5F4E-92A8-0941FBD7BD63}" dt="2022-04-15T00:51:36.786" v="2857" actId="1076"/>
          <ac:spMkLst>
            <pc:docMk/>
            <pc:sldMk cId="3671770159" sldId="414"/>
            <ac:spMk id="28" creationId="{EC1AD14F-762A-ED48-BF98-D22587BC85E1}"/>
          </ac:spMkLst>
        </pc:spChg>
        <pc:spChg chg="add mod">
          <ac:chgData name="Casey Mulligan" userId="b1a7e7a662de0c22" providerId="LiveId" clId="{89B4EC8F-E2D3-5F4E-92A8-0941FBD7BD63}" dt="2022-04-15T01:00:32.287" v="2957" actId="1076"/>
          <ac:spMkLst>
            <pc:docMk/>
            <pc:sldMk cId="3671770159" sldId="414"/>
            <ac:spMk id="29" creationId="{660794EA-F7B4-B447-93B2-AE8F3D544246}"/>
          </ac:spMkLst>
        </pc:spChg>
        <pc:spChg chg="del mod">
          <ac:chgData name="Casey Mulligan" userId="b1a7e7a662de0c22" providerId="LiveId" clId="{89B4EC8F-E2D3-5F4E-92A8-0941FBD7BD63}" dt="2022-04-15T01:08:47.023" v="2973" actId="478"/>
          <ac:spMkLst>
            <pc:docMk/>
            <pc:sldMk cId="3671770159" sldId="414"/>
            <ac:spMk id="30" creationId="{6F3BCEBF-CD49-BD4C-A42C-403B665A2B87}"/>
          </ac:spMkLst>
        </pc:spChg>
        <pc:spChg chg="add mod">
          <ac:chgData name="Casey Mulligan" userId="b1a7e7a662de0c22" providerId="LiveId" clId="{89B4EC8F-E2D3-5F4E-92A8-0941FBD7BD63}" dt="2022-04-15T01:44:47.684" v="2979" actId="1076"/>
          <ac:spMkLst>
            <pc:docMk/>
            <pc:sldMk cId="3671770159" sldId="414"/>
            <ac:spMk id="30" creationId="{7E990BD6-ED3D-5A49-81C1-4AEEA89EE869}"/>
          </ac:spMkLst>
        </pc:spChg>
        <pc:spChg chg="add mod">
          <ac:chgData name="Casey Mulligan" userId="b1a7e7a662de0c22" providerId="LiveId" clId="{89B4EC8F-E2D3-5F4E-92A8-0941FBD7BD63}" dt="2022-04-15T01:44:47.684" v="2979" actId="1076"/>
          <ac:spMkLst>
            <pc:docMk/>
            <pc:sldMk cId="3671770159" sldId="414"/>
            <ac:spMk id="33" creationId="{4855B56C-BB69-BB4C-9519-D79493F01B2D}"/>
          </ac:spMkLst>
        </pc:spChg>
        <pc:spChg chg="del mod">
          <ac:chgData name="Casey Mulligan" userId="b1a7e7a662de0c22" providerId="LiveId" clId="{89B4EC8F-E2D3-5F4E-92A8-0941FBD7BD63}" dt="2022-04-15T01:08:47.023" v="2973" actId="478"/>
          <ac:spMkLst>
            <pc:docMk/>
            <pc:sldMk cId="3671770159" sldId="414"/>
            <ac:spMk id="33" creationId="{7DA2C119-A7D9-7047-8544-90D24DD67C0C}"/>
          </ac:spMkLst>
        </pc:spChg>
        <pc:spChg chg="add mod">
          <ac:chgData name="Casey Mulligan" userId="b1a7e7a662de0c22" providerId="LiveId" clId="{89B4EC8F-E2D3-5F4E-92A8-0941FBD7BD63}" dt="2022-04-15T01:07:41.227" v="2969" actId="1076"/>
          <ac:spMkLst>
            <pc:docMk/>
            <pc:sldMk cId="3671770159" sldId="414"/>
            <ac:spMk id="34" creationId="{70F9AB54-FAA8-E04B-BEBC-C53610E3B9AF}"/>
          </ac:spMkLst>
        </pc:spChg>
        <pc:spChg chg="add mod">
          <ac:chgData name="Casey Mulligan" userId="b1a7e7a662de0c22" providerId="LiveId" clId="{89B4EC8F-E2D3-5F4E-92A8-0941FBD7BD63}" dt="2022-04-15T01:53:27.011" v="2992" actId="1076"/>
          <ac:spMkLst>
            <pc:docMk/>
            <pc:sldMk cId="3671770159" sldId="414"/>
            <ac:spMk id="36" creationId="{D9FD9680-FA5B-FE47-9A85-FBD975122608}"/>
          </ac:spMkLst>
        </pc:spChg>
        <pc:spChg chg="del">
          <ac:chgData name="Casey Mulligan" userId="b1a7e7a662de0c22" providerId="LiveId" clId="{89B4EC8F-E2D3-5F4E-92A8-0941FBD7BD63}" dt="2022-04-15T01:09:29.026" v="2976" actId="478"/>
          <ac:spMkLst>
            <pc:docMk/>
            <pc:sldMk cId="3671770159" sldId="414"/>
            <ac:spMk id="38" creationId="{E3E90CC9-8328-1740-93FB-7F589738A36C}"/>
          </ac:spMkLst>
        </pc:spChg>
        <pc:spChg chg="del">
          <ac:chgData name="Casey Mulligan" userId="b1a7e7a662de0c22" providerId="LiveId" clId="{89B4EC8F-E2D3-5F4E-92A8-0941FBD7BD63}" dt="2022-04-15T00:50:30.024" v="2848" actId="478"/>
          <ac:spMkLst>
            <pc:docMk/>
            <pc:sldMk cId="3671770159" sldId="414"/>
            <ac:spMk id="40" creationId="{AB0902A3-5125-DC47-9B56-76E72901417F}"/>
          </ac:spMkLst>
        </pc:spChg>
        <pc:cxnChg chg="mod">
          <ac:chgData name="Casey Mulligan" userId="b1a7e7a662de0c22" providerId="LiveId" clId="{89B4EC8F-E2D3-5F4E-92A8-0941FBD7BD63}" dt="2022-04-15T01:08:10.679" v="2972" actId="1076"/>
          <ac:cxnSpMkLst>
            <pc:docMk/>
            <pc:sldMk cId="3671770159" sldId="414"/>
            <ac:cxnSpMk id="5" creationId="{7FB38266-5D36-1544-B52D-AFD77EBBBC55}"/>
          </ac:cxnSpMkLst>
        </pc:cxnChg>
        <pc:cxnChg chg="add mod">
          <ac:chgData name="Casey Mulligan" userId="b1a7e7a662de0c22" providerId="LiveId" clId="{89B4EC8F-E2D3-5F4E-92A8-0941FBD7BD63}" dt="2022-04-15T00:48:45.097" v="2844" actId="14100"/>
          <ac:cxnSpMkLst>
            <pc:docMk/>
            <pc:sldMk cId="3671770159" sldId="414"/>
            <ac:cxnSpMk id="23" creationId="{B793ED23-6F06-A04D-840A-A61313F8ED1A}"/>
          </ac:cxnSpMkLst>
        </pc:cxnChg>
        <pc:cxnChg chg="del">
          <ac:chgData name="Casey Mulligan" userId="b1a7e7a662de0c22" providerId="LiveId" clId="{89B4EC8F-E2D3-5F4E-92A8-0941FBD7BD63}" dt="2022-04-15T00:50:30.024" v="2848" actId="478"/>
          <ac:cxnSpMkLst>
            <pc:docMk/>
            <pc:sldMk cId="3671770159" sldId="414"/>
            <ac:cxnSpMk id="39" creationId="{FA1C8CC8-B09C-3640-9613-F751B177B47D}"/>
          </ac:cxnSpMkLst>
        </pc:cxnChg>
      </pc:sldChg>
      <pc:sldChg chg="addSp delSp modSp add mod delAnim modAnim modNotesTx">
        <pc:chgData name="Casey Mulligan" userId="b1a7e7a662de0c22" providerId="LiveId" clId="{89B4EC8F-E2D3-5F4E-92A8-0941FBD7BD63}" dt="2022-04-15T16:13:41.411" v="7564" actId="20577"/>
        <pc:sldMkLst>
          <pc:docMk/>
          <pc:sldMk cId="2850773641" sldId="415"/>
        </pc:sldMkLst>
        <pc:spChg chg="mod">
          <ac:chgData name="Casey Mulligan" userId="b1a7e7a662de0c22" providerId="LiveId" clId="{89B4EC8F-E2D3-5F4E-92A8-0941FBD7BD63}" dt="2022-04-14T22:11:08.645" v="2389" actId="14100"/>
          <ac:spMkLst>
            <pc:docMk/>
            <pc:sldMk cId="2850773641" sldId="415"/>
            <ac:spMk id="2" creationId="{C78BB016-5263-5341-AE35-27B4B081EE43}"/>
          </ac:spMkLst>
        </pc:spChg>
        <pc:spChg chg="add mod">
          <ac:chgData name="Casey Mulligan" userId="b1a7e7a662de0c22" providerId="LiveId" clId="{89B4EC8F-E2D3-5F4E-92A8-0941FBD7BD63}" dt="2022-04-15T12:12:10.197" v="3972" actId="1076"/>
          <ac:spMkLst>
            <pc:docMk/>
            <pc:sldMk cId="2850773641" sldId="415"/>
            <ac:spMk id="3" creationId="{8B0B94A6-031F-88DE-0417-C5C2EBB634C7}"/>
          </ac:spMkLst>
        </pc:spChg>
        <pc:spChg chg="mod">
          <ac:chgData name="Casey Mulligan" userId="b1a7e7a662de0c22" providerId="LiveId" clId="{89B4EC8F-E2D3-5F4E-92A8-0941FBD7BD63}" dt="2022-04-14T23:50:23.326" v="2469" actId="20577"/>
          <ac:spMkLst>
            <pc:docMk/>
            <pc:sldMk cId="2850773641" sldId="415"/>
            <ac:spMk id="9" creationId="{05BBD851-E76B-404D-BFF0-D8BBF37466DF}"/>
          </ac:spMkLst>
        </pc:spChg>
        <pc:spChg chg="del">
          <ac:chgData name="Casey Mulligan" userId="b1a7e7a662de0c22" providerId="LiveId" clId="{89B4EC8F-E2D3-5F4E-92A8-0941FBD7BD63}" dt="2022-04-14T23:22:38.867" v="2442" actId="478"/>
          <ac:spMkLst>
            <pc:docMk/>
            <pc:sldMk cId="2850773641" sldId="415"/>
            <ac:spMk id="21" creationId="{9021DD0F-F036-394D-8504-A6FF5196E956}"/>
          </ac:spMkLst>
        </pc:spChg>
        <pc:spChg chg="del">
          <ac:chgData name="Casey Mulligan" userId="b1a7e7a662de0c22" providerId="LiveId" clId="{89B4EC8F-E2D3-5F4E-92A8-0941FBD7BD63}" dt="2022-04-14T22:05:49.715" v="2341" actId="478"/>
          <ac:spMkLst>
            <pc:docMk/>
            <pc:sldMk cId="2850773641" sldId="415"/>
            <ac:spMk id="22" creationId="{733434EE-6278-5542-AA15-4371AB168794}"/>
          </ac:spMkLst>
        </pc:spChg>
        <pc:spChg chg="del">
          <ac:chgData name="Casey Mulligan" userId="b1a7e7a662de0c22" providerId="LiveId" clId="{89B4EC8F-E2D3-5F4E-92A8-0941FBD7BD63}" dt="2022-04-14T22:12:32.095" v="2441" actId="478"/>
          <ac:spMkLst>
            <pc:docMk/>
            <pc:sldMk cId="2850773641" sldId="415"/>
            <ac:spMk id="23" creationId="{A895B0D6-2D83-9C47-A0D3-0F7016722653}"/>
          </ac:spMkLst>
        </pc:spChg>
        <pc:spChg chg="mod">
          <ac:chgData name="Casey Mulligan" userId="b1a7e7a662de0c22" providerId="LiveId" clId="{89B4EC8F-E2D3-5F4E-92A8-0941FBD7BD63}" dt="2022-04-14T22:04:09.314" v="2319" actId="1076"/>
          <ac:spMkLst>
            <pc:docMk/>
            <pc:sldMk cId="2850773641" sldId="415"/>
            <ac:spMk id="24" creationId="{3008431D-5D24-0A4C-BD98-89637BD09882}"/>
          </ac:spMkLst>
        </pc:spChg>
        <pc:spChg chg="mod">
          <ac:chgData name="Casey Mulligan" userId="b1a7e7a662de0c22" providerId="LiveId" clId="{89B4EC8F-E2D3-5F4E-92A8-0941FBD7BD63}" dt="2022-04-14T22:09:29.889" v="2368" actId="1076"/>
          <ac:spMkLst>
            <pc:docMk/>
            <pc:sldMk cId="2850773641" sldId="415"/>
            <ac:spMk id="25" creationId="{C4F465D3-18CC-BA47-8968-8FCB85FAC88B}"/>
          </ac:spMkLst>
        </pc:spChg>
        <pc:spChg chg="del mod">
          <ac:chgData name="Casey Mulligan" userId="b1a7e7a662de0c22" providerId="LiveId" clId="{89B4EC8F-E2D3-5F4E-92A8-0941FBD7BD63}" dt="2022-04-14T23:36:15.890" v="2468" actId="478"/>
          <ac:spMkLst>
            <pc:docMk/>
            <pc:sldMk cId="2850773641" sldId="415"/>
            <ac:spMk id="30" creationId="{6F3BCEBF-CD49-BD4C-A42C-403B665A2B87}"/>
          </ac:spMkLst>
        </pc:spChg>
        <pc:spChg chg="add mod">
          <ac:chgData name="Casey Mulligan" userId="b1a7e7a662de0c22" providerId="LiveId" clId="{89B4EC8F-E2D3-5F4E-92A8-0941FBD7BD63}" dt="2022-04-15T12:13:42.525" v="3977" actId="1076"/>
          <ac:spMkLst>
            <pc:docMk/>
            <pc:sldMk cId="2850773641" sldId="415"/>
            <ac:spMk id="30" creationId="{7F89CFEF-D3EF-278E-190F-AF089D3D2573}"/>
          </ac:spMkLst>
        </pc:spChg>
        <pc:spChg chg="add mod">
          <ac:chgData name="Casey Mulligan" userId="b1a7e7a662de0c22" providerId="LiveId" clId="{89B4EC8F-E2D3-5F4E-92A8-0941FBD7BD63}" dt="2022-04-15T16:13:09.459" v="7512" actId="14100"/>
          <ac:spMkLst>
            <pc:docMk/>
            <pc:sldMk cId="2850773641" sldId="415"/>
            <ac:spMk id="33" creationId="{17E2E29F-4C6D-FC15-087F-FCCFA2490BAA}"/>
          </ac:spMkLst>
        </pc:spChg>
        <pc:spChg chg="del mod">
          <ac:chgData name="Casey Mulligan" userId="b1a7e7a662de0c22" providerId="LiveId" clId="{89B4EC8F-E2D3-5F4E-92A8-0941FBD7BD63}" dt="2022-04-14T23:36:15.890" v="2468" actId="478"/>
          <ac:spMkLst>
            <pc:docMk/>
            <pc:sldMk cId="2850773641" sldId="415"/>
            <ac:spMk id="33" creationId="{7DA2C119-A7D9-7047-8544-90D24DD67C0C}"/>
          </ac:spMkLst>
        </pc:spChg>
        <pc:spChg chg="add mod">
          <ac:chgData name="Casey Mulligan" userId="b1a7e7a662de0c22" providerId="LiveId" clId="{89B4EC8F-E2D3-5F4E-92A8-0941FBD7BD63}" dt="2022-04-14T22:05:15.880" v="2340" actId="20577"/>
          <ac:spMkLst>
            <pc:docMk/>
            <pc:sldMk cId="2850773641" sldId="415"/>
            <ac:spMk id="34" creationId="{643F0034-3678-DF46-BA5C-0CAAF6C6EA48}"/>
          </ac:spMkLst>
        </pc:spChg>
        <pc:spChg chg="add mod">
          <ac:chgData name="Casey Mulligan" userId="b1a7e7a662de0c22" providerId="LiveId" clId="{89B4EC8F-E2D3-5F4E-92A8-0941FBD7BD63}" dt="2022-04-14T22:09:19.211" v="2365" actId="1076"/>
          <ac:spMkLst>
            <pc:docMk/>
            <pc:sldMk cId="2850773641" sldId="415"/>
            <ac:spMk id="37" creationId="{CC7AD9E9-51CF-A942-B5F2-5F15A549861F}"/>
          </ac:spMkLst>
        </pc:spChg>
        <pc:spChg chg="mod">
          <ac:chgData name="Casey Mulligan" userId="b1a7e7a662de0c22" providerId="LiveId" clId="{89B4EC8F-E2D3-5F4E-92A8-0941FBD7BD63}" dt="2022-04-14T22:11:40.880" v="2412" actId="1076"/>
          <ac:spMkLst>
            <pc:docMk/>
            <pc:sldMk cId="2850773641" sldId="415"/>
            <ac:spMk id="38" creationId="{E3E90CC9-8328-1740-93FB-7F589738A36C}"/>
          </ac:spMkLst>
        </pc:spChg>
        <pc:spChg chg="add mod">
          <ac:chgData name="Casey Mulligan" userId="b1a7e7a662de0c22" providerId="LiveId" clId="{89B4EC8F-E2D3-5F4E-92A8-0941FBD7BD63}" dt="2022-04-15T12:09:39.149" v="3967" actId="20577"/>
          <ac:spMkLst>
            <pc:docMk/>
            <pc:sldMk cId="2850773641" sldId="415"/>
            <ac:spMk id="40" creationId="{F7E447DD-2795-A74E-86A2-EF84784830D6}"/>
          </ac:spMkLst>
        </pc:spChg>
        <pc:spChg chg="add mod">
          <ac:chgData name="Casey Mulligan" userId="b1a7e7a662de0c22" providerId="LiveId" clId="{89B4EC8F-E2D3-5F4E-92A8-0941FBD7BD63}" dt="2022-04-14T22:12:06.306" v="2415" actId="14100"/>
          <ac:spMkLst>
            <pc:docMk/>
            <pc:sldMk cId="2850773641" sldId="415"/>
            <ac:spMk id="42" creationId="{24570A40-39B1-9E49-AF31-729727C9210B}"/>
          </ac:spMkLst>
        </pc:spChg>
        <pc:spChg chg="add mod">
          <ac:chgData name="Casey Mulligan" userId="b1a7e7a662de0c22" providerId="LiveId" clId="{89B4EC8F-E2D3-5F4E-92A8-0941FBD7BD63}" dt="2022-04-14T22:12:29.068" v="2440" actId="14100"/>
          <ac:spMkLst>
            <pc:docMk/>
            <pc:sldMk cId="2850773641" sldId="415"/>
            <ac:spMk id="43" creationId="{1789CE4F-F7F5-BE43-9AD8-7D4B291D1DDB}"/>
          </ac:spMkLst>
        </pc:spChg>
        <pc:spChg chg="add mod">
          <ac:chgData name="Casey Mulligan" userId="b1a7e7a662de0c22" providerId="LiveId" clId="{89B4EC8F-E2D3-5F4E-92A8-0941FBD7BD63}" dt="2022-04-14T23:33:14.220" v="2467" actId="206"/>
          <ac:spMkLst>
            <pc:docMk/>
            <pc:sldMk cId="2850773641" sldId="415"/>
            <ac:spMk id="44" creationId="{A594F529-828D-CB4F-A4DA-CEC5BF59FF46}"/>
          </ac:spMkLst>
        </pc:spChg>
        <pc:spChg chg="add mod">
          <ac:chgData name="Casey Mulligan" userId="b1a7e7a662de0c22" providerId="LiveId" clId="{89B4EC8F-E2D3-5F4E-92A8-0941FBD7BD63}" dt="2022-04-14T23:56:08.290" v="2679" actId="14100"/>
          <ac:spMkLst>
            <pc:docMk/>
            <pc:sldMk cId="2850773641" sldId="415"/>
            <ac:spMk id="45" creationId="{395A7465-43BB-4E40-BD8E-4AC049FC756E}"/>
          </ac:spMkLst>
        </pc:spChg>
        <pc:spChg chg="mod">
          <ac:chgData name="Casey Mulligan" userId="b1a7e7a662de0c22" providerId="LiveId" clId="{89B4EC8F-E2D3-5F4E-92A8-0941FBD7BD63}" dt="2022-04-14T22:09:42.511" v="2369" actId="14100"/>
          <ac:spMkLst>
            <pc:docMk/>
            <pc:sldMk cId="2850773641" sldId="415"/>
            <ac:spMk id="2070" creationId="{00000000-0000-0000-0000-000000000000}"/>
          </ac:spMkLst>
        </pc:spChg>
        <pc:cxnChg chg="del">
          <ac:chgData name="Casey Mulligan" userId="b1a7e7a662de0c22" providerId="LiveId" clId="{89B4EC8F-E2D3-5F4E-92A8-0941FBD7BD63}" dt="2022-04-14T22:09:51.558" v="2370" actId="478"/>
          <ac:cxnSpMkLst>
            <pc:docMk/>
            <pc:sldMk cId="2850773641" sldId="415"/>
            <ac:cxnSpMk id="5" creationId="{7FB38266-5D36-1544-B52D-AFD77EBBBC55}"/>
          </ac:cxnSpMkLst>
        </pc:cxnChg>
        <pc:cxnChg chg="add mod">
          <ac:chgData name="Casey Mulligan" userId="b1a7e7a662de0c22" providerId="LiveId" clId="{89B4EC8F-E2D3-5F4E-92A8-0941FBD7BD63}" dt="2022-04-14T22:04:05.050" v="2318" actId="14100"/>
          <ac:cxnSpMkLst>
            <pc:docMk/>
            <pc:sldMk cId="2850773641" sldId="415"/>
            <ac:cxnSpMk id="28" creationId="{2842C5CD-67AD-FC43-9B09-A7C120C0ED93}"/>
          </ac:cxnSpMkLst>
        </pc:cxnChg>
        <pc:cxnChg chg="add mod">
          <ac:chgData name="Casey Mulligan" userId="b1a7e7a662de0c22" providerId="LiveId" clId="{89B4EC8F-E2D3-5F4E-92A8-0941FBD7BD63}" dt="2022-04-14T22:06:17.390" v="2345" actId="14100"/>
          <ac:cxnSpMkLst>
            <pc:docMk/>
            <pc:sldMk cId="2850773641" sldId="415"/>
            <ac:cxnSpMk id="29" creationId="{E51328D0-994C-1C4B-B839-510C6DAF6EA3}"/>
          </ac:cxnSpMkLst>
        </pc:cxnChg>
        <pc:cxnChg chg="add mod">
          <ac:chgData name="Casey Mulligan" userId="b1a7e7a662de0c22" providerId="LiveId" clId="{89B4EC8F-E2D3-5F4E-92A8-0941FBD7BD63}" dt="2022-04-14T22:10:02.088" v="2371" actId="14100"/>
          <ac:cxnSpMkLst>
            <pc:docMk/>
            <pc:sldMk cId="2850773641" sldId="415"/>
            <ac:cxnSpMk id="36" creationId="{38695602-B736-8046-B372-D72D12ABB344}"/>
          </ac:cxnSpMkLst>
        </pc:cxnChg>
        <pc:cxnChg chg="add mod">
          <ac:chgData name="Casey Mulligan" userId="b1a7e7a662de0c22" providerId="LiveId" clId="{89B4EC8F-E2D3-5F4E-92A8-0941FBD7BD63}" dt="2022-04-14T22:10:12.899" v="2372" actId="14100"/>
          <ac:cxnSpMkLst>
            <pc:docMk/>
            <pc:sldMk cId="2850773641" sldId="415"/>
            <ac:cxnSpMk id="39" creationId="{B57B737B-14EE-FF4E-B7E9-F90E4904D234}"/>
          </ac:cxnSpMkLst>
        </pc:cxnChg>
      </pc:sldChg>
      <pc:sldChg chg="addSp delSp modSp add mod delAnim modAnim modNotesTx">
        <pc:chgData name="Casey Mulligan" userId="b1a7e7a662de0c22" providerId="LiveId" clId="{89B4EC8F-E2D3-5F4E-92A8-0941FBD7BD63}" dt="2022-04-15T00:00:47.011" v="2700"/>
        <pc:sldMkLst>
          <pc:docMk/>
          <pc:sldMk cId="1292052107" sldId="416"/>
        </pc:sldMkLst>
        <pc:spChg chg="mod">
          <ac:chgData name="Casey Mulligan" userId="b1a7e7a662de0c22" providerId="LiveId" clId="{89B4EC8F-E2D3-5F4E-92A8-0941FBD7BD63}" dt="2022-04-14T23:51:40.307" v="2486" actId="20577"/>
          <ac:spMkLst>
            <pc:docMk/>
            <pc:sldMk cId="1292052107" sldId="416"/>
            <ac:spMk id="9" creationId="{05BBD851-E76B-404D-BFF0-D8BBF37466DF}"/>
          </ac:spMkLst>
        </pc:spChg>
        <pc:spChg chg="del">
          <ac:chgData name="Casey Mulligan" userId="b1a7e7a662de0c22" providerId="LiveId" clId="{89B4EC8F-E2D3-5F4E-92A8-0941FBD7BD63}" dt="2022-04-14T23:54:13.969" v="2627" actId="478"/>
          <ac:spMkLst>
            <pc:docMk/>
            <pc:sldMk cId="1292052107" sldId="416"/>
            <ac:spMk id="24" creationId="{3008431D-5D24-0A4C-BD98-89637BD09882}"/>
          </ac:spMkLst>
        </pc:spChg>
        <pc:spChg chg="mod">
          <ac:chgData name="Casey Mulligan" userId="b1a7e7a662de0c22" providerId="LiveId" clId="{89B4EC8F-E2D3-5F4E-92A8-0941FBD7BD63}" dt="2022-04-14T23:51:57.031" v="2498" actId="20577"/>
          <ac:spMkLst>
            <pc:docMk/>
            <pc:sldMk cId="1292052107" sldId="416"/>
            <ac:spMk id="25" creationId="{C4F465D3-18CC-BA47-8968-8FCB85FAC88B}"/>
          </ac:spMkLst>
        </pc:spChg>
        <pc:spChg chg="add mod">
          <ac:chgData name="Casey Mulligan" userId="b1a7e7a662de0c22" providerId="LiveId" clId="{89B4EC8F-E2D3-5F4E-92A8-0941FBD7BD63}" dt="2022-04-14T23:58:24.566" v="2689"/>
          <ac:spMkLst>
            <pc:docMk/>
            <pc:sldMk cId="1292052107" sldId="416"/>
            <ac:spMk id="30" creationId="{36F0E311-C91F-8240-BB82-BE59F6F17B0C}"/>
          </ac:spMkLst>
        </pc:spChg>
        <pc:spChg chg="del">
          <ac:chgData name="Casey Mulligan" userId="b1a7e7a662de0c22" providerId="LiveId" clId="{89B4EC8F-E2D3-5F4E-92A8-0941FBD7BD63}" dt="2022-04-14T23:54:10.042" v="2626" actId="478"/>
          <ac:spMkLst>
            <pc:docMk/>
            <pc:sldMk cId="1292052107" sldId="416"/>
            <ac:spMk id="34" creationId="{643F0034-3678-DF46-BA5C-0CAAF6C6EA48}"/>
          </ac:spMkLst>
        </pc:spChg>
        <pc:spChg chg="del">
          <ac:chgData name="Casey Mulligan" userId="b1a7e7a662de0c22" providerId="LiveId" clId="{89B4EC8F-E2D3-5F4E-92A8-0941FBD7BD63}" dt="2022-04-14T23:52:06.605" v="2500" actId="478"/>
          <ac:spMkLst>
            <pc:docMk/>
            <pc:sldMk cId="1292052107" sldId="416"/>
            <ac:spMk id="37" creationId="{CC7AD9E9-51CF-A942-B5F2-5F15A549861F}"/>
          </ac:spMkLst>
        </pc:spChg>
        <pc:spChg chg="mod">
          <ac:chgData name="Casey Mulligan" userId="b1a7e7a662de0c22" providerId="LiveId" clId="{89B4EC8F-E2D3-5F4E-92A8-0941FBD7BD63}" dt="2022-04-14T23:54:05.842" v="2625" actId="1076"/>
          <ac:spMkLst>
            <pc:docMk/>
            <pc:sldMk cId="1292052107" sldId="416"/>
            <ac:spMk id="38" creationId="{E3E90CC9-8328-1740-93FB-7F589738A36C}"/>
          </ac:spMkLst>
        </pc:spChg>
        <pc:spChg chg="del">
          <ac:chgData name="Casey Mulligan" userId="b1a7e7a662de0c22" providerId="LiveId" clId="{89B4EC8F-E2D3-5F4E-92A8-0941FBD7BD63}" dt="2022-04-14T23:52:03.327" v="2499" actId="478"/>
          <ac:spMkLst>
            <pc:docMk/>
            <pc:sldMk cId="1292052107" sldId="416"/>
            <ac:spMk id="40" creationId="{F7E447DD-2795-A74E-86A2-EF84784830D6}"/>
          </ac:spMkLst>
        </pc:spChg>
        <pc:spChg chg="mod">
          <ac:chgData name="Casey Mulligan" userId="b1a7e7a662de0c22" providerId="LiveId" clId="{89B4EC8F-E2D3-5F4E-92A8-0941FBD7BD63}" dt="2022-04-14T23:53:24.883" v="2583" actId="20577"/>
          <ac:spMkLst>
            <pc:docMk/>
            <pc:sldMk cId="1292052107" sldId="416"/>
            <ac:spMk id="43" creationId="{1789CE4F-F7F5-BE43-9AD8-7D4B291D1DDB}"/>
          </ac:spMkLst>
        </pc:spChg>
        <pc:spChg chg="del">
          <ac:chgData name="Casey Mulligan" userId="b1a7e7a662de0c22" providerId="LiveId" clId="{89B4EC8F-E2D3-5F4E-92A8-0941FBD7BD63}" dt="2022-04-14T23:52:10.281" v="2501" actId="478"/>
          <ac:spMkLst>
            <pc:docMk/>
            <pc:sldMk cId="1292052107" sldId="416"/>
            <ac:spMk id="44" creationId="{A594F529-828D-CB4F-A4DA-CEC5BF59FF46}"/>
          </ac:spMkLst>
        </pc:spChg>
      </pc:sldChg>
      <pc:sldChg chg="addSp delSp modSp add mod ord modAnim modNotesTx">
        <pc:chgData name="Casey Mulligan" userId="b1a7e7a662de0c22" providerId="LiveId" clId="{89B4EC8F-E2D3-5F4E-92A8-0941FBD7BD63}" dt="2022-04-15T12:17:49.254" v="4191" actId="20577"/>
        <pc:sldMkLst>
          <pc:docMk/>
          <pc:sldMk cId="502021666" sldId="417"/>
        </pc:sldMkLst>
        <pc:spChg chg="add del mod">
          <ac:chgData name="Casey Mulligan" userId="b1a7e7a662de0c22" providerId="LiveId" clId="{89B4EC8F-E2D3-5F4E-92A8-0941FBD7BD63}" dt="2022-04-15T00:08:35.767" v="2738"/>
          <ac:spMkLst>
            <pc:docMk/>
            <pc:sldMk cId="502021666" sldId="417"/>
            <ac:spMk id="2" creationId="{F6FF08E3-3458-6E42-8DBE-C255DEE39C27}"/>
          </ac:spMkLst>
        </pc:spChg>
        <pc:spChg chg="mod">
          <ac:chgData name="Casey Mulligan" userId="b1a7e7a662de0c22" providerId="LiveId" clId="{89B4EC8F-E2D3-5F4E-92A8-0941FBD7BD63}" dt="2022-04-15T02:40:28.268" v="3146" actId="14100"/>
          <ac:spMkLst>
            <pc:docMk/>
            <pc:sldMk cId="502021666" sldId="417"/>
            <ac:spMk id="6" creationId="{BAEE744C-F982-8E4A-90D5-1B8064F90680}"/>
          </ac:spMkLst>
        </pc:spChg>
        <pc:spChg chg="mod">
          <ac:chgData name="Casey Mulligan" userId="b1a7e7a662de0c22" providerId="LiveId" clId="{89B4EC8F-E2D3-5F4E-92A8-0941FBD7BD63}" dt="2022-04-15T00:07:52.387" v="2732" actId="20577"/>
          <ac:spMkLst>
            <pc:docMk/>
            <pc:sldMk cId="502021666" sldId="417"/>
            <ac:spMk id="9" creationId="{05BBD851-E76B-404D-BFF0-D8BBF37466DF}"/>
          </ac:spMkLst>
        </pc:spChg>
        <pc:spChg chg="add mod">
          <ac:chgData name="Casey Mulligan" userId="b1a7e7a662de0c22" providerId="LiveId" clId="{89B4EC8F-E2D3-5F4E-92A8-0941FBD7BD63}" dt="2022-04-15T00:13:39.073" v="2773" actId="1076"/>
          <ac:spMkLst>
            <pc:docMk/>
            <pc:sldMk cId="502021666" sldId="417"/>
            <ac:spMk id="14" creationId="{86742F00-27FF-D14A-836A-827E73CAE387}"/>
          </ac:spMkLst>
        </pc:spChg>
        <pc:spChg chg="del">
          <ac:chgData name="Casey Mulligan" userId="b1a7e7a662de0c22" providerId="LiveId" clId="{89B4EC8F-E2D3-5F4E-92A8-0941FBD7BD63}" dt="2022-04-15T00:08:42.043" v="2740" actId="478"/>
          <ac:spMkLst>
            <pc:docMk/>
            <pc:sldMk cId="502021666" sldId="417"/>
            <ac:spMk id="21" creationId="{8687148B-CFB7-6947-B280-0B50F7E6A9FD}"/>
          </ac:spMkLst>
        </pc:spChg>
        <pc:spChg chg="mod">
          <ac:chgData name="Casey Mulligan" userId="b1a7e7a662de0c22" providerId="LiveId" clId="{89B4EC8F-E2D3-5F4E-92A8-0941FBD7BD63}" dt="2022-04-15T00:09:54.714" v="2747" actId="14100"/>
          <ac:spMkLst>
            <pc:docMk/>
            <pc:sldMk cId="502021666" sldId="417"/>
            <ac:spMk id="22" creationId="{733434EE-6278-5542-AA15-4371AB168794}"/>
          </ac:spMkLst>
        </pc:spChg>
        <pc:spChg chg="add mod">
          <ac:chgData name="Casey Mulligan" userId="b1a7e7a662de0c22" providerId="LiveId" clId="{89B4EC8F-E2D3-5F4E-92A8-0941FBD7BD63}" dt="2022-04-15T01:45:03.017" v="2981" actId="1076"/>
          <ac:spMkLst>
            <pc:docMk/>
            <pc:sldMk cId="502021666" sldId="417"/>
            <ac:spMk id="23" creationId="{CA5AE146-0296-5D47-B677-15C27E056F55}"/>
          </ac:spMkLst>
        </pc:spChg>
        <pc:spChg chg="mod">
          <ac:chgData name="Casey Mulligan" userId="b1a7e7a662de0c22" providerId="LiveId" clId="{89B4EC8F-E2D3-5F4E-92A8-0941FBD7BD63}" dt="2022-04-15T00:10:06.628" v="2749" actId="1076"/>
          <ac:spMkLst>
            <pc:docMk/>
            <pc:sldMk cId="502021666" sldId="417"/>
            <ac:spMk id="24" creationId="{F97A12A5-6A7B-B84B-95C1-3974ECA56C84}"/>
          </ac:spMkLst>
        </pc:spChg>
        <pc:spChg chg="mod">
          <ac:chgData name="Casey Mulligan" userId="b1a7e7a662de0c22" providerId="LiveId" clId="{89B4EC8F-E2D3-5F4E-92A8-0941FBD7BD63}" dt="2022-04-15T00:15:57.947" v="2786" actId="114"/>
          <ac:spMkLst>
            <pc:docMk/>
            <pc:sldMk cId="502021666" sldId="417"/>
            <ac:spMk id="25" creationId="{C4F465D3-18CC-BA47-8968-8FCB85FAC88B}"/>
          </ac:spMkLst>
        </pc:spChg>
        <pc:spChg chg="add mod">
          <ac:chgData name="Casey Mulligan" userId="b1a7e7a662de0c22" providerId="LiveId" clId="{89B4EC8F-E2D3-5F4E-92A8-0941FBD7BD63}" dt="2022-04-15T01:45:08.293" v="2982" actId="1076"/>
          <ac:spMkLst>
            <pc:docMk/>
            <pc:sldMk cId="502021666" sldId="417"/>
            <ac:spMk id="27" creationId="{5106F05D-8E07-D04A-ABF0-9EF3E86F57F6}"/>
          </ac:spMkLst>
        </pc:spChg>
        <pc:spChg chg="add mod">
          <ac:chgData name="Casey Mulligan" userId="b1a7e7a662de0c22" providerId="LiveId" clId="{89B4EC8F-E2D3-5F4E-92A8-0941FBD7BD63}" dt="2022-04-15T01:59:12.642" v="3082" actId="14100"/>
          <ac:spMkLst>
            <pc:docMk/>
            <pc:sldMk cId="502021666" sldId="417"/>
            <ac:spMk id="30" creationId="{5023993E-2EB8-B840-B909-FD24EDAC0F77}"/>
          </ac:spMkLst>
        </pc:spChg>
        <pc:spChg chg="del">
          <ac:chgData name="Casey Mulligan" userId="b1a7e7a662de0c22" providerId="LiveId" clId="{89B4EC8F-E2D3-5F4E-92A8-0941FBD7BD63}" dt="2022-04-15T00:08:38.004" v="2739" actId="478"/>
          <ac:spMkLst>
            <pc:docMk/>
            <pc:sldMk cId="502021666" sldId="417"/>
            <ac:spMk id="30" creationId="{6F3BCEBF-CD49-BD4C-A42C-403B665A2B87}"/>
          </ac:spMkLst>
        </pc:spChg>
        <pc:spChg chg="del mod">
          <ac:chgData name="Casey Mulligan" userId="b1a7e7a662de0c22" providerId="LiveId" clId="{89B4EC8F-E2D3-5F4E-92A8-0941FBD7BD63}" dt="2022-04-15T00:08:38.004" v="2739" actId="478"/>
          <ac:spMkLst>
            <pc:docMk/>
            <pc:sldMk cId="502021666" sldId="417"/>
            <ac:spMk id="33" creationId="{7DA2C119-A7D9-7047-8544-90D24DD67C0C}"/>
          </ac:spMkLst>
        </pc:spChg>
        <pc:spChg chg="add mod">
          <ac:chgData name="Casey Mulligan" userId="b1a7e7a662de0c22" providerId="LiveId" clId="{89B4EC8F-E2D3-5F4E-92A8-0941FBD7BD63}" dt="2022-04-15T01:59:24.997" v="3084" actId="1076"/>
          <ac:spMkLst>
            <pc:docMk/>
            <pc:sldMk cId="502021666" sldId="417"/>
            <ac:spMk id="33" creationId="{FD2137E9-5AA8-2C4A-B59B-DD9EE64DCC81}"/>
          </ac:spMkLst>
        </pc:spChg>
        <pc:spChg chg="mod">
          <ac:chgData name="Casey Mulligan" userId="b1a7e7a662de0c22" providerId="LiveId" clId="{89B4EC8F-E2D3-5F4E-92A8-0941FBD7BD63}" dt="2022-04-15T02:40:39.487" v="3148" actId="1076"/>
          <ac:spMkLst>
            <pc:docMk/>
            <pc:sldMk cId="502021666" sldId="417"/>
            <ac:spMk id="34" creationId="{26184E27-1927-9F4C-8686-1CAF681E8905}"/>
          </ac:spMkLst>
        </pc:spChg>
        <pc:spChg chg="mod">
          <ac:chgData name="Casey Mulligan" userId="b1a7e7a662de0c22" providerId="LiveId" clId="{89B4EC8F-E2D3-5F4E-92A8-0941FBD7BD63}" dt="2022-04-15T02:39:37.551" v="3140" actId="207"/>
          <ac:spMkLst>
            <pc:docMk/>
            <pc:sldMk cId="502021666" sldId="417"/>
            <ac:spMk id="36" creationId="{3C0C4F91-BD5E-1141-B156-7185DA8C3862}"/>
          </ac:spMkLst>
        </pc:spChg>
        <pc:spChg chg="add mod">
          <ac:chgData name="Casey Mulligan" userId="b1a7e7a662de0c22" providerId="LiveId" clId="{89B4EC8F-E2D3-5F4E-92A8-0941FBD7BD63}" dt="2022-04-15T02:39:32.173" v="3139" actId="692"/>
          <ac:spMkLst>
            <pc:docMk/>
            <pc:sldMk cId="502021666" sldId="417"/>
            <ac:spMk id="38" creationId="{14320825-EEC5-890A-21EA-D7F6E3768247}"/>
          </ac:spMkLst>
        </pc:spChg>
        <pc:spChg chg="del">
          <ac:chgData name="Casey Mulligan" userId="b1a7e7a662de0c22" providerId="LiveId" clId="{89B4EC8F-E2D3-5F4E-92A8-0941FBD7BD63}" dt="2022-04-15T00:08:26.098" v="2733" actId="478"/>
          <ac:spMkLst>
            <pc:docMk/>
            <pc:sldMk cId="502021666" sldId="417"/>
            <ac:spMk id="38" creationId="{E3E90CC9-8328-1740-93FB-7F589738A36C}"/>
          </ac:spMkLst>
        </pc:spChg>
        <pc:spChg chg="add mod">
          <ac:chgData name="Casey Mulligan" userId="b1a7e7a662de0c22" providerId="LiveId" clId="{89B4EC8F-E2D3-5F4E-92A8-0941FBD7BD63}" dt="2022-04-15T00:14:49.601" v="2779" actId="207"/>
          <ac:spMkLst>
            <pc:docMk/>
            <pc:sldMk cId="502021666" sldId="417"/>
            <ac:spMk id="39" creationId="{CE3599E1-C957-094D-AC3F-260710572731}"/>
          </ac:spMkLst>
        </pc:spChg>
        <pc:spChg chg="add mod">
          <ac:chgData name="Casey Mulligan" userId="b1a7e7a662de0c22" providerId="LiveId" clId="{89B4EC8F-E2D3-5F4E-92A8-0941FBD7BD63}" dt="2022-04-15T00:16:22.759" v="2792" actId="1076"/>
          <ac:spMkLst>
            <pc:docMk/>
            <pc:sldMk cId="502021666" sldId="417"/>
            <ac:spMk id="40" creationId="{2EF59C18-91E0-4346-82D8-85B4108E42AA}"/>
          </ac:spMkLst>
        </pc:spChg>
        <pc:spChg chg="del">
          <ac:chgData name="Casey Mulligan" userId="b1a7e7a662de0c22" providerId="LiveId" clId="{89B4EC8F-E2D3-5F4E-92A8-0941FBD7BD63}" dt="2022-04-15T00:08:56.997" v="2742" actId="478"/>
          <ac:spMkLst>
            <pc:docMk/>
            <pc:sldMk cId="502021666" sldId="417"/>
            <ac:spMk id="42" creationId="{9CE22768-D94B-C94C-8668-EC15E8D9B0F2}"/>
          </ac:spMkLst>
        </pc:spChg>
        <pc:spChg chg="del">
          <ac:chgData name="Casey Mulligan" userId="b1a7e7a662de0c22" providerId="LiveId" clId="{89B4EC8F-E2D3-5F4E-92A8-0941FBD7BD63}" dt="2022-04-15T00:08:56.997" v="2742" actId="478"/>
          <ac:spMkLst>
            <pc:docMk/>
            <pc:sldMk cId="502021666" sldId="417"/>
            <ac:spMk id="43" creationId="{B7E5EBB3-E5DD-5046-AEB8-3DC9AEFB44B9}"/>
          </ac:spMkLst>
        </pc:spChg>
        <pc:cxnChg chg="del">
          <ac:chgData name="Casey Mulligan" userId="b1a7e7a662de0c22" providerId="LiveId" clId="{89B4EC8F-E2D3-5F4E-92A8-0941FBD7BD63}" dt="2022-04-15T00:08:45.187" v="2741" actId="478"/>
          <ac:cxnSpMkLst>
            <pc:docMk/>
            <pc:sldMk cId="502021666" sldId="417"/>
            <ac:cxnSpMk id="5" creationId="{7FB38266-5D36-1544-B52D-AFD77EBBBC55}"/>
          </ac:cxnSpMkLst>
        </pc:cxnChg>
        <pc:cxnChg chg="mod">
          <ac:chgData name="Casey Mulligan" userId="b1a7e7a662de0c22" providerId="LiveId" clId="{89B4EC8F-E2D3-5F4E-92A8-0941FBD7BD63}" dt="2022-04-15T02:40:28.268" v="3146" actId="14100"/>
          <ac:cxnSpMkLst>
            <pc:docMk/>
            <pc:sldMk cId="502021666" sldId="417"/>
            <ac:cxnSpMk id="28" creationId="{A9361FFF-37A1-5B40-BDA0-7A60D6FFA3E9}"/>
          </ac:cxnSpMkLst>
        </pc:cxnChg>
        <pc:cxnChg chg="mod">
          <ac:chgData name="Casey Mulligan" userId="b1a7e7a662de0c22" providerId="LiveId" clId="{89B4EC8F-E2D3-5F4E-92A8-0941FBD7BD63}" dt="2022-04-15T00:11:37.180" v="2757" actId="14100"/>
          <ac:cxnSpMkLst>
            <pc:docMk/>
            <pc:sldMk cId="502021666" sldId="417"/>
            <ac:cxnSpMk id="29" creationId="{EE6A5419-7595-8245-8C78-5A2D49432493}"/>
          </ac:cxnSpMkLst>
        </pc:cxnChg>
        <pc:cxnChg chg="mod">
          <ac:chgData name="Casey Mulligan" userId="b1a7e7a662de0c22" providerId="LiveId" clId="{89B4EC8F-E2D3-5F4E-92A8-0941FBD7BD63}" dt="2022-04-15T00:10:55.566" v="2753" actId="14100"/>
          <ac:cxnSpMkLst>
            <pc:docMk/>
            <pc:sldMk cId="502021666" sldId="417"/>
            <ac:cxnSpMk id="37" creationId="{7E916479-F7AB-234B-AAA2-83ADF54AAAF3}"/>
          </ac:cxnSpMkLst>
        </pc:cxnChg>
        <pc:cxnChg chg="add mod">
          <ac:chgData name="Casey Mulligan" userId="b1a7e7a662de0c22" providerId="LiveId" clId="{89B4EC8F-E2D3-5F4E-92A8-0941FBD7BD63}" dt="2022-04-15T02:39:27.350" v="3138" actId="692"/>
          <ac:cxnSpMkLst>
            <pc:docMk/>
            <pc:sldMk cId="502021666" sldId="417"/>
            <ac:cxnSpMk id="42" creationId="{185FEB11-45BD-BBC9-4EF7-7DFE65F3BCEF}"/>
          </ac:cxnSpMkLst>
        </pc:cxnChg>
      </pc:sldChg>
      <pc:sldChg chg="addSp delSp modSp add mod ord">
        <pc:chgData name="Casey Mulligan" userId="b1a7e7a662de0c22" providerId="LiveId" clId="{89B4EC8F-E2D3-5F4E-92A8-0941FBD7BD63}" dt="2022-04-15T12:21:03.849" v="4215"/>
        <pc:sldMkLst>
          <pc:docMk/>
          <pc:sldMk cId="3130880395" sldId="418"/>
        </pc:sldMkLst>
        <pc:spChg chg="del">
          <ac:chgData name="Casey Mulligan" userId="b1a7e7a662de0c22" providerId="LiveId" clId="{89B4EC8F-E2D3-5F4E-92A8-0941FBD7BD63}" dt="2022-04-15T12:19:21.260" v="4207" actId="478"/>
          <ac:spMkLst>
            <pc:docMk/>
            <pc:sldMk cId="3130880395" sldId="418"/>
            <ac:spMk id="2" creationId="{C78BB016-5263-5341-AE35-27B4B081EE43}"/>
          </ac:spMkLst>
        </pc:spChg>
        <pc:spChg chg="add mod">
          <ac:chgData name="Casey Mulligan" userId="b1a7e7a662de0c22" providerId="LiveId" clId="{89B4EC8F-E2D3-5F4E-92A8-0941FBD7BD63}" dt="2022-04-15T12:20:57.500" v="4214" actId="1076"/>
          <ac:spMkLst>
            <pc:docMk/>
            <pc:sldMk cId="3130880395" sldId="418"/>
            <ac:spMk id="4" creationId="{6DCB437E-BF77-DE0F-38AE-03173BCB9FF2}"/>
          </ac:spMkLst>
        </pc:spChg>
        <pc:spChg chg="mod">
          <ac:chgData name="Casey Mulligan" userId="b1a7e7a662de0c22" providerId="LiveId" clId="{89B4EC8F-E2D3-5F4E-92A8-0941FBD7BD63}" dt="2022-04-15T12:19:08.764" v="4206" actId="20577"/>
          <ac:spMkLst>
            <pc:docMk/>
            <pc:sldMk cId="3130880395" sldId="418"/>
            <ac:spMk id="9" creationId="{05BBD851-E76B-404D-BFF0-D8BBF37466DF}"/>
          </ac:spMkLst>
        </pc:spChg>
        <pc:spChg chg="add mod">
          <ac:chgData name="Casey Mulligan" userId="b1a7e7a662de0c22" providerId="LiveId" clId="{89B4EC8F-E2D3-5F4E-92A8-0941FBD7BD63}" dt="2022-04-15T12:21:03.849" v="4215"/>
          <ac:spMkLst>
            <pc:docMk/>
            <pc:sldMk cId="3130880395" sldId="418"/>
            <ac:spMk id="23" creationId="{5E0E941A-D657-BB74-DB30-BCF62E44A0FA}"/>
          </ac:spMkLst>
        </pc:spChg>
        <pc:spChg chg="del">
          <ac:chgData name="Casey Mulligan" userId="b1a7e7a662de0c22" providerId="LiveId" clId="{89B4EC8F-E2D3-5F4E-92A8-0941FBD7BD63}" dt="2022-04-15T12:19:27.604" v="4208" actId="478"/>
          <ac:spMkLst>
            <pc:docMk/>
            <pc:sldMk cId="3130880395" sldId="418"/>
            <ac:spMk id="27" creationId="{DC7F8B9E-6824-BF40-AD4A-0ACFB83A5A92}"/>
          </ac:spMkLst>
        </pc:spChg>
        <pc:spChg chg="del">
          <ac:chgData name="Casey Mulligan" userId="b1a7e7a662de0c22" providerId="LiveId" clId="{89B4EC8F-E2D3-5F4E-92A8-0941FBD7BD63}" dt="2022-04-15T12:19:21.260" v="4207" actId="478"/>
          <ac:spMkLst>
            <pc:docMk/>
            <pc:sldMk cId="3130880395" sldId="418"/>
            <ac:spMk id="38" creationId="{E3E90CC9-8328-1740-93FB-7F589738A36C}"/>
          </ac:spMkLst>
        </pc:spChg>
        <pc:cxnChg chg="del">
          <ac:chgData name="Casey Mulligan" userId="b1a7e7a662de0c22" providerId="LiveId" clId="{89B4EC8F-E2D3-5F4E-92A8-0941FBD7BD63}" dt="2022-04-15T12:19:30.201" v="4209" actId="478"/>
          <ac:cxnSpMkLst>
            <pc:docMk/>
            <pc:sldMk cId="3130880395" sldId="418"/>
            <ac:cxnSpMk id="5" creationId="{7FB38266-5D36-1544-B52D-AFD77EBBBC55}"/>
          </ac:cxnSpMkLst>
        </pc:cxnChg>
      </pc:sldChg>
      <pc:sldChg chg="modSp add mod modNotesTx">
        <pc:chgData name="Casey Mulligan" userId="b1a7e7a662de0c22" providerId="LiveId" clId="{89B4EC8F-E2D3-5F4E-92A8-0941FBD7BD63}" dt="2022-04-15T11:51:17.893" v="3292" actId="6549"/>
        <pc:sldMkLst>
          <pc:docMk/>
          <pc:sldMk cId="253932089" sldId="419"/>
        </pc:sldMkLst>
        <pc:spChg chg="mod">
          <ac:chgData name="Casey Mulligan" userId="b1a7e7a662de0c22" providerId="LiveId" clId="{89B4EC8F-E2D3-5F4E-92A8-0941FBD7BD63}" dt="2022-04-15T11:50:47.803" v="3291"/>
          <ac:spMkLst>
            <pc:docMk/>
            <pc:sldMk cId="253932089" sldId="419"/>
            <ac:spMk id="27651" creationId="{00000000-0000-0000-0000-000000000000}"/>
          </ac:spMkLst>
        </pc:spChg>
      </pc:sldChg>
      <pc:sldChg chg="modSp add mod modNotesTx">
        <pc:chgData name="Casey Mulligan" userId="b1a7e7a662de0c22" providerId="LiveId" clId="{89B4EC8F-E2D3-5F4E-92A8-0941FBD7BD63}" dt="2022-04-15T11:53:14.012" v="3497" actId="20577"/>
        <pc:sldMkLst>
          <pc:docMk/>
          <pc:sldMk cId="2839306328" sldId="420"/>
        </pc:sldMkLst>
        <pc:spChg chg="mod">
          <ac:chgData name="Casey Mulligan" userId="b1a7e7a662de0c22" providerId="LiveId" clId="{89B4EC8F-E2D3-5F4E-92A8-0941FBD7BD63}" dt="2022-04-15T11:52:07.752" v="3295" actId="207"/>
          <ac:spMkLst>
            <pc:docMk/>
            <pc:sldMk cId="2839306328" sldId="420"/>
            <ac:spMk id="27651" creationId="{00000000-0000-0000-0000-000000000000}"/>
          </ac:spMkLst>
        </pc:spChg>
      </pc:sldChg>
      <pc:sldChg chg="modSp add mod ord">
        <pc:chgData name="Casey Mulligan" userId="b1a7e7a662de0c22" providerId="LiveId" clId="{89B4EC8F-E2D3-5F4E-92A8-0941FBD7BD63}" dt="2022-04-15T12:08:49.557" v="3965" actId="20577"/>
        <pc:sldMkLst>
          <pc:docMk/>
          <pc:sldMk cId="2152234819" sldId="421"/>
        </pc:sldMkLst>
        <pc:spChg chg="mod">
          <ac:chgData name="Casey Mulligan" userId="b1a7e7a662de0c22" providerId="LiveId" clId="{89B4EC8F-E2D3-5F4E-92A8-0941FBD7BD63}" dt="2022-04-15T12:08:49.557" v="3965" actId="20577"/>
          <ac:spMkLst>
            <pc:docMk/>
            <pc:sldMk cId="2152234819" sldId="421"/>
            <ac:spMk id="9" creationId="{05BBD851-E76B-404D-BFF0-D8BBF37466DF}"/>
          </ac:spMkLst>
        </pc:spChg>
      </pc:sldChg>
      <pc:sldChg chg="modSp add del mod ord">
        <pc:chgData name="Casey Mulligan" userId="b1a7e7a662de0c22" providerId="LiveId" clId="{89B4EC8F-E2D3-5F4E-92A8-0941FBD7BD63}" dt="2022-04-15T12:06:38.778" v="3838" actId="2890"/>
        <pc:sldMkLst>
          <pc:docMk/>
          <pc:sldMk cId="2547638376" sldId="421"/>
        </pc:sldMkLst>
        <pc:spChg chg="mod">
          <ac:chgData name="Casey Mulligan" userId="b1a7e7a662de0c22" providerId="LiveId" clId="{89B4EC8F-E2D3-5F4E-92A8-0941FBD7BD63}" dt="2022-04-15T12:06:36.674" v="3835" actId="20577"/>
          <ac:spMkLst>
            <pc:docMk/>
            <pc:sldMk cId="2547638376" sldId="421"/>
            <ac:spMk id="9" creationId="{05BBD851-E76B-404D-BFF0-D8BBF37466DF}"/>
          </ac:spMkLst>
        </pc:spChg>
      </pc:sldChg>
      <pc:sldChg chg="modSp add del mod ord">
        <pc:chgData name="Casey Mulligan" userId="b1a7e7a662de0c22" providerId="LiveId" clId="{89B4EC8F-E2D3-5F4E-92A8-0941FBD7BD63}" dt="2022-04-15T11:58:15.519" v="3660" actId="2890"/>
        <pc:sldMkLst>
          <pc:docMk/>
          <pc:sldMk cId="4049420476" sldId="421"/>
        </pc:sldMkLst>
        <pc:spChg chg="mod">
          <ac:chgData name="Casey Mulligan" userId="b1a7e7a662de0c22" providerId="LiveId" clId="{89B4EC8F-E2D3-5F4E-92A8-0941FBD7BD63}" dt="2022-04-15T11:58:07.545" v="3657" actId="20577"/>
          <ac:spMkLst>
            <pc:docMk/>
            <pc:sldMk cId="4049420476" sldId="421"/>
            <ac:spMk id="9" creationId="{05BBD851-E76B-404D-BFF0-D8BBF37466DF}"/>
          </ac:spMkLst>
        </pc:spChg>
      </pc:sldChg>
      <pc:sldChg chg="addSp modSp add ord">
        <pc:chgData name="Casey Mulligan" userId="b1a7e7a662de0c22" providerId="LiveId" clId="{89B4EC8F-E2D3-5F4E-92A8-0941FBD7BD63}" dt="2022-04-15T12:21:33.580" v="4216"/>
        <pc:sldMkLst>
          <pc:docMk/>
          <pc:sldMk cId="2110556054" sldId="422"/>
        </pc:sldMkLst>
        <pc:spChg chg="add mod">
          <ac:chgData name="Casey Mulligan" userId="b1a7e7a662de0c22" providerId="LiveId" clId="{89B4EC8F-E2D3-5F4E-92A8-0941FBD7BD63}" dt="2022-04-15T12:21:33.580" v="4216"/>
          <ac:spMkLst>
            <pc:docMk/>
            <pc:sldMk cId="2110556054" sldId="422"/>
            <ac:spMk id="29" creationId="{49570886-9438-FFF6-011C-9CDE83D96886}"/>
          </ac:spMkLst>
        </pc:spChg>
      </pc:sldChg>
      <pc:sldChg chg="modSp add mod ord modAnim modNotesTx">
        <pc:chgData name="Casey Mulligan" userId="b1a7e7a662de0c22" providerId="LiveId" clId="{89B4EC8F-E2D3-5F4E-92A8-0941FBD7BD63}" dt="2022-04-15T14:51:12.033" v="5374" actId="20577"/>
        <pc:sldMkLst>
          <pc:docMk/>
          <pc:sldMk cId="1708391614" sldId="423"/>
        </pc:sldMkLst>
        <pc:spChg chg="mod">
          <ac:chgData name="Casey Mulligan" userId="b1a7e7a662de0c22" providerId="LiveId" clId="{89B4EC8F-E2D3-5F4E-92A8-0941FBD7BD63}" dt="2022-04-15T14:08:15.244" v="4244" actId="313"/>
          <ac:spMkLst>
            <pc:docMk/>
            <pc:sldMk cId="1708391614" sldId="423"/>
            <ac:spMk id="20482" creationId="{00000000-0000-0000-0000-000000000000}"/>
          </ac:spMkLst>
        </pc:spChg>
        <pc:spChg chg="mod">
          <ac:chgData name="Casey Mulligan" userId="b1a7e7a662de0c22" providerId="LiveId" clId="{89B4EC8F-E2D3-5F4E-92A8-0941FBD7BD63}" dt="2022-04-15T14:51:12.033" v="5374" actId="20577"/>
          <ac:spMkLst>
            <pc:docMk/>
            <pc:sldMk cId="1708391614" sldId="423"/>
            <ac:spMk id="27651" creationId="{00000000-0000-0000-0000-000000000000}"/>
          </ac:spMkLst>
        </pc:spChg>
      </pc:sldChg>
      <pc:sldChg chg="modSp add mod modAnim modNotesTx">
        <pc:chgData name="Casey Mulligan" userId="b1a7e7a662de0c22" providerId="LiveId" clId="{89B4EC8F-E2D3-5F4E-92A8-0941FBD7BD63}" dt="2022-04-15T15:15:32.980" v="5621"/>
        <pc:sldMkLst>
          <pc:docMk/>
          <pc:sldMk cId="3821668306" sldId="424"/>
        </pc:sldMkLst>
        <pc:spChg chg="mod">
          <ac:chgData name="Casey Mulligan" userId="b1a7e7a662de0c22" providerId="LiveId" clId="{89B4EC8F-E2D3-5F4E-92A8-0941FBD7BD63}" dt="2022-04-15T14:16:02.002" v="4516" actId="20577"/>
          <ac:spMkLst>
            <pc:docMk/>
            <pc:sldMk cId="3821668306" sldId="424"/>
            <ac:spMk id="20482" creationId="{00000000-0000-0000-0000-000000000000}"/>
          </ac:spMkLst>
        </pc:spChg>
        <pc:spChg chg="mod">
          <ac:chgData name="Casey Mulligan" userId="b1a7e7a662de0c22" providerId="LiveId" clId="{89B4EC8F-E2D3-5F4E-92A8-0941FBD7BD63}" dt="2022-04-15T15:13:43.410" v="5620" actId="20577"/>
          <ac:spMkLst>
            <pc:docMk/>
            <pc:sldMk cId="3821668306" sldId="424"/>
            <ac:spMk id="27651" creationId="{00000000-0000-0000-0000-000000000000}"/>
          </ac:spMkLst>
        </pc:spChg>
      </pc:sldChg>
      <pc:sldChg chg="add ord modNotesTx">
        <pc:chgData name="Casey Mulligan" userId="b1a7e7a662de0c22" providerId="LiveId" clId="{89B4EC8F-E2D3-5F4E-92A8-0941FBD7BD63}" dt="2022-04-15T14:27:52.066" v="5039" actId="20577"/>
        <pc:sldMkLst>
          <pc:docMk/>
          <pc:sldMk cId="2606370151" sldId="425"/>
        </pc:sldMkLst>
      </pc:sldChg>
      <pc:sldChg chg="addSp delSp modSp add mod">
        <pc:chgData name="Casey Mulligan" userId="b1a7e7a662de0c22" providerId="LiveId" clId="{89B4EC8F-E2D3-5F4E-92A8-0941FBD7BD63}" dt="2022-04-15T14:26:38.334" v="4866" actId="1076"/>
        <pc:sldMkLst>
          <pc:docMk/>
          <pc:sldMk cId="752687459" sldId="426"/>
        </pc:sldMkLst>
        <pc:spChg chg="mod">
          <ac:chgData name="Casey Mulligan" userId="b1a7e7a662de0c22" providerId="LiveId" clId="{89B4EC8F-E2D3-5F4E-92A8-0941FBD7BD63}" dt="2022-04-15T14:24:13.039" v="4841" actId="197"/>
          <ac:spMkLst>
            <pc:docMk/>
            <pc:sldMk cId="752687459" sldId="426"/>
            <ac:spMk id="6" creationId="{2D259441-BE3B-474C-AFB1-C33B328E4F32}"/>
          </ac:spMkLst>
        </pc:spChg>
        <pc:spChg chg="mod">
          <ac:chgData name="Casey Mulligan" userId="b1a7e7a662de0c22" providerId="LiveId" clId="{89B4EC8F-E2D3-5F4E-92A8-0941FBD7BD63}" dt="2022-04-15T14:19:04.153" v="4775" actId="20577"/>
          <ac:spMkLst>
            <pc:docMk/>
            <pc:sldMk cId="752687459" sldId="426"/>
            <ac:spMk id="9" creationId="{05BBD851-E76B-404D-BFF0-D8BBF37466DF}"/>
          </ac:spMkLst>
        </pc:spChg>
        <pc:spChg chg="add mod">
          <ac:chgData name="Casey Mulligan" userId="b1a7e7a662de0c22" providerId="LiveId" clId="{89B4EC8F-E2D3-5F4E-92A8-0941FBD7BD63}" dt="2022-04-15T14:25:26.488" v="4859" actId="167"/>
          <ac:spMkLst>
            <pc:docMk/>
            <pc:sldMk cId="752687459" sldId="426"/>
            <ac:spMk id="18" creationId="{C7309289-DDF7-7F7B-F2DF-8AB274F6D6B5}"/>
          </ac:spMkLst>
        </pc:spChg>
        <pc:spChg chg="mod">
          <ac:chgData name="Casey Mulligan" userId="b1a7e7a662de0c22" providerId="LiveId" clId="{89B4EC8F-E2D3-5F4E-92A8-0941FBD7BD63}" dt="2022-04-15T14:25:49.148" v="4863" actId="1076"/>
          <ac:spMkLst>
            <pc:docMk/>
            <pc:sldMk cId="752687459" sldId="426"/>
            <ac:spMk id="20" creationId="{47091380-21EB-E04A-A8C7-32B7D2054E15}"/>
          </ac:spMkLst>
        </pc:spChg>
        <pc:spChg chg="mod">
          <ac:chgData name="Casey Mulligan" userId="b1a7e7a662de0c22" providerId="LiveId" clId="{89B4EC8F-E2D3-5F4E-92A8-0941FBD7BD63}" dt="2022-04-15T14:25:57.856" v="4864" actId="1076"/>
          <ac:spMkLst>
            <pc:docMk/>
            <pc:sldMk cId="752687459" sldId="426"/>
            <ac:spMk id="22" creationId="{71217528-FE76-4146-88F0-D0711ED9D73B}"/>
          </ac:spMkLst>
        </pc:spChg>
        <pc:spChg chg="mod">
          <ac:chgData name="Casey Mulligan" userId="b1a7e7a662de0c22" providerId="LiveId" clId="{89B4EC8F-E2D3-5F4E-92A8-0941FBD7BD63}" dt="2022-04-15T14:25:40.475" v="4862" actId="1076"/>
          <ac:spMkLst>
            <pc:docMk/>
            <pc:sldMk cId="752687459" sldId="426"/>
            <ac:spMk id="24" creationId="{E71140D7-3A5F-1144-A48C-ECDD66108499}"/>
          </ac:spMkLst>
        </pc:spChg>
        <pc:spChg chg="mod">
          <ac:chgData name="Casey Mulligan" userId="b1a7e7a662de0c22" providerId="LiveId" clId="{89B4EC8F-E2D3-5F4E-92A8-0941FBD7BD63}" dt="2022-04-15T14:26:38.334" v="4866" actId="1076"/>
          <ac:spMkLst>
            <pc:docMk/>
            <pc:sldMk cId="752687459" sldId="426"/>
            <ac:spMk id="25" creationId="{C4F465D3-18CC-BA47-8968-8FCB85FAC88B}"/>
          </ac:spMkLst>
        </pc:spChg>
        <pc:spChg chg="mod">
          <ac:chgData name="Casey Mulligan" userId="b1a7e7a662de0c22" providerId="LiveId" clId="{89B4EC8F-E2D3-5F4E-92A8-0941FBD7BD63}" dt="2022-04-15T14:24:39.971" v="4852" actId="6549"/>
          <ac:spMkLst>
            <pc:docMk/>
            <pc:sldMk cId="752687459" sldId="426"/>
            <ac:spMk id="28" creationId="{06941AF1-3ED2-B245-A42E-DF94517DD32C}"/>
          </ac:spMkLst>
        </pc:spChg>
        <pc:spChg chg="mod">
          <ac:chgData name="Casey Mulligan" userId="b1a7e7a662de0c22" providerId="LiveId" clId="{89B4EC8F-E2D3-5F4E-92A8-0941FBD7BD63}" dt="2022-04-15T14:24:31.187" v="4846" actId="20577"/>
          <ac:spMkLst>
            <pc:docMk/>
            <pc:sldMk cId="752687459" sldId="426"/>
            <ac:spMk id="29" creationId="{AF826B57-8A2B-6041-AB82-143F6ABDCE02}"/>
          </ac:spMkLst>
        </pc:spChg>
        <pc:spChg chg="del mod">
          <ac:chgData name="Casey Mulligan" userId="b1a7e7a662de0c22" providerId="LiveId" clId="{89B4EC8F-E2D3-5F4E-92A8-0941FBD7BD63}" dt="2022-04-15T14:25:28.317" v="4860" actId="478"/>
          <ac:spMkLst>
            <pc:docMk/>
            <pc:sldMk cId="752687459" sldId="426"/>
            <ac:spMk id="39" creationId="{D33124B5-F412-3843-9F5F-1617A133F3B2}"/>
          </ac:spMkLst>
        </pc:spChg>
        <pc:spChg chg="mod">
          <ac:chgData name="Casey Mulligan" userId="b1a7e7a662de0c22" providerId="LiveId" clId="{89B4EC8F-E2D3-5F4E-92A8-0941FBD7BD63}" dt="2022-04-15T14:26:28.254" v="4865" actId="1076"/>
          <ac:spMkLst>
            <pc:docMk/>
            <pc:sldMk cId="752687459" sldId="426"/>
            <ac:spMk id="45" creationId="{5D9CFC32-D2FB-9546-9E85-EDBF7B933039}"/>
          </ac:spMkLst>
        </pc:spChg>
        <pc:spChg chg="mod">
          <ac:chgData name="Casey Mulligan" userId="b1a7e7a662de0c22" providerId="LiveId" clId="{89B4EC8F-E2D3-5F4E-92A8-0941FBD7BD63}" dt="2022-04-15T14:19:09.901" v="4784" actId="20577"/>
          <ac:spMkLst>
            <pc:docMk/>
            <pc:sldMk cId="752687459" sldId="426"/>
            <ac:spMk id="56" creationId="{F12C7841-3D1C-E545-88A6-E88C1CD68026}"/>
          </ac:spMkLst>
        </pc:spChg>
        <pc:spChg chg="mod">
          <ac:chgData name="Casey Mulligan" userId="b1a7e7a662de0c22" providerId="LiveId" clId="{89B4EC8F-E2D3-5F4E-92A8-0941FBD7BD63}" dt="2022-04-15T14:24:19.362" v="4842" actId="1076"/>
          <ac:spMkLst>
            <pc:docMk/>
            <pc:sldMk cId="752687459" sldId="426"/>
            <ac:spMk id="57" creationId="{91A232D4-8578-E648-A775-C68EB3BBD10D}"/>
          </ac:spMkLst>
        </pc:spChg>
      </pc:sldChg>
      <pc:sldChg chg="modSp add mod modNotesTx">
        <pc:chgData name="Casey Mulligan" userId="b1a7e7a662de0c22" providerId="LiveId" clId="{89B4EC8F-E2D3-5F4E-92A8-0941FBD7BD63}" dt="2022-04-15T15:23:44.074" v="5920" actId="20577"/>
        <pc:sldMkLst>
          <pc:docMk/>
          <pc:sldMk cId="3610801956" sldId="427"/>
        </pc:sldMkLst>
        <pc:spChg chg="mod">
          <ac:chgData name="Casey Mulligan" userId="b1a7e7a662de0c22" providerId="LiveId" clId="{89B4EC8F-E2D3-5F4E-92A8-0941FBD7BD63}" dt="2022-04-15T15:22:48.529" v="5865" actId="114"/>
          <ac:spMkLst>
            <pc:docMk/>
            <pc:sldMk cId="3610801956" sldId="427"/>
            <ac:spMk id="4" creationId="{7D119636-17FB-3E47-AE06-FFE0CF2481D1}"/>
          </ac:spMkLst>
        </pc:spChg>
      </pc:sldChg>
      <pc:sldChg chg="modSp add ord modNotesTx">
        <pc:chgData name="Casey Mulligan" userId="b1a7e7a662de0c22" providerId="LiveId" clId="{89B4EC8F-E2D3-5F4E-92A8-0941FBD7BD63}" dt="2022-04-15T15:24:42.535" v="5950" actId="20577"/>
        <pc:sldMkLst>
          <pc:docMk/>
          <pc:sldMk cId="917399789" sldId="428"/>
        </pc:sldMkLst>
        <pc:spChg chg="mod">
          <ac:chgData name="Casey Mulligan" userId="b1a7e7a662de0c22" providerId="LiveId" clId="{89B4EC8F-E2D3-5F4E-92A8-0941FBD7BD63}" dt="2022-04-15T15:24:24.102" v="5921" actId="207"/>
          <ac:spMkLst>
            <pc:docMk/>
            <pc:sldMk cId="917399789" sldId="428"/>
            <ac:spMk id="27651" creationId="{00000000-0000-0000-0000-000000000000}"/>
          </ac:spMkLst>
        </pc:spChg>
      </pc:sldChg>
      <pc:sldChg chg="addSp delSp modSp new mod modClrScheme chgLayout modNotesTx">
        <pc:chgData name="Casey Mulligan" userId="b1a7e7a662de0c22" providerId="LiveId" clId="{89B4EC8F-E2D3-5F4E-92A8-0941FBD7BD63}" dt="2022-04-15T17:16:19.130" v="8438" actId="114"/>
        <pc:sldMkLst>
          <pc:docMk/>
          <pc:sldMk cId="2409583691" sldId="429"/>
        </pc:sldMkLst>
        <pc:spChg chg="add del mod">
          <ac:chgData name="Casey Mulligan" userId="b1a7e7a662de0c22" providerId="LiveId" clId="{89B4EC8F-E2D3-5F4E-92A8-0941FBD7BD63}" dt="2022-04-15T15:26:09.525" v="5955" actId="26606"/>
          <ac:spMkLst>
            <pc:docMk/>
            <pc:sldMk cId="2409583691" sldId="429"/>
            <ac:spMk id="7" creationId="{817B22A5-0E8D-C5B6-675E-935FCCE55562}"/>
          </ac:spMkLst>
        </pc:spChg>
        <pc:spChg chg="add del mod">
          <ac:chgData name="Casey Mulligan" userId="b1a7e7a662de0c22" providerId="LiveId" clId="{89B4EC8F-E2D3-5F4E-92A8-0941FBD7BD63}" dt="2022-04-15T15:26:09.525" v="5955" actId="26606"/>
          <ac:spMkLst>
            <pc:docMk/>
            <pc:sldMk cId="2409583691" sldId="429"/>
            <ac:spMk id="9" creationId="{9170737C-445A-DEF8-B724-4C1196EA2420}"/>
          </ac:spMkLst>
        </pc:spChg>
        <pc:spChg chg="add del mod">
          <ac:chgData name="Casey Mulligan" userId="b1a7e7a662de0c22" providerId="LiveId" clId="{89B4EC8F-E2D3-5F4E-92A8-0941FBD7BD63}" dt="2022-04-15T15:26:09.525" v="5955" actId="26606"/>
          <ac:spMkLst>
            <pc:docMk/>
            <pc:sldMk cId="2409583691" sldId="429"/>
            <ac:spMk id="11" creationId="{C4B4031D-4C66-A462-BF6B-00FD005ED689}"/>
          </ac:spMkLst>
        </pc:spChg>
        <pc:spChg chg="add del mod">
          <ac:chgData name="Casey Mulligan" userId="b1a7e7a662de0c22" providerId="LiveId" clId="{89B4EC8F-E2D3-5F4E-92A8-0941FBD7BD63}" dt="2022-04-15T15:26:09.525" v="5955" actId="26606"/>
          <ac:spMkLst>
            <pc:docMk/>
            <pc:sldMk cId="2409583691" sldId="429"/>
            <ac:spMk id="13" creationId="{8DB8FC65-098F-17B4-1133-DBEEF00E0190}"/>
          </ac:spMkLst>
        </pc:spChg>
        <pc:spChg chg="add mod">
          <ac:chgData name="Casey Mulligan" userId="b1a7e7a662de0c22" providerId="LiveId" clId="{89B4EC8F-E2D3-5F4E-92A8-0941FBD7BD63}" dt="2022-04-15T15:26:40.605" v="5963" actId="1076"/>
          <ac:spMkLst>
            <pc:docMk/>
            <pc:sldMk cId="2409583691" sldId="429"/>
            <ac:spMk id="15" creationId="{74658EC7-A59C-8AAB-93A4-276BF922AABA}"/>
          </ac:spMkLst>
        </pc:spChg>
        <pc:graphicFrameChg chg="add mod modGraphic">
          <ac:chgData name="Casey Mulligan" userId="b1a7e7a662de0c22" providerId="LiveId" clId="{89B4EC8F-E2D3-5F4E-92A8-0941FBD7BD63}" dt="2022-04-15T17:16:19.130" v="8438" actId="114"/>
          <ac:graphicFrameMkLst>
            <pc:docMk/>
            <pc:sldMk cId="2409583691" sldId="429"/>
            <ac:graphicFrameMk id="2" creationId="{3049D531-ED1F-3290-04D0-5A100909A5E1}"/>
          </ac:graphicFrameMkLst>
        </pc:graphicFrameChg>
      </pc:sldChg>
      <pc:sldChg chg="addSp modSp new mod modClrScheme chgLayout modNotesTx">
        <pc:chgData name="Casey Mulligan" userId="b1a7e7a662de0c22" providerId="LiveId" clId="{89B4EC8F-E2D3-5F4E-92A8-0941FBD7BD63}" dt="2022-04-15T16:03:57.904" v="7341" actId="20577"/>
        <pc:sldMkLst>
          <pc:docMk/>
          <pc:sldMk cId="2482242095" sldId="430"/>
        </pc:sldMkLst>
        <pc:spChg chg="add mod ord">
          <ac:chgData name="Casey Mulligan" userId="b1a7e7a662de0c22" providerId="LiveId" clId="{89B4EC8F-E2D3-5F4E-92A8-0941FBD7BD63}" dt="2022-04-15T15:34:37.938" v="6040" actId="14100"/>
          <ac:spMkLst>
            <pc:docMk/>
            <pc:sldMk cId="2482242095" sldId="430"/>
            <ac:spMk id="3" creationId="{865A0257-16E4-1928-47B7-454CE7003A66}"/>
          </ac:spMkLst>
        </pc:spChg>
        <pc:graphicFrameChg chg="add mod">
          <ac:chgData name="Casey Mulligan" userId="b1a7e7a662de0c22" providerId="LiveId" clId="{89B4EC8F-E2D3-5F4E-92A8-0941FBD7BD63}" dt="2022-04-15T15:34:11.860" v="6032"/>
          <ac:graphicFrameMkLst>
            <pc:docMk/>
            <pc:sldMk cId="2482242095" sldId="430"/>
            <ac:graphicFrameMk id="2" creationId="{9E467F69-E92C-A649-B547-EB61EC32F508}"/>
          </ac:graphicFrameMkLst>
        </pc:graphicFrameChg>
      </pc:sldChg>
      <pc:sldChg chg="add del ord">
        <pc:chgData name="Casey Mulligan" userId="b1a7e7a662de0c22" providerId="LiveId" clId="{89B4EC8F-E2D3-5F4E-92A8-0941FBD7BD63}" dt="2022-04-15T15:46:54.728" v="6324" actId="2890"/>
        <pc:sldMkLst>
          <pc:docMk/>
          <pc:sldMk cId="1354401491" sldId="431"/>
        </pc:sldMkLst>
      </pc:sldChg>
      <pc:sldChg chg="modSp add mod ord modNotesTx">
        <pc:chgData name="Casey Mulligan" userId="b1a7e7a662de0c22" providerId="LiveId" clId="{89B4EC8F-E2D3-5F4E-92A8-0941FBD7BD63}" dt="2022-04-15T15:53:34.515" v="6821" actId="20577"/>
        <pc:sldMkLst>
          <pc:docMk/>
          <pc:sldMk cId="2255077161" sldId="431"/>
        </pc:sldMkLst>
        <pc:spChg chg="mod">
          <ac:chgData name="Casey Mulligan" userId="b1a7e7a662de0c22" providerId="LiveId" clId="{89B4EC8F-E2D3-5F4E-92A8-0941FBD7BD63}" dt="2022-04-15T15:47:10.193" v="6348" actId="20577"/>
          <ac:spMkLst>
            <pc:docMk/>
            <pc:sldMk cId="2255077161" sldId="431"/>
            <ac:spMk id="20482" creationId="{00000000-0000-0000-0000-000000000000}"/>
          </ac:spMkLst>
        </pc:spChg>
        <pc:spChg chg="mod">
          <ac:chgData name="Casey Mulligan" userId="b1a7e7a662de0c22" providerId="LiveId" clId="{89B4EC8F-E2D3-5F4E-92A8-0941FBD7BD63}" dt="2022-04-15T15:51:50.286" v="6667" actId="6549"/>
          <ac:spMkLst>
            <pc:docMk/>
            <pc:sldMk cId="2255077161" sldId="431"/>
            <ac:spMk id="27651" creationId="{00000000-0000-0000-0000-000000000000}"/>
          </ac:spMkLst>
        </pc:spChg>
      </pc:sldChg>
      <pc:sldChg chg="modSp add mod modAnim modNotesTx">
        <pc:chgData name="Casey Mulligan" userId="b1a7e7a662de0c22" providerId="LiveId" clId="{89B4EC8F-E2D3-5F4E-92A8-0941FBD7BD63}" dt="2022-04-15T16:24:20.505" v="8053" actId="114"/>
        <pc:sldMkLst>
          <pc:docMk/>
          <pc:sldMk cId="1213223024" sldId="432"/>
        </pc:sldMkLst>
        <pc:spChg chg="mod">
          <ac:chgData name="Casey Mulligan" userId="b1a7e7a662de0c22" providerId="LiveId" clId="{89B4EC8F-E2D3-5F4E-92A8-0941FBD7BD63}" dt="2022-04-15T15:54:27.944" v="6889" actId="20577"/>
          <ac:spMkLst>
            <pc:docMk/>
            <pc:sldMk cId="1213223024" sldId="432"/>
            <ac:spMk id="20482" creationId="{00000000-0000-0000-0000-000000000000}"/>
          </ac:spMkLst>
        </pc:spChg>
        <pc:spChg chg="mod">
          <ac:chgData name="Casey Mulligan" userId="b1a7e7a662de0c22" providerId="LiveId" clId="{89B4EC8F-E2D3-5F4E-92A8-0941FBD7BD63}" dt="2022-04-15T16:24:20.505" v="8053" actId="114"/>
          <ac:spMkLst>
            <pc:docMk/>
            <pc:sldMk cId="1213223024" sldId="432"/>
            <ac:spMk id="27651" creationId="{00000000-0000-0000-0000-000000000000}"/>
          </ac:spMkLst>
        </pc:spChg>
      </pc:sldChg>
      <pc:sldChg chg="add ord modAnim">
        <pc:chgData name="Casey Mulligan" userId="b1a7e7a662de0c22" providerId="LiveId" clId="{89B4EC8F-E2D3-5F4E-92A8-0941FBD7BD63}" dt="2022-04-15T15:59:26.882" v="7307"/>
        <pc:sldMkLst>
          <pc:docMk/>
          <pc:sldMk cId="2432916421" sldId="433"/>
        </pc:sldMkLst>
      </pc:sldChg>
      <pc:sldChg chg="modSp add mod ord">
        <pc:chgData name="Casey Mulligan" userId="b1a7e7a662de0c22" providerId="LiveId" clId="{89B4EC8F-E2D3-5F4E-92A8-0941FBD7BD63}" dt="2022-04-15T16:20:57.865" v="8039" actId="20577"/>
        <pc:sldMkLst>
          <pc:docMk/>
          <pc:sldMk cId="87727322" sldId="434"/>
        </pc:sldMkLst>
        <pc:spChg chg="mod">
          <ac:chgData name="Casey Mulligan" userId="b1a7e7a662de0c22" providerId="LiveId" clId="{89B4EC8F-E2D3-5F4E-92A8-0941FBD7BD63}" dt="2022-04-15T16:15:08.969" v="7580" actId="20577"/>
          <ac:spMkLst>
            <pc:docMk/>
            <pc:sldMk cId="87727322" sldId="434"/>
            <ac:spMk id="20482" creationId="{00000000-0000-0000-0000-000000000000}"/>
          </ac:spMkLst>
        </pc:spChg>
        <pc:spChg chg="mod">
          <ac:chgData name="Casey Mulligan" userId="b1a7e7a662de0c22" providerId="LiveId" clId="{89B4EC8F-E2D3-5F4E-92A8-0941FBD7BD63}" dt="2022-04-15T16:20:57.865" v="8039" actId="20577"/>
          <ac:spMkLst>
            <pc:docMk/>
            <pc:sldMk cId="87727322" sldId="434"/>
            <ac:spMk id="27651" creationId="{00000000-0000-0000-0000-000000000000}"/>
          </ac:spMkLst>
        </pc:spChg>
      </pc:sldChg>
      <pc:sldChg chg="modSp add mod modAnim modShow modNotesTx">
        <pc:chgData name="Casey Mulligan" userId="b1a7e7a662de0c22" providerId="LiveId" clId="{89B4EC8F-E2D3-5F4E-92A8-0941FBD7BD63}" dt="2022-04-15T16:33:18.380" v="8425" actId="6549"/>
        <pc:sldMkLst>
          <pc:docMk/>
          <pc:sldMk cId="1665459998" sldId="435"/>
        </pc:sldMkLst>
        <pc:spChg chg="mod">
          <ac:chgData name="Casey Mulligan" userId="b1a7e7a662de0c22" providerId="LiveId" clId="{89B4EC8F-E2D3-5F4E-92A8-0941FBD7BD63}" dt="2022-04-15T16:33:06.822" v="8424" actId="20577"/>
          <ac:spMkLst>
            <pc:docMk/>
            <pc:sldMk cId="1665459998" sldId="435"/>
            <ac:spMk id="20482" creationId="{00000000-0000-0000-0000-000000000000}"/>
          </ac:spMkLst>
        </pc:spChg>
        <pc:spChg chg="mod">
          <ac:chgData name="Casey Mulligan" userId="b1a7e7a662de0c22" providerId="LiveId" clId="{89B4EC8F-E2D3-5F4E-92A8-0941FBD7BD63}" dt="2022-04-15T16:32:47.741" v="8420" actId="6549"/>
          <ac:spMkLst>
            <pc:docMk/>
            <pc:sldMk cId="1665459998" sldId="435"/>
            <ac:spMk id="27651" creationId="{00000000-0000-0000-0000-000000000000}"/>
          </ac:spMkLst>
        </pc:spChg>
      </pc:sldChg>
    </pc:docChg>
  </pc:docChgLst>
  <pc:docChgLst>
    <pc:chgData name="Casey Mulligan" userId="b1a7e7a662de0c22" providerId="LiveId" clId="{903959FB-58C0-EA4A-A7B9-9B73E0FE5A0B}"/>
    <pc:docChg chg="custSel addSld delSld modSld modSection">
      <pc:chgData name="Casey Mulligan" userId="b1a7e7a662de0c22" providerId="LiveId" clId="{903959FB-58C0-EA4A-A7B9-9B73E0FE5A0B}" dt="2023-11-13T01:03:40.645" v="2043" actId="6549"/>
      <pc:docMkLst>
        <pc:docMk/>
      </pc:docMkLst>
      <pc:sldChg chg="modSp mod modNotesTx">
        <pc:chgData name="Casey Mulligan" userId="b1a7e7a662de0c22" providerId="LiveId" clId="{903959FB-58C0-EA4A-A7B9-9B73E0FE5A0B}" dt="2023-11-13T01:02:52.462" v="2042" actId="6549"/>
        <pc:sldMkLst>
          <pc:docMk/>
          <pc:sldMk cId="150715368" sldId="293"/>
        </pc:sldMkLst>
        <pc:spChg chg="mod">
          <ac:chgData name="Casey Mulligan" userId="b1a7e7a662de0c22" providerId="LiveId" clId="{903959FB-58C0-EA4A-A7B9-9B73E0FE5A0B}" dt="2023-11-12T01:49:57.773" v="4" actId="6549"/>
          <ac:spMkLst>
            <pc:docMk/>
            <pc:sldMk cId="150715368" sldId="293"/>
            <ac:spMk id="16387" creationId="{00000000-0000-0000-0000-000000000000}"/>
          </ac:spMkLst>
        </pc:spChg>
      </pc:sldChg>
      <pc:sldChg chg="modNotesTx">
        <pc:chgData name="Casey Mulligan" userId="b1a7e7a662de0c22" providerId="LiveId" clId="{903959FB-58C0-EA4A-A7B9-9B73E0FE5A0B}" dt="2023-11-13T01:03:40.645" v="2043" actId="6549"/>
        <pc:sldMkLst>
          <pc:docMk/>
          <pc:sldMk cId="3470819696" sldId="408"/>
        </pc:sldMkLst>
      </pc:sldChg>
      <pc:sldChg chg="addSp delSp modSp add mod modAnim">
        <pc:chgData name="Casey Mulligan" userId="b1a7e7a662de0c22" providerId="LiveId" clId="{903959FB-58C0-EA4A-A7B9-9B73E0FE5A0B}" dt="2023-11-12T19:09:15.961" v="591" actId="1076"/>
        <pc:sldMkLst>
          <pc:docMk/>
          <pc:sldMk cId="3671770159" sldId="414"/>
        </pc:sldMkLst>
        <pc:spChg chg="add del mod">
          <ac:chgData name="Casey Mulligan" userId="b1a7e7a662de0c22" providerId="LiveId" clId="{903959FB-58C0-EA4A-A7B9-9B73E0FE5A0B}" dt="2023-11-12T19:07:18.820" v="581"/>
          <ac:spMkLst>
            <pc:docMk/>
            <pc:sldMk cId="3671770159" sldId="414"/>
            <ac:spMk id="3" creationId="{30A7C42F-CAFB-0D9C-28C1-E942912A3F32}"/>
          </ac:spMkLst>
        </pc:spChg>
        <pc:spChg chg="add del mod">
          <ac:chgData name="Casey Mulligan" userId="b1a7e7a662de0c22" providerId="LiveId" clId="{903959FB-58C0-EA4A-A7B9-9B73E0FE5A0B}" dt="2023-11-12T19:07:18.820" v="581"/>
          <ac:spMkLst>
            <pc:docMk/>
            <pc:sldMk cId="3671770159" sldId="414"/>
            <ac:spMk id="4" creationId="{4F4654D5-86CA-08DB-34E5-F48167D3488E}"/>
          </ac:spMkLst>
        </pc:spChg>
        <pc:spChg chg="add mod">
          <ac:chgData name="Casey Mulligan" userId="b1a7e7a662de0c22" providerId="LiveId" clId="{903959FB-58C0-EA4A-A7B9-9B73E0FE5A0B}" dt="2023-11-12T19:08:20.881" v="588" actId="1076"/>
          <ac:spMkLst>
            <pc:docMk/>
            <pc:sldMk cId="3671770159" sldId="414"/>
            <ac:spMk id="7" creationId="{9140CA3B-D733-9D37-0A10-69EFA324BB86}"/>
          </ac:spMkLst>
        </pc:spChg>
        <pc:spChg chg="add mod">
          <ac:chgData name="Casey Mulligan" userId="b1a7e7a662de0c22" providerId="LiveId" clId="{903959FB-58C0-EA4A-A7B9-9B73E0FE5A0B}" dt="2023-11-12T19:08:27.214" v="589" actId="14100"/>
          <ac:spMkLst>
            <pc:docMk/>
            <pc:sldMk cId="3671770159" sldId="414"/>
            <ac:spMk id="8" creationId="{346A4313-0249-6911-58DD-4AF12AC8DD0F}"/>
          </ac:spMkLst>
        </pc:spChg>
        <pc:spChg chg="mod">
          <ac:chgData name="Casey Mulligan" userId="b1a7e7a662de0c22" providerId="LiveId" clId="{903959FB-58C0-EA4A-A7B9-9B73E0FE5A0B}" dt="2023-11-12T19:06:53.886" v="579" actId="14100"/>
          <ac:spMkLst>
            <pc:docMk/>
            <pc:sldMk cId="3671770159" sldId="414"/>
            <ac:spMk id="25" creationId="{C4F465D3-18CC-BA47-8968-8FCB85FAC88B}"/>
          </ac:spMkLst>
        </pc:spChg>
        <pc:spChg chg="mod">
          <ac:chgData name="Casey Mulligan" userId="b1a7e7a662de0c22" providerId="LiveId" clId="{903959FB-58C0-EA4A-A7B9-9B73E0FE5A0B}" dt="2023-11-12T19:09:15.961" v="591" actId="1076"/>
          <ac:spMkLst>
            <pc:docMk/>
            <pc:sldMk cId="3671770159" sldId="414"/>
            <ac:spMk id="34" creationId="{70F9AB54-FAA8-E04B-BEBC-C53610E3B9AF}"/>
          </ac:spMkLst>
        </pc:spChg>
        <pc:cxnChg chg="add del mod">
          <ac:chgData name="Casey Mulligan" userId="b1a7e7a662de0c22" providerId="LiveId" clId="{903959FB-58C0-EA4A-A7B9-9B73E0FE5A0B}" dt="2023-11-12T19:07:18.820" v="581"/>
          <ac:cxnSpMkLst>
            <pc:docMk/>
            <pc:sldMk cId="3671770159" sldId="414"/>
            <ac:cxnSpMk id="2" creationId="{72AD41C2-A150-F9A4-6FA6-63CF1D7B9F0F}"/>
          </ac:cxnSpMkLst>
        </pc:cxnChg>
        <pc:cxnChg chg="add mod">
          <ac:chgData name="Casey Mulligan" userId="b1a7e7a662de0c22" providerId="LiveId" clId="{903959FB-58C0-EA4A-A7B9-9B73E0FE5A0B}" dt="2023-11-12T19:09:03.450" v="590" actId="167"/>
          <ac:cxnSpMkLst>
            <pc:docMk/>
            <pc:sldMk cId="3671770159" sldId="414"/>
            <ac:cxnSpMk id="6" creationId="{A8BAF768-17D3-AE8D-73A8-77242C0E3492}"/>
          </ac:cxnSpMkLst>
        </pc:cxnChg>
      </pc:sldChg>
      <pc:sldChg chg="modSp mod modNotesTx">
        <pc:chgData name="Casey Mulligan" userId="b1a7e7a662de0c22" providerId="LiveId" clId="{903959FB-58C0-EA4A-A7B9-9B73E0FE5A0B}" dt="2023-11-12T20:13:06.712" v="1676"/>
        <pc:sldMkLst>
          <pc:docMk/>
          <pc:sldMk cId="253932089" sldId="419"/>
        </pc:sldMkLst>
        <pc:spChg chg="mod">
          <ac:chgData name="Casey Mulligan" userId="b1a7e7a662de0c22" providerId="LiveId" clId="{903959FB-58C0-EA4A-A7B9-9B73E0FE5A0B}" dt="2023-11-12T20:13:06.712" v="1676"/>
          <ac:spMkLst>
            <pc:docMk/>
            <pc:sldMk cId="253932089" sldId="419"/>
            <ac:spMk id="27651" creationId="{00000000-0000-0000-0000-000000000000}"/>
          </ac:spMkLst>
        </pc:spChg>
      </pc:sldChg>
      <pc:sldChg chg="modNotesTx">
        <pc:chgData name="Casey Mulligan" userId="b1a7e7a662de0c22" providerId="LiveId" clId="{903959FB-58C0-EA4A-A7B9-9B73E0FE5A0B}" dt="2023-11-12T14:38:28.292" v="125" actId="20577"/>
        <pc:sldMkLst>
          <pc:docMk/>
          <pc:sldMk cId="1708391614" sldId="423"/>
        </pc:sldMkLst>
      </pc:sldChg>
      <pc:sldChg chg="modNotesTx">
        <pc:chgData name="Casey Mulligan" userId="b1a7e7a662de0c22" providerId="LiveId" clId="{903959FB-58C0-EA4A-A7B9-9B73E0FE5A0B}" dt="2023-11-12T20:22:07.167" v="1915" actId="20577"/>
        <pc:sldMkLst>
          <pc:docMk/>
          <pc:sldMk cId="3821668306" sldId="424"/>
        </pc:sldMkLst>
      </pc:sldChg>
      <pc:sldChg chg="modNotesTx">
        <pc:chgData name="Casey Mulligan" userId="b1a7e7a662de0c22" providerId="LiveId" clId="{903959FB-58C0-EA4A-A7B9-9B73E0FE5A0B}" dt="2023-11-12T20:25:10.624" v="1919" actId="20577"/>
        <pc:sldMkLst>
          <pc:docMk/>
          <pc:sldMk cId="917399789" sldId="428"/>
        </pc:sldMkLst>
      </pc:sldChg>
      <pc:sldChg chg="modNotesTx">
        <pc:chgData name="Casey Mulligan" userId="b1a7e7a662de0c22" providerId="LiveId" clId="{903959FB-58C0-EA4A-A7B9-9B73E0FE5A0B}" dt="2023-11-12T20:25:39.070" v="1920" actId="6549"/>
        <pc:sldMkLst>
          <pc:docMk/>
          <pc:sldMk cId="2409583691" sldId="429"/>
        </pc:sldMkLst>
      </pc:sldChg>
      <pc:sldChg chg="modNotesTx">
        <pc:chgData name="Casey Mulligan" userId="b1a7e7a662de0c22" providerId="LiveId" clId="{903959FB-58C0-EA4A-A7B9-9B73E0FE5A0B}" dt="2023-11-12T20:26:35.388" v="1962" actId="20577"/>
        <pc:sldMkLst>
          <pc:docMk/>
          <pc:sldMk cId="2482242095" sldId="430"/>
        </pc:sldMkLst>
      </pc:sldChg>
      <pc:sldChg chg="modNotesTx">
        <pc:chgData name="Casey Mulligan" userId="b1a7e7a662de0c22" providerId="LiveId" clId="{903959FB-58C0-EA4A-A7B9-9B73E0FE5A0B}" dt="2023-11-12T20:26:55.951" v="1999" actId="20577"/>
        <pc:sldMkLst>
          <pc:docMk/>
          <pc:sldMk cId="1213223024" sldId="432"/>
        </pc:sldMkLst>
      </pc:sldChg>
      <pc:sldChg chg="addSp modSp mod modAnim modNotesTx">
        <pc:chgData name="Casey Mulligan" userId="b1a7e7a662de0c22" providerId="LiveId" clId="{903959FB-58C0-EA4A-A7B9-9B73E0FE5A0B}" dt="2023-11-12T18:45:24.687" v="576" actId="113"/>
        <pc:sldMkLst>
          <pc:docMk/>
          <pc:sldMk cId="2432916421" sldId="433"/>
        </pc:sldMkLst>
        <pc:spChg chg="mod">
          <ac:chgData name="Casey Mulligan" userId="b1a7e7a662de0c22" providerId="LiveId" clId="{903959FB-58C0-EA4A-A7B9-9B73E0FE5A0B}" dt="2023-11-12T18:45:24.687" v="576" actId="113"/>
          <ac:spMkLst>
            <pc:docMk/>
            <pc:sldMk cId="2432916421" sldId="433"/>
            <ac:spMk id="2" creationId="{3261D7DB-2874-A04C-E048-24097DE1ACFD}"/>
          </ac:spMkLst>
        </pc:spChg>
        <pc:spChg chg="add mod">
          <ac:chgData name="Casey Mulligan" userId="b1a7e7a662de0c22" providerId="LiveId" clId="{903959FB-58C0-EA4A-A7B9-9B73E0FE5A0B}" dt="2023-11-12T18:42:40.217" v="564" actId="167"/>
          <ac:spMkLst>
            <pc:docMk/>
            <pc:sldMk cId="2432916421" sldId="433"/>
            <ac:spMk id="3" creationId="{7FB1F22B-AFA8-ED8D-773E-1DAEE78093B4}"/>
          </ac:spMkLst>
        </pc:spChg>
        <pc:spChg chg="add mod">
          <ac:chgData name="Casey Mulligan" userId="b1a7e7a662de0c22" providerId="LiveId" clId="{903959FB-58C0-EA4A-A7B9-9B73E0FE5A0B}" dt="2023-11-12T18:43:44.087" v="570" actId="207"/>
          <ac:spMkLst>
            <pc:docMk/>
            <pc:sldMk cId="2432916421" sldId="433"/>
            <ac:spMk id="4" creationId="{EEFA3F14-3E1A-73B1-7C7B-9E2C54AB15F7}"/>
          </ac:spMkLst>
        </pc:spChg>
      </pc:sldChg>
      <pc:sldChg chg="del">
        <pc:chgData name="Casey Mulligan" userId="b1a7e7a662de0c22" providerId="LiveId" clId="{903959FB-58C0-EA4A-A7B9-9B73E0FE5A0B}" dt="2023-11-12T01:45:07.125" v="1" actId="2696"/>
        <pc:sldMkLst>
          <pc:docMk/>
          <pc:sldMk cId="941921848" sldId="436"/>
        </pc:sldMkLst>
      </pc:sldChg>
      <pc:sldChg chg="del">
        <pc:chgData name="Casey Mulligan" userId="b1a7e7a662de0c22" providerId="LiveId" clId="{903959FB-58C0-EA4A-A7B9-9B73E0FE5A0B}" dt="2023-11-12T01:45:07.125" v="1" actId="2696"/>
        <pc:sldMkLst>
          <pc:docMk/>
          <pc:sldMk cId="3320501402" sldId="437"/>
        </pc:sldMkLst>
      </pc:sldChg>
      <pc:sldChg chg="addSp modSp mod modAnim">
        <pc:chgData name="Casey Mulligan" userId="b1a7e7a662de0c22" providerId="LiveId" clId="{903959FB-58C0-EA4A-A7B9-9B73E0FE5A0B}" dt="2023-11-12T20:19:26.062" v="1682" actId="20577"/>
        <pc:sldMkLst>
          <pc:docMk/>
          <pc:sldMk cId="2293593020" sldId="438"/>
        </pc:sldMkLst>
        <pc:spChg chg="add mod">
          <ac:chgData name="Casey Mulligan" userId="b1a7e7a662de0c22" providerId="LiveId" clId="{903959FB-58C0-EA4A-A7B9-9B73E0FE5A0B}" dt="2023-11-12T20:19:26.062" v="1682" actId="20577"/>
          <ac:spMkLst>
            <pc:docMk/>
            <pc:sldMk cId="2293593020" sldId="438"/>
            <ac:spMk id="4" creationId="{C1B4832A-C473-857F-99B6-3E1110A87610}"/>
          </ac:spMkLst>
        </pc:spChg>
      </pc:sldChg>
      <pc:sldChg chg="modSp mod modNotesTx">
        <pc:chgData name="Casey Mulligan" userId="b1a7e7a662de0c22" providerId="LiveId" clId="{903959FB-58C0-EA4A-A7B9-9B73E0FE5A0B}" dt="2023-11-12T20:12:28.877" v="1674" actId="20577"/>
        <pc:sldMkLst>
          <pc:docMk/>
          <pc:sldMk cId="2185919987" sldId="441"/>
        </pc:sldMkLst>
        <pc:spChg chg="mod">
          <ac:chgData name="Casey Mulligan" userId="b1a7e7a662de0c22" providerId="LiveId" clId="{903959FB-58C0-EA4A-A7B9-9B73E0FE5A0B}" dt="2023-11-12T20:12:28.877" v="1674" actId="20577"/>
          <ac:spMkLst>
            <pc:docMk/>
            <pc:sldMk cId="2185919987" sldId="441"/>
            <ac:spMk id="27651" creationId="{00000000-0000-0000-0000-000000000000}"/>
          </ac:spMkLst>
        </pc:spChg>
      </pc:sldChg>
      <pc:sldChg chg="del">
        <pc:chgData name="Casey Mulligan" userId="b1a7e7a662de0c22" providerId="LiveId" clId="{903959FB-58C0-EA4A-A7B9-9B73E0FE5A0B}" dt="2023-11-12T01:44:55.531" v="0" actId="2696"/>
        <pc:sldMkLst>
          <pc:docMk/>
          <pc:sldMk cId="105331572" sldId="442"/>
        </pc:sldMkLst>
      </pc:sldChg>
      <pc:sldChg chg="add del">
        <pc:chgData name="Casey Mulligan" userId="b1a7e7a662de0c22" providerId="LiveId" clId="{903959FB-58C0-EA4A-A7B9-9B73E0FE5A0B}" dt="2023-11-12T19:07:57.737" v="585" actId="2696"/>
        <pc:sldMkLst>
          <pc:docMk/>
          <pc:sldMk cId="830794478" sldId="442"/>
        </pc:sldMkLst>
      </pc:sldChg>
      <pc:sldChg chg="addSp delSp modSp add mod modAnim modNotesTx">
        <pc:chgData name="Casey Mulligan" userId="b1a7e7a662de0c22" providerId="LiveId" clId="{903959FB-58C0-EA4A-A7B9-9B73E0FE5A0B}" dt="2023-11-12T19:31:29.910" v="777" actId="20577"/>
        <pc:sldMkLst>
          <pc:docMk/>
          <pc:sldMk cId="3118787042" sldId="442"/>
        </pc:sldMkLst>
        <pc:spChg chg="add mod">
          <ac:chgData name="Casey Mulligan" userId="b1a7e7a662de0c22" providerId="LiveId" clId="{903959FB-58C0-EA4A-A7B9-9B73E0FE5A0B}" dt="2023-11-12T19:16:28.622" v="602" actId="571"/>
          <ac:spMkLst>
            <pc:docMk/>
            <pc:sldMk cId="3118787042" sldId="442"/>
            <ac:spMk id="2" creationId="{FC4D0585-B1DA-97D7-C1E2-9FC5082B4576}"/>
          </ac:spMkLst>
        </pc:spChg>
        <pc:spChg chg="del">
          <ac:chgData name="Casey Mulligan" userId="b1a7e7a662de0c22" providerId="LiveId" clId="{903959FB-58C0-EA4A-A7B9-9B73E0FE5A0B}" dt="2023-11-12T19:15:50.118" v="597" actId="478"/>
          <ac:spMkLst>
            <pc:docMk/>
            <pc:sldMk cId="3118787042" sldId="442"/>
            <ac:spMk id="3" creationId="{36705C6E-F99E-9864-A7F1-0624C8FFE5FC}"/>
          </ac:spMkLst>
        </pc:spChg>
        <pc:spChg chg="mod">
          <ac:chgData name="Casey Mulligan" userId="b1a7e7a662de0c22" providerId="LiveId" clId="{903959FB-58C0-EA4A-A7B9-9B73E0FE5A0B}" dt="2023-11-12T19:16:54.293" v="605" actId="688"/>
          <ac:spMkLst>
            <pc:docMk/>
            <pc:sldMk cId="3118787042" sldId="442"/>
            <ac:spMk id="4" creationId="{23B0E6CC-299D-AD32-4C6E-0FFD3CFAEFF0}"/>
          </ac:spMkLst>
        </pc:spChg>
        <pc:spChg chg="del mod">
          <ac:chgData name="Casey Mulligan" userId="b1a7e7a662de0c22" providerId="LiveId" clId="{903959FB-58C0-EA4A-A7B9-9B73E0FE5A0B}" dt="2023-11-12T19:17:27.569" v="611" actId="478"/>
          <ac:spMkLst>
            <pc:docMk/>
            <pc:sldMk cId="3118787042" sldId="442"/>
            <ac:spMk id="5" creationId="{96B6581E-B642-7869-3912-CA6CFF589F8A}"/>
          </ac:spMkLst>
        </pc:spChg>
        <pc:spChg chg="add mod">
          <ac:chgData name="Casey Mulligan" userId="b1a7e7a662de0c22" providerId="LiveId" clId="{903959FB-58C0-EA4A-A7B9-9B73E0FE5A0B}" dt="2023-11-12T19:17:18.097" v="609" actId="1076"/>
          <ac:spMkLst>
            <pc:docMk/>
            <pc:sldMk cId="3118787042" sldId="442"/>
            <ac:spMk id="8" creationId="{E13D8ED9-9861-B96F-2EA2-ED05F9E186F9}"/>
          </ac:spMkLst>
        </pc:spChg>
        <pc:spChg chg="mod">
          <ac:chgData name="Casey Mulligan" userId="b1a7e7a662de0c22" providerId="LiveId" clId="{903959FB-58C0-EA4A-A7B9-9B73E0FE5A0B}" dt="2023-11-12T19:15:17.180" v="596"/>
          <ac:spMkLst>
            <pc:docMk/>
            <pc:sldMk cId="3118787042" sldId="442"/>
            <ac:spMk id="9" creationId="{05BBD851-E76B-404D-BFF0-D8BBF37466DF}"/>
          </ac:spMkLst>
        </pc:spChg>
        <pc:spChg chg="add mod">
          <ac:chgData name="Casey Mulligan" userId="b1a7e7a662de0c22" providerId="LiveId" clId="{903959FB-58C0-EA4A-A7B9-9B73E0FE5A0B}" dt="2023-11-12T19:19:35.403" v="692" actId="692"/>
          <ac:spMkLst>
            <pc:docMk/>
            <pc:sldMk cId="3118787042" sldId="442"/>
            <ac:spMk id="10" creationId="{76D94A51-54BE-EED7-8AEA-377337999095}"/>
          </ac:spMkLst>
        </pc:spChg>
        <pc:spChg chg="mod">
          <ac:chgData name="Casey Mulligan" userId="b1a7e7a662de0c22" providerId="LiveId" clId="{903959FB-58C0-EA4A-A7B9-9B73E0FE5A0B}" dt="2023-11-12T19:17:22.152" v="610" actId="166"/>
          <ac:spMkLst>
            <pc:docMk/>
            <pc:sldMk cId="3118787042" sldId="442"/>
            <ac:spMk id="19" creationId="{313866BF-9E28-4644-AB83-72F4BB2DF1EA}"/>
          </ac:spMkLst>
        </pc:spChg>
        <pc:spChg chg="mod">
          <ac:chgData name="Casey Mulligan" userId="b1a7e7a662de0c22" providerId="LiveId" clId="{903959FB-58C0-EA4A-A7B9-9B73E0FE5A0B}" dt="2023-11-12T19:17:05.217" v="607" actId="166"/>
          <ac:spMkLst>
            <pc:docMk/>
            <pc:sldMk cId="3118787042" sldId="442"/>
            <ac:spMk id="20" creationId="{47091380-21EB-E04A-A8C7-32B7D2054E15}"/>
          </ac:spMkLst>
        </pc:spChg>
      </pc:sldChg>
      <pc:sldChg chg="add mod modShow">
        <pc:chgData name="Casey Mulligan" userId="b1a7e7a662de0c22" providerId="LiveId" clId="{903959FB-58C0-EA4A-A7B9-9B73E0FE5A0B}" dt="2023-11-12T19:15:02.556" v="595" actId="729"/>
        <pc:sldMkLst>
          <pc:docMk/>
          <pc:sldMk cId="500010288" sldId="443"/>
        </pc:sldMkLst>
      </pc:sldChg>
      <pc:sldChg chg="modSp add mod modShow">
        <pc:chgData name="Casey Mulligan" userId="b1a7e7a662de0c22" providerId="LiveId" clId="{903959FB-58C0-EA4A-A7B9-9B73E0FE5A0B}" dt="2023-11-12T19:33:49.397" v="780" actId="114"/>
        <pc:sldMkLst>
          <pc:docMk/>
          <pc:sldMk cId="1831559188" sldId="444"/>
        </pc:sldMkLst>
        <pc:spChg chg="mod">
          <ac:chgData name="Casey Mulligan" userId="b1a7e7a662de0c22" providerId="LiveId" clId="{903959FB-58C0-EA4A-A7B9-9B73E0FE5A0B}" dt="2023-11-12T19:33:49.397" v="780" actId="114"/>
          <ac:spMkLst>
            <pc:docMk/>
            <pc:sldMk cId="1831559188" sldId="444"/>
            <ac:spMk id="9" creationId="{05BBD851-E76B-404D-BFF0-D8BBF37466DF}"/>
          </ac:spMkLst>
        </pc:spChg>
      </pc:sldChg>
    </pc:docChg>
  </pc:docChgLst>
  <pc:docChgLst>
    <pc:chgData name="Casey Mulligan" userId="b1a7e7a662de0c22" providerId="LiveId" clId="{B7793A6C-54DD-AD4C-9358-466C679EE89F}"/>
    <pc:docChg chg="undo custSel addSld modSld sldOrd">
      <pc:chgData name="Casey Mulligan" userId="b1a7e7a662de0c22" providerId="LiveId" clId="{B7793A6C-54DD-AD4C-9358-466C679EE89F}" dt="2022-07-02T13:37:45.417" v="311" actId="20577"/>
      <pc:docMkLst>
        <pc:docMk/>
      </pc:docMkLst>
      <pc:sldChg chg="delSp modSp add ord modTransition modNotesTx">
        <pc:chgData name="Casey Mulligan" userId="b1a7e7a662de0c22" providerId="LiveId" clId="{B7793A6C-54DD-AD4C-9358-466C679EE89F}" dt="2022-07-02T13:16:06.486" v="223" actId="1076"/>
        <pc:sldMkLst>
          <pc:docMk/>
          <pc:sldMk cId="941921848" sldId="436"/>
        </pc:sldMkLst>
        <pc:spChg chg="mod">
          <ac:chgData name="Casey Mulligan" userId="b1a7e7a662de0c22" providerId="LiveId" clId="{B7793A6C-54DD-AD4C-9358-466C679EE89F}" dt="2022-07-02T13:08:20.088" v="35" actId="20577"/>
          <ac:spMkLst>
            <pc:docMk/>
            <pc:sldMk cId="941921848" sldId="436"/>
            <ac:spMk id="9" creationId="{05BBD851-E76B-404D-BFF0-D8BBF37466DF}"/>
          </ac:spMkLst>
        </pc:spChg>
        <pc:spChg chg="mod">
          <ac:chgData name="Casey Mulligan" userId="b1a7e7a662de0c22" providerId="LiveId" clId="{B7793A6C-54DD-AD4C-9358-466C679EE89F}" dt="2022-07-02T13:16:06.486" v="223" actId="1076"/>
          <ac:spMkLst>
            <pc:docMk/>
            <pc:sldMk cId="941921848" sldId="436"/>
            <ac:spMk id="25" creationId="{C4F465D3-18CC-BA47-8968-8FCB85FAC88B}"/>
          </ac:spMkLst>
        </pc:spChg>
        <pc:spChg chg="mod">
          <ac:chgData name="Casey Mulligan" userId="b1a7e7a662de0c22" providerId="LiveId" clId="{B7793A6C-54DD-AD4C-9358-466C679EE89F}" dt="2022-07-02T13:10:08.436" v="75" actId="1076"/>
          <ac:spMkLst>
            <pc:docMk/>
            <pc:sldMk cId="941921848" sldId="436"/>
            <ac:spMk id="26" creationId="{1BF528DB-1EB4-A043-A440-F970089C68CE}"/>
          </ac:spMkLst>
        </pc:spChg>
        <pc:spChg chg="del">
          <ac:chgData name="Casey Mulligan" userId="b1a7e7a662de0c22" providerId="LiveId" clId="{B7793A6C-54DD-AD4C-9358-466C679EE89F}" dt="2022-07-02T13:10:32.986" v="88" actId="478"/>
          <ac:spMkLst>
            <pc:docMk/>
            <pc:sldMk cId="941921848" sldId="436"/>
            <ac:spMk id="27" creationId="{DC7F8B9E-6824-BF40-AD4A-0ACFB83A5A92}"/>
          </ac:spMkLst>
        </pc:spChg>
        <pc:spChg chg="mod">
          <ac:chgData name="Casey Mulligan" userId="b1a7e7a662de0c22" providerId="LiveId" clId="{B7793A6C-54DD-AD4C-9358-466C679EE89F}" dt="2022-07-02T13:08:59.301" v="57" actId="14100"/>
          <ac:spMkLst>
            <pc:docMk/>
            <pc:sldMk cId="941921848" sldId="436"/>
            <ac:spMk id="32" creationId="{410CA92F-65E1-1D46-A6D0-E74B2EEEC378}"/>
          </ac:spMkLst>
        </pc:spChg>
        <pc:spChg chg="mod">
          <ac:chgData name="Casey Mulligan" userId="b1a7e7a662de0c22" providerId="LiveId" clId="{B7793A6C-54DD-AD4C-9358-466C679EE89F}" dt="2022-07-02T13:08:54.581" v="56" actId="14100"/>
          <ac:spMkLst>
            <pc:docMk/>
            <pc:sldMk cId="941921848" sldId="436"/>
            <ac:spMk id="37" creationId="{46C45D9C-E267-1A48-853A-CC1AD6A255C0}"/>
          </ac:spMkLst>
        </pc:spChg>
        <pc:spChg chg="mod">
          <ac:chgData name="Casey Mulligan" userId="b1a7e7a662de0c22" providerId="LiveId" clId="{B7793A6C-54DD-AD4C-9358-466C679EE89F}" dt="2022-07-02T13:10:26.708" v="87" actId="1076"/>
          <ac:spMkLst>
            <pc:docMk/>
            <pc:sldMk cId="941921848" sldId="436"/>
            <ac:spMk id="38" creationId="{E3E90CC9-8328-1740-93FB-7F589738A36C}"/>
          </ac:spMkLst>
        </pc:spChg>
      </pc:sldChg>
      <pc:sldChg chg="addSp delSp modSp add ord modNotesTx">
        <pc:chgData name="Casey Mulligan" userId="b1a7e7a662de0c22" providerId="LiveId" clId="{B7793A6C-54DD-AD4C-9358-466C679EE89F}" dt="2022-07-02T13:37:45.417" v="311" actId="20577"/>
        <pc:sldMkLst>
          <pc:docMk/>
          <pc:sldMk cId="3320501402" sldId="437"/>
        </pc:sldMkLst>
        <pc:spChg chg="del">
          <ac:chgData name="Casey Mulligan" userId="b1a7e7a662de0c22" providerId="LiveId" clId="{B7793A6C-54DD-AD4C-9358-466C679EE89F}" dt="2022-07-02T13:30:56.675" v="253" actId="478"/>
          <ac:spMkLst>
            <pc:docMk/>
            <pc:sldMk cId="3320501402" sldId="437"/>
            <ac:spMk id="6" creationId="{2D259441-BE3B-474C-AFB1-C33B328E4F32}"/>
          </ac:spMkLst>
        </pc:spChg>
        <pc:spChg chg="mod">
          <ac:chgData name="Casey Mulligan" userId="b1a7e7a662de0c22" providerId="LiveId" clId="{B7793A6C-54DD-AD4C-9358-466C679EE89F}" dt="2022-07-02T13:37:45.417" v="311" actId="20577"/>
          <ac:spMkLst>
            <pc:docMk/>
            <pc:sldMk cId="3320501402" sldId="437"/>
            <ac:spMk id="9" creationId="{05BBD851-E76B-404D-BFF0-D8BBF37466DF}"/>
          </ac:spMkLst>
        </pc:spChg>
        <pc:spChg chg="del">
          <ac:chgData name="Casey Mulligan" userId="b1a7e7a662de0c22" providerId="LiveId" clId="{B7793A6C-54DD-AD4C-9358-466C679EE89F}" dt="2022-07-02T13:30:37.322" v="249" actId="478"/>
          <ac:spMkLst>
            <pc:docMk/>
            <pc:sldMk cId="3320501402" sldId="437"/>
            <ac:spMk id="18" creationId="{E9098080-29C3-D64E-872A-58DE90A9FCD8}"/>
          </ac:spMkLst>
        </pc:spChg>
        <pc:spChg chg="del">
          <ac:chgData name="Casey Mulligan" userId="b1a7e7a662de0c22" providerId="LiveId" clId="{B7793A6C-54DD-AD4C-9358-466C679EE89F}" dt="2022-07-02T13:30:39.848" v="250" actId="478"/>
          <ac:spMkLst>
            <pc:docMk/>
            <pc:sldMk cId="3320501402" sldId="437"/>
            <ac:spMk id="19" creationId="{313866BF-9E28-4644-AB83-72F4BB2DF1EA}"/>
          </ac:spMkLst>
        </pc:spChg>
        <pc:spChg chg="mod">
          <ac:chgData name="Casey Mulligan" userId="b1a7e7a662de0c22" providerId="LiveId" clId="{B7793A6C-54DD-AD4C-9358-466C679EE89F}" dt="2022-07-02T13:31:21.738" v="257" actId="1076"/>
          <ac:spMkLst>
            <pc:docMk/>
            <pc:sldMk cId="3320501402" sldId="437"/>
            <ac:spMk id="21" creationId="{9A01C6DF-7970-2642-805B-A2B2328FCCD0}"/>
          </ac:spMkLst>
        </pc:spChg>
        <pc:spChg chg="mod">
          <ac:chgData name="Casey Mulligan" userId="b1a7e7a662de0c22" providerId="LiveId" clId="{B7793A6C-54DD-AD4C-9358-466C679EE89F}" dt="2022-07-02T13:37:27.639" v="305" actId="20577"/>
          <ac:spMkLst>
            <pc:docMk/>
            <pc:sldMk cId="3320501402" sldId="437"/>
            <ac:spMk id="22" creationId="{71217528-FE76-4146-88F0-D0711ED9D73B}"/>
          </ac:spMkLst>
        </pc:spChg>
        <pc:spChg chg="mod">
          <ac:chgData name="Casey Mulligan" userId="b1a7e7a662de0c22" providerId="LiveId" clId="{B7793A6C-54DD-AD4C-9358-466C679EE89F}" dt="2022-07-02T13:31:21.738" v="257" actId="1076"/>
          <ac:spMkLst>
            <pc:docMk/>
            <pc:sldMk cId="3320501402" sldId="437"/>
            <ac:spMk id="23" creationId="{BB0C133C-0731-E941-A373-AD33E59F0CC5}"/>
          </ac:spMkLst>
        </pc:spChg>
        <pc:spChg chg="del">
          <ac:chgData name="Casey Mulligan" userId="b1a7e7a662de0c22" providerId="LiveId" clId="{B7793A6C-54DD-AD4C-9358-466C679EE89F}" dt="2022-07-02T13:16:13.912" v="224" actId="478"/>
          <ac:spMkLst>
            <pc:docMk/>
            <pc:sldMk cId="3320501402" sldId="437"/>
            <ac:spMk id="25" creationId="{C4F465D3-18CC-BA47-8968-8FCB85FAC88B}"/>
          </ac:spMkLst>
        </pc:spChg>
        <pc:spChg chg="mod">
          <ac:chgData name="Casey Mulligan" userId="b1a7e7a662de0c22" providerId="LiveId" clId="{B7793A6C-54DD-AD4C-9358-466C679EE89F}" dt="2022-07-02T13:13:53.479" v="193" actId="20577"/>
          <ac:spMkLst>
            <pc:docMk/>
            <pc:sldMk cId="3320501402" sldId="437"/>
            <ac:spMk id="27" creationId="{DB043BA8-74E0-D943-ADDF-FBF953229E31}"/>
          </ac:spMkLst>
        </pc:spChg>
        <pc:spChg chg="del">
          <ac:chgData name="Casey Mulligan" userId="b1a7e7a662de0c22" providerId="LiveId" clId="{B7793A6C-54DD-AD4C-9358-466C679EE89F}" dt="2022-07-02T13:30:14.065" v="246" actId="478"/>
          <ac:spMkLst>
            <pc:docMk/>
            <pc:sldMk cId="3320501402" sldId="437"/>
            <ac:spMk id="28" creationId="{06941AF1-3ED2-B245-A42E-DF94517DD32C}"/>
          </ac:spMkLst>
        </pc:spChg>
        <pc:spChg chg="del">
          <ac:chgData name="Casey Mulligan" userId="b1a7e7a662de0c22" providerId="LiveId" clId="{B7793A6C-54DD-AD4C-9358-466C679EE89F}" dt="2022-07-02T13:32:17.423" v="272" actId="478"/>
          <ac:spMkLst>
            <pc:docMk/>
            <pc:sldMk cId="3320501402" sldId="437"/>
            <ac:spMk id="29" creationId="{AF826B57-8A2B-6041-AB82-143F6ABDCE02}"/>
          </ac:spMkLst>
        </pc:spChg>
        <pc:spChg chg="del mod">
          <ac:chgData name="Casey Mulligan" userId="b1a7e7a662de0c22" providerId="LiveId" clId="{B7793A6C-54DD-AD4C-9358-466C679EE89F}" dt="2022-07-02T13:31:38.938" v="260" actId="478"/>
          <ac:spMkLst>
            <pc:docMk/>
            <pc:sldMk cId="3320501402" sldId="437"/>
            <ac:spMk id="30" creationId="{DF2AED5A-C6DE-9347-976D-634BFC3304B3}"/>
          </ac:spMkLst>
        </pc:spChg>
        <pc:spChg chg="del">
          <ac:chgData name="Casey Mulligan" userId="b1a7e7a662de0c22" providerId="LiveId" clId="{B7793A6C-54DD-AD4C-9358-466C679EE89F}" dt="2022-07-02T13:32:17.423" v="272" actId="478"/>
          <ac:spMkLst>
            <pc:docMk/>
            <pc:sldMk cId="3320501402" sldId="437"/>
            <ac:spMk id="31" creationId="{57ABE302-8347-914B-9724-1FD96E2038E9}"/>
          </ac:spMkLst>
        </pc:spChg>
        <pc:spChg chg="del">
          <ac:chgData name="Casey Mulligan" userId="b1a7e7a662de0c22" providerId="LiveId" clId="{B7793A6C-54DD-AD4C-9358-466C679EE89F}" dt="2022-07-02T13:31:08.318" v="254" actId="478"/>
          <ac:spMkLst>
            <pc:docMk/>
            <pc:sldMk cId="3320501402" sldId="437"/>
            <ac:spMk id="32" creationId="{8422021A-D414-7C4C-A9BE-EA65DCB01B33}"/>
          </ac:spMkLst>
        </pc:spChg>
        <pc:spChg chg="mod">
          <ac:chgData name="Casey Mulligan" userId="b1a7e7a662de0c22" providerId="LiveId" clId="{B7793A6C-54DD-AD4C-9358-466C679EE89F}" dt="2022-07-02T13:35:51.204" v="301" actId="1076"/>
          <ac:spMkLst>
            <pc:docMk/>
            <pc:sldMk cId="3320501402" sldId="437"/>
            <ac:spMk id="33" creationId="{B51CA705-1393-4942-9F64-80E426159C62}"/>
          </ac:spMkLst>
        </pc:spChg>
        <pc:spChg chg="add mod">
          <ac:chgData name="Casey Mulligan" userId="b1a7e7a662de0c22" providerId="LiveId" clId="{B7793A6C-54DD-AD4C-9358-466C679EE89F}" dt="2022-07-02T13:16:19.500" v="226" actId="1076"/>
          <ac:spMkLst>
            <pc:docMk/>
            <pc:sldMk cId="3320501402" sldId="437"/>
            <ac:spMk id="34" creationId="{57274598-497A-114E-A633-5EB9EAF94863}"/>
          </ac:spMkLst>
        </pc:spChg>
        <pc:spChg chg="add mod">
          <ac:chgData name="Casey Mulligan" userId="b1a7e7a662de0c22" providerId="LiveId" clId="{B7793A6C-54DD-AD4C-9358-466C679EE89F}" dt="2022-07-02T13:35:41.105" v="294" actId="20577"/>
          <ac:spMkLst>
            <pc:docMk/>
            <pc:sldMk cId="3320501402" sldId="437"/>
            <ac:spMk id="36" creationId="{41765116-26B9-D341-8FEB-1694AF181D1A}"/>
          </ac:spMkLst>
        </pc:spChg>
        <pc:spChg chg="mod">
          <ac:chgData name="Casey Mulligan" userId="b1a7e7a662de0c22" providerId="LiveId" clId="{B7793A6C-54DD-AD4C-9358-466C679EE89F}" dt="2022-07-02T13:37:08.198" v="302" actId="692"/>
          <ac:spMkLst>
            <pc:docMk/>
            <pc:sldMk cId="3320501402" sldId="437"/>
            <ac:spMk id="39" creationId="{D33124B5-F412-3843-9F5F-1617A133F3B2}"/>
          </ac:spMkLst>
        </pc:spChg>
        <pc:spChg chg="mod">
          <ac:chgData name="Casey Mulligan" userId="b1a7e7a662de0c22" providerId="LiveId" clId="{B7793A6C-54DD-AD4C-9358-466C679EE89F}" dt="2022-07-02T13:37:18.787" v="303" actId="692"/>
          <ac:spMkLst>
            <pc:docMk/>
            <pc:sldMk cId="3320501402" sldId="437"/>
            <ac:spMk id="42" creationId="{131C9A63-EED3-6D46-90A7-728AC241DDE0}"/>
          </ac:spMkLst>
        </pc:spChg>
        <pc:spChg chg="mod">
          <ac:chgData name="Casey Mulligan" userId="b1a7e7a662de0c22" providerId="LiveId" clId="{B7793A6C-54DD-AD4C-9358-466C679EE89F}" dt="2022-07-02T13:13:03.032" v="159" actId="1076"/>
          <ac:spMkLst>
            <pc:docMk/>
            <pc:sldMk cId="3320501402" sldId="437"/>
            <ac:spMk id="56" creationId="{F12C7841-3D1C-E545-88A6-E88C1CD68026}"/>
          </ac:spMkLst>
        </pc:spChg>
        <pc:spChg chg="del">
          <ac:chgData name="Casey Mulligan" userId="b1a7e7a662de0c22" providerId="LiveId" clId="{B7793A6C-54DD-AD4C-9358-466C679EE89F}" dt="2022-07-02T13:31:54.610" v="263" actId="478"/>
          <ac:spMkLst>
            <pc:docMk/>
            <pc:sldMk cId="3320501402" sldId="437"/>
            <ac:spMk id="57" creationId="{91A232D4-8578-E648-A775-C68EB3BBD10D}"/>
          </ac:spMkLst>
        </pc:spChg>
      </pc:sldChg>
    </pc:docChg>
  </pc:docChgLst>
  <pc:docChgLst>
    <pc:chgData name="Casey Mulligan" userId="b1a7e7a662de0c22" providerId="LiveId" clId="{9EC96CF8-D3CB-154D-B40A-E916823A3686}"/>
    <pc:docChg chg="undo custSel addSld modSld sldOrd">
      <pc:chgData name="Casey Mulligan" userId="b1a7e7a662de0c22" providerId="LiveId" clId="{9EC96CF8-D3CB-154D-B40A-E916823A3686}" dt="2022-03-01T03:00:56.831" v="989" actId="114"/>
      <pc:docMkLst>
        <pc:docMk/>
      </pc:docMkLst>
      <pc:sldChg chg="addSp delSp modSp add mod">
        <pc:chgData name="Casey Mulligan" userId="b1a7e7a662de0c22" providerId="LiveId" clId="{9EC96CF8-D3CB-154D-B40A-E916823A3686}" dt="2022-02-26T19:28:50.769" v="239" actId="167"/>
        <pc:sldMkLst>
          <pc:docMk/>
          <pc:sldMk cId="631209284" sldId="376"/>
        </pc:sldMkLst>
        <pc:spChg chg="mod">
          <ac:chgData name="Casey Mulligan" userId="b1a7e7a662de0c22" providerId="LiveId" clId="{9EC96CF8-D3CB-154D-B40A-E916823A3686}" dt="2022-02-26T19:19:24.725" v="161" actId="14100"/>
          <ac:spMkLst>
            <pc:docMk/>
            <pc:sldMk cId="631209284" sldId="376"/>
            <ac:spMk id="2" creationId="{C78BB016-5263-5341-AE35-27B4B081EE43}"/>
          </ac:spMkLst>
        </pc:spChg>
        <pc:spChg chg="add mod">
          <ac:chgData name="Casey Mulligan" userId="b1a7e7a662de0c22" providerId="LiveId" clId="{9EC96CF8-D3CB-154D-B40A-E916823A3686}" dt="2022-02-26T19:28:50.769" v="239" actId="167"/>
          <ac:spMkLst>
            <pc:docMk/>
            <pc:sldMk cId="631209284" sldId="376"/>
            <ac:spMk id="3" creationId="{42F5B60F-6299-6149-8994-E8ECC5AF448E}"/>
          </ac:spMkLst>
        </pc:spChg>
        <pc:spChg chg="mod">
          <ac:chgData name="Casey Mulligan" userId="b1a7e7a662de0c22" providerId="LiveId" clId="{9EC96CF8-D3CB-154D-B40A-E916823A3686}" dt="2022-02-26T19:23:54.218" v="219" actId="6549"/>
          <ac:spMkLst>
            <pc:docMk/>
            <pc:sldMk cId="631209284" sldId="376"/>
            <ac:spMk id="9" creationId="{05BBD851-E76B-404D-BFF0-D8BBF37466DF}"/>
          </ac:spMkLst>
        </pc:spChg>
        <pc:spChg chg="del">
          <ac:chgData name="Casey Mulligan" userId="b1a7e7a662de0c22" providerId="LiveId" clId="{9EC96CF8-D3CB-154D-B40A-E916823A3686}" dt="2022-02-26T19:16:37.004" v="122" actId="478"/>
          <ac:spMkLst>
            <pc:docMk/>
            <pc:sldMk cId="631209284" sldId="376"/>
            <ac:spMk id="21" creationId="{815CD01A-9474-D046-881C-1E5CF2D3C95C}"/>
          </ac:spMkLst>
        </pc:spChg>
        <pc:spChg chg="mod">
          <ac:chgData name="Casey Mulligan" userId="b1a7e7a662de0c22" providerId="LiveId" clId="{9EC96CF8-D3CB-154D-B40A-E916823A3686}" dt="2022-02-26T19:14:12.664" v="79" actId="692"/>
          <ac:spMkLst>
            <pc:docMk/>
            <pc:sldMk cId="631209284" sldId="376"/>
            <ac:spMk id="22" creationId="{733434EE-6278-5542-AA15-4371AB168794}"/>
          </ac:spMkLst>
        </pc:spChg>
        <pc:spChg chg="mod">
          <ac:chgData name="Casey Mulligan" userId="b1a7e7a662de0c22" providerId="LiveId" clId="{9EC96CF8-D3CB-154D-B40A-E916823A3686}" dt="2022-02-26T19:12:46.856" v="72" actId="14100"/>
          <ac:spMkLst>
            <pc:docMk/>
            <pc:sldMk cId="631209284" sldId="376"/>
            <ac:spMk id="25" creationId="{C4F465D3-18CC-BA47-8968-8FCB85FAC88B}"/>
          </ac:spMkLst>
        </pc:spChg>
        <pc:spChg chg="mod">
          <ac:chgData name="Casey Mulligan" userId="b1a7e7a662de0c22" providerId="LiveId" clId="{9EC96CF8-D3CB-154D-B40A-E916823A3686}" dt="2022-02-26T19:12:31.171" v="62" actId="1076"/>
          <ac:spMkLst>
            <pc:docMk/>
            <pc:sldMk cId="631209284" sldId="376"/>
            <ac:spMk id="26" creationId="{1BF528DB-1EB4-A043-A440-F970089C68CE}"/>
          </ac:spMkLst>
        </pc:spChg>
        <pc:spChg chg="mod">
          <ac:chgData name="Casey Mulligan" userId="b1a7e7a662de0c22" providerId="LiveId" clId="{9EC96CF8-D3CB-154D-B40A-E916823A3686}" dt="2022-02-26T19:24:19.829" v="221" actId="1076"/>
          <ac:spMkLst>
            <pc:docMk/>
            <pc:sldMk cId="631209284" sldId="376"/>
            <ac:spMk id="27" creationId="{DC7F8B9E-6824-BF40-AD4A-0ACFB83A5A92}"/>
          </ac:spMkLst>
        </pc:spChg>
        <pc:spChg chg="mod">
          <ac:chgData name="Casey Mulligan" userId="b1a7e7a662de0c22" providerId="LiveId" clId="{9EC96CF8-D3CB-154D-B40A-E916823A3686}" dt="2022-02-26T19:17:31.641" v="124" actId="1076"/>
          <ac:spMkLst>
            <pc:docMk/>
            <pc:sldMk cId="631209284" sldId="376"/>
            <ac:spMk id="30" creationId="{6F3BCEBF-CD49-BD4C-A42C-403B665A2B87}"/>
          </ac:spMkLst>
        </pc:spChg>
        <pc:spChg chg="mod">
          <ac:chgData name="Casey Mulligan" userId="b1a7e7a662de0c22" providerId="LiveId" clId="{9EC96CF8-D3CB-154D-B40A-E916823A3686}" dt="2022-02-26T19:16:14.592" v="119" actId="1076"/>
          <ac:spMkLst>
            <pc:docMk/>
            <pc:sldMk cId="631209284" sldId="376"/>
            <ac:spMk id="32" creationId="{410CA92F-65E1-1D46-A6D0-E74B2EEEC378}"/>
          </ac:spMkLst>
        </pc:spChg>
        <pc:spChg chg="mod">
          <ac:chgData name="Casey Mulligan" userId="b1a7e7a662de0c22" providerId="LiveId" clId="{9EC96CF8-D3CB-154D-B40A-E916823A3686}" dt="2022-02-26T19:17:35.066" v="126" actId="6549"/>
          <ac:spMkLst>
            <pc:docMk/>
            <pc:sldMk cId="631209284" sldId="376"/>
            <ac:spMk id="33" creationId="{7DA2C119-A7D9-7047-8544-90D24DD67C0C}"/>
          </ac:spMkLst>
        </pc:spChg>
        <pc:spChg chg="del">
          <ac:chgData name="Casey Mulligan" userId="b1a7e7a662de0c22" providerId="LiveId" clId="{9EC96CF8-D3CB-154D-B40A-E916823A3686}" dt="2022-02-26T19:23:06.851" v="215" actId="478"/>
          <ac:spMkLst>
            <pc:docMk/>
            <pc:sldMk cId="631209284" sldId="376"/>
            <ac:spMk id="34" creationId="{69E2ECE2-ABDD-6843-A2C4-74581791B5C0}"/>
          </ac:spMkLst>
        </pc:spChg>
        <pc:spChg chg="del">
          <ac:chgData name="Casey Mulligan" userId="b1a7e7a662de0c22" providerId="LiveId" clId="{9EC96CF8-D3CB-154D-B40A-E916823A3686}" dt="2022-02-26T19:16:25.750" v="120" actId="478"/>
          <ac:spMkLst>
            <pc:docMk/>
            <pc:sldMk cId="631209284" sldId="376"/>
            <ac:spMk id="37" creationId="{46C45D9C-E267-1A48-853A-CC1AD6A255C0}"/>
          </ac:spMkLst>
        </pc:spChg>
        <pc:spChg chg="mod">
          <ac:chgData name="Casey Mulligan" userId="b1a7e7a662de0c22" providerId="LiveId" clId="{9EC96CF8-D3CB-154D-B40A-E916823A3686}" dt="2022-02-26T19:24:07.952" v="220" actId="1076"/>
          <ac:spMkLst>
            <pc:docMk/>
            <pc:sldMk cId="631209284" sldId="376"/>
            <ac:spMk id="38" creationId="{E3E90CC9-8328-1740-93FB-7F589738A36C}"/>
          </ac:spMkLst>
        </pc:spChg>
        <pc:spChg chg="mod">
          <ac:chgData name="Casey Mulligan" userId="b1a7e7a662de0c22" providerId="LiveId" clId="{9EC96CF8-D3CB-154D-B40A-E916823A3686}" dt="2022-02-26T19:16:34.741" v="121" actId="1076"/>
          <ac:spMkLst>
            <pc:docMk/>
            <pc:sldMk cId="631209284" sldId="376"/>
            <ac:spMk id="40" creationId="{AB0902A3-5125-DC47-9B56-76E72901417F}"/>
          </ac:spMkLst>
        </pc:spChg>
        <pc:spChg chg="del">
          <ac:chgData name="Casey Mulligan" userId="b1a7e7a662de0c22" providerId="LiveId" clId="{9EC96CF8-D3CB-154D-B40A-E916823A3686}" dt="2022-02-26T19:23:06.851" v="215" actId="478"/>
          <ac:spMkLst>
            <pc:docMk/>
            <pc:sldMk cId="631209284" sldId="376"/>
            <ac:spMk id="51" creationId="{0A68A827-F287-A24C-8C36-B6384FFD7F5E}"/>
          </ac:spMkLst>
        </pc:spChg>
        <pc:spChg chg="del">
          <ac:chgData name="Casey Mulligan" userId="b1a7e7a662de0c22" providerId="LiveId" clId="{9EC96CF8-D3CB-154D-B40A-E916823A3686}" dt="2022-02-26T19:16:45.666" v="123" actId="478"/>
          <ac:spMkLst>
            <pc:docMk/>
            <pc:sldMk cId="631209284" sldId="376"/>
            <ac:spMk id="2065" creationId="{00000000-0000-0000-0000-000000000000}"/>
          </ac:spMkLst>
        </pc:spChg>
        <pc:cxnChg chg="add mod">
          <ac:chgData name="Casey Mulligan" userId="b1a7e7a662de0c22" providerId="LiveId" clId="{9EC96CF8-D3CB-154D-B40A-E916823A3686}" dt="2022-02-26T19:19:09.220" v="159" actId="692"/>
          <ac:cxnSpMkLst>
            <pc:docMk/>
            <pc:sldMk cId="631209284" sldId="376"/>
            <ac:cxnSpMk id="5" creationId="{7FB38266-5D36-1544-B52D-AFD77EBBBC55}"/>
          </ac:cxnSpMkLst>
        </pc:cxnChg>
        <pc:cxnChg chg="mod">
          <ac:chgData name="Casey Mulligan" userId="b1a7e7a662de0c22" providerId="LiveId" clId="{9EC96CF8-D3CB-154D-B40A-E916823A3686}" dt="2022-02-26T19:16:08.427" v="118" actId="692"/>
          <ac:cxnSpMkLst>
            <pc:docMk/>
            <pc:sldMk cId="631209284" sldId="376"/>
            <ac:cxnSpMk id="31" creationId="{546092A6-8C3C-E74D-8350-69BB8BC211AF}"/>
          </ac:cxnSpMkLst>
        </pc:cxnChg>
        <pc:cxnChg chg="del">
          <ac:chgData name="Casey Mulligan" userId="b1a7e7a662de0c22" providerId="LiveId" clId="{9EC96CF8-D3CB-154D-B40A-E916823A3686}" dt="2022-02-26T19:16:25.750" v="120" actId="478"/>
          <ac:cxnSpMkLst>
            <pc:docMk/>
            <pc:sldMk cId="631209284" sldId="376"/>
            <ac:cxnSpMk id="36" creationId="{2211D463-783F-0844-BE13-12DA261228D8}"/>
          </ac:cxnSpMkLst>
        </pc:cxnChg>
        <pc:cxnChg chg="mod">
          <ac:chgData name="Casey Mulligan" userId="b1a7e7a662de0c22" providerId="LiveId" clId="{9EC96CF8-D3CB-154D-B40A-E916823A3686}" dt="2022-02-26T19:16:34.741" v="121" actId="1076"/>
          <ac:cxnSpMkLst>
            <pc:docMk/>
            <pc:sldMk cId="631209284" sldId="376"/>
            <ac:cxnSpMk id="39" creationId="{FA1C8CC8-B09C-3640-9613-F751B177B47D}"/>
          </ac:cxnSpMkLst>
        </pc:cxnChg>
      </pc:sldChg>
      <pc:sldChg chg="addSp delSp modSp add mod ord">
        <pc:chgData name="Casey Mulligan" userId="b1a7e7a662de0c22" providerId="LiveId" clId="{9EC96CF8-D3CB-154D-B40A-E916823A3686}" dt="2022-02-26T19:39:34.049" v="490" actId="20578"/>
        <pc:sldMkLst>
          <pc:docMk/>
          <pc:sldMk cId="1292165847" sldId="377"/>
        </pc:sldMkLst>
        <pc:spChg chg="del">
          <ac:chgData name="Casey Mulligan" userId="b1a7e7a662de0c22" providerId="LiveId" clId="{9EC96CF8-D3CB-154D-B40A-E916823A3686}" dt="2022-02-26T19:28:36.925" v="237" actId="478"/>
          <ac:spMkLst>
            <pc:docMk/>
            <pc:sldMk cId="1292165847" sldId="377"/>
            <ac:spMk id="2" creationId="{C78BB016-5263-5341-AE35-27B4B081EE43}"/>
          </ac:spMkLst>
        </pc:spChg>
        <pc:spChg chg="mod">
          <ac:chgData name="Casey Mulligan" userId="b1a7e7a662de0c22" providerId="LiveId" clId="{9EC96CF8-D3CB-154D-B40A-E916823A3686}" dt="2022-02-26T19:32:30.806" v="252" actId="206"/>
          <ac:spMkLst>
            <pc:docMk/>
            <pc:sldMk cId="1292165847" sldId="377"/>
            <ac:spMk id="3" creationId="{42F5B60F-6299-6149-8994-E8ECC5AF448E}"/>
          </ac:spMkLst>
        </pc:spChg>
        <pc:spChg chg="mod">
          <ac:chgData name="Casey Mulligan" userId="b1a7e7a662de0c22" providerId="LiveId" clId="{9EC96CF8-D3CB-154D-B40A-E916823A3686}" dt="2022-02-26T19:33:21.600" v="329" actId="404"/>
          <ac:spMkLst>
            <pc:docMk/>
            <pc:sldMk cId="1292165847" sldId="377"/>
            <ac:spMk id="9" creationId="{05BBD851-E76B-404D-BFF0-D8BBF37466DF}"/>
          </ac:spMkLst>
        </pc:spChg>
        <pc:spChg chg="add mod">
          <ac:chgData name="Casey Mulligan" userId="b1a7e7a662de0c22" providerId="LiveId" clId="{9EC96CF8-D3CB-154D-B40A-E916823A3686}" dt="2022-02-26T19:29:10.022" v="242" actId="571"/>
          <ac:spMkLst>
            <pc:docMk/>
            <pc:sldMk cId="1292165847" sldId="377"/>
            <ac:spMk id="21" creationId="{099FFE1B-BC55-D64E-BB79-D852685364C2}"/>
          </ac:spMkLst>
        </pc:spChg>
        <pc:spChg chg="add mod">
          <ac:chgData name="Casey Mulligan" userId="b1a7e7a662de0c22" providerId="LiveId" clId="{9EC96CF8-D3CB-154D-B40A-E916823A3686}" dt="2022-02-26T19:32:06.990" v="251" actId="6549"/>
          <ac:spMkLst>
            <pc:docMk/>
            <pc:sldMk cId="1292165847" sldId="377"/>
            <ac:spMk id="23" creationId="{E930CFC9-5761-3246-91B9-C52D02FD20C2}"/>
          </ac:spMkLst>
        </pc:spChg>
        <pc:spChg chg="add mod">
          <ac:chgData name="Casey Mulligan" userId="b1a7e7a662de0c22" providerId="LiveId" clId="{9EC96CF8-D3CB-154D-B40A-E916823A3686}" dt="2022-02-26T19:32:03.234" v="249" actId="1076"/>
          <ac:spMkLst>
            <pc:docMk/>
            <pc:sldMk cId="1292165847" sldId="377"/>
            <ac:spMk id="24" creationId="{9BB2ABA6-5765-B74F-8ECB-F7FAD1BB47FD}"/>
          </ac:spMkLst>
        </pc:spChg>
        <pc:spChg chg="add mod">
          <ac:chgData name="Casey Mulligan" userId="b1a7e7a662de0c22" providerId="LiveId" clId="{9EC96CF8-D3CB-154D-B40A-E916823A3686}" dt="2022-02-26T19:32:03.234" v="249" actId="1076"/>
          <ac:spMkLst>
            <pc:docMk/>
            <pc:sldMk cId="1292165847" sldId="377"/>
            <ac:spMk id="28" creationId="{1D5B3960-900A-CB45-B9E4-4C5E05DAB4C6}"/>
          </ac:spMkLst>
        </pc:spChg>
        <pc:spChg chg="mod">
          <ac:chgData name="Casey Mulligan" userId="b1a7e7a662de0c22" providerId="LiveId" clId="{9EC96CF8-D3CB-154D-B40A-E916823A3686}" dt="2022-02-26T19:29:03.084" v="241" actId="113"/>
          <ac:spMkLst>
            <pc:docMk/>
            <pc:sldMk cId="1292165847" sldId="377"/>
            <ac:spMk id="30" creationId="{6F3BCEBF-CD49-BD4C-A42C-403B665A2B87}"/>
          </ac:spMkLst>
        </pc:spChg>
        <pc:spChg chg="add del mod">
          <ac:chgData name="Casey Mulligan" userId="b1a7e7a662de0c22" providerId="LiveId" clId="{9EC96CF8-D3CB-154D-B40A-E916823A3686}" dt="2022-02-26T19:29:16.683" v="244" actId="478"/>
          <ac:spMkLst>
            <pc:docMk/>
            <pc:sldMk cId="1292165847" sldId="377"/>
            <ac:spMk id="33" creationId="{7DA2C119-A7D9-7047-8544-90D24DD67C0C}"/>
          </ac:spMkLst>
        </pc:spChg>
        <pc:spChg chg="del">
          <ac:chgData name="Casey Mulligan" userId="b1a7e7a662de0c22" providerId="LiveId" clId="{9EC96CF8-D3CB-154D-B40A-E916823A3686}" dt="2022-02-26T19:28:34.176" v="236" actId="478"/>
          <ac:spMkLst>
            <pc:docMk/>
            <pc:sldMk cId="1292165847" sldId="377"/>
            <ac:spMk id="38" creationId="{E3E90CC9-8328-1740-93FB-7F589738A36C}"/>
          </ac:spMkLst>
        </pc:spChg>
        <pc:cxnChg chg="del">
          <ac:chgData name="Casey Mulligan" userId="b1a7e7a662de0c22" providerId="LiveId" clId="{9EC96CF8-D3CB-154D-B40A-E916823A3686}" dt="2022-02-26T19:28:39.670" v="238" actId="478"/>
          <ac:cxnSpMkLst>
            <pc:docMk/>
            <pc:sldMk cId="1292165847" sldId="377"/>
            <ac:cxnSpMk id="5" creationId="{7FB38266-5D36-1544-B52D-AFD77EBBBC55}"/>
          </ac:cxnSpMkLst>
        </pc:cxnChg>
      </pc:sldChg>
      <pc:sldChg chg="delSp modSp add mod delAnim modShow">
        <pc:chgData name="Casey Mulligan" userId="b1a7e7a662de0c22" providerId="LiveId" clId="{9EC96CF8-D3CB-154D-B40A-E916823A3686}" dt="2022-02-26T19:39:20.565" v="488" actId="729"/>
        <pc:sldMkLst>
          <pc:docMk/>
          <pc:sldMk cId="2743962579" sldId="402"/>
        </pc:sldMkLst>
        <pc:spChg chg="mod">
          <ac:chgData name="Casey Mulligan" userId="b1a7e7a662de0c22" providerId="LiveId" clId="{9EC96CF8-D3CB-154D-B40A-E916823A3686}" dt="2022-02-26T19:35:57.025" v="436" actId="692"/>
          <ac:spMkLst>
            <pc:docMk/>
            <pc:sldMk cId="2743962579" sldId="402"/>
            <ac:spMk id="6" creationId="{2D259441-BE3B-474C-AFB1-C33B328E4F32}"/>
          </ac:spMkLst>
        </pc:spChg>
        <pc:spChg chg="mod">
          <ac:chgData name="Casey Mulligan" userId="b1a7e7a662de0c22" providerId="LiveId" clId="{9EC96CF8-D3CB-154D-B40A-E916823A3686}" dt="2022-02-26T19:34:27.502" v="411" actId="404"/>
          <ac:spMkLst>
            <pc:docMk/>
            <pc:sldMk cId="2743962579" sldId="402"/>
            <ac:spMk id="9" creationId="{05BBD851-E76B-404D-BFF0-D8BBF37466DF}"/>
          </ac:spMkLst>
        </pc:spChg>
        <pc:spChg chg="mod">
          <ac:chgData name="Casey Mulligan" userId="b1a7e7a662de0c22" providerId="LiveId" clId="{9EC96CF8-D3CB-154D-B40A-E916823A3686}" dt="2022-02-26T19:38:41.970" v="485" actId="1076"/>
          <ac:spMkLst>
            <pc:docMk/>
            <pc:sldMk cId="2743962579" sldId="402"/>
            <ac:spMk id="20" creationId="{47091380-21EB-E04A-A8C7-32B7D2054E15}"/>
          </ac:spMkLst>
        </pc:spChg>
        <pc:spChg chg="del">
          <ac:chgData name="Casey Mulligan" userId="b1a7e7a662de0c22" providerId="LiveId" clId="{9EC96CF8-D3CB-154D-B40A-E916823A3686}" dt="2022-02-26T19:37:48.369" v="481" actId="478"/>
          <ac:spMkLst>
            <pc:docMk/>
            <pc:sldMk cId="2743962579" sldId="402"/>
            <ac:spMk id="21" creationId="{A6483C91-E34E-9446-9F85-327DF6869CC0}"/>
          </ac:spMkLst>
        </pc:spChg>
        <pc:spChg chg="mod">
          <ac:chgData name="Casey Mulligan" userId="b1a7e7a662de0c22" providerId="LiveId" clId="{9EC96CF8-D3CB-154D-B40A-E916823A3686}" dt="2022-02-26T19:38:48.583" v="486" actId="1076"/>
          <ac:spMkLst>
            <pc:docMk/>
            <pc:sldMk cId="2743962579" sldId="402"/>
            <ac:spMk id="22" creationId="{71217528-FE76-4146-88F0-D0711ED9D73B}"/>
          </ac:spMkLst>
        </pc:spChg>
        <pc:spChg chg="mod">
          <ac:chgData name="Casey Mulligan" userId="b1a7e7a662de0c22" providerId="LiveId" clId="{9EC96CF8-D3CB-154D-B40A-E916823A3686}" dt="2022-02-26T19:38:27.637" v="484" actId="1076"/>
          <ac:spMkLst>
            <pc:docMk/>
            <pc:sldMk cId="2743962579" sldId="402"/>
            <ac:spMk id="24" creationId="{E71140D7-3A5F-1144-A48C-ECDD66108499}"/>
          </ac:spMkLst>
        </pc:spChg>
        <pc:spChg chg="del">
          <ac:chgData name="Casey Mulligan" userId="b1a7e7a662de0c22" providerId="LiveId" clId="{9EC96CF8-D3CB-154D-B40A-E916823A3686}" dt="2022-02-26T19:37:37.446" v="478" actId="478"/>
          <ac:spMkLst>
            <pc:docMk/>
            <pc:sldMk cId="2743962579" sldId="402"/>
            <ac:spMk id="26" creationId="{33D23C97-7445-6843-9C7A-63AD6E55522F}"/>
          </ac:spMkLst>
        </pc:spChg>
        <pc:spChg chg="del">
          <ac:chgData name="Casey Mulligan" userId="b1a7e7a662de0c22" providerId="LiveId" clId="{9EC96CF8-D3CB-154D-B40A-E916823A3686}" dt="2022-02-26T19:37:39.818" v="479" actId="478"/>
          <ac:spMkLst>
            <pc:docMk/>
            <pc:sldMk cId="2743962579" sldId="402"/>
            <ac:spMk id="27" creationId="{3D4743CB-4DE7-3040-AA49-CEBD3BDEED51}"/>
          </ac:spMkLst>
        </pc:spChg>
        <pc:spChg chg="mod">
          <ac:chgData name="Casey Mulligan" userId="b1a7e7a662de0c22" providerId="LiveId" clId="{9EC96CF8-D3CB-154D-B40A-E916823A3686}" dt="2022-02-26T19:38:57.124" v="487" actId="1076"/>
          <ac:spMkLst>
            <pc:docMk/>
            <pc:sldMk cId="2743962579" sldId="402"/>
            <ac:spMk id="28" creationId="{06941AF1-3ED2-B245-A42E-DF94517DD32C}"/>
          </ac:spMkLst>
        </pc:spChg>
        <pc:spChg chg="mod">
          <ac:chgData name="Casey Mulligan" userId="b1a7e7a662de0c22" providerId="LiveId" clId="{9EC96CF8-D3CB-154D-B40A-E916823A3686}" dt="2022-02-26T19:37:01.600" v="476" actId="6549"/>
          <ac:spMkLst>
            <pc:docMk/>
            <pc:sldMk cId="2743962579" sldId="402"/>
            <ac:spMk id="29" creationId="{AF826B57-8A2B-6041-AB82-143F6ABDCE02}"/>
          </ac:spMkLst>
        </pc:spChg>
        <pc:spChg chg="del">
          <ac:chgData name="Casey Mulligan" userId="b1a7e7a662de0c22" providerId="LiveId" clId="{9EC96CF8-D3CB-154D-B40A-E916823A3686}" dt="2022-02-26T19:37:52.667" v="482" actId="478"/>
          <ac:spMkLst>
            <pc:docMk/>
            <pc:sldMk cId="2743962579" sldId="402"/>
            <ac:spMk id="37" creationId="{4F073BA3-6B6A-6144-BBF3-5C506082CCCB}"/>
          </ac:spMkLst>
        </pc:spChg>
        <pc:spChg chg="mod">
          <ac:chgData name="Casey Mulligan" userId="b1a7e7a662de0c22" providerId="LiveId" clId="{9EC96CF8-D3CB-154D-B40A-E916823A3686}" dt="2022-02-26T19:38:27.637" v="484" actId="1076"/>
          <ac:spMkLst>
            <pc:docMk/>
            <pc:sldMk cId="2743962579" sldId="402"/>
            <ac:spMk id="45" creationId="{5D9CFC32-D2FB-9546-9E85-EDBF7B933039}"/>
          </ac:spMkLst>
        </pc:spChg>
        <pc:spChg chg="del">
          <ac:chgData name="Casey Mulligan" userId="b1a7e7a662de0c22" providerId="LiveId" clId="{9EC96CF8-D3CB-154D-B40A-E916823A3686}" dt="2022-02-26T19:34:39.615" v="412" actId="478"/>
          <ac:spMkLst>
            <pc:docMk/>
            <pc:sldMk cId="2743962579" sldId="402"/>
            <ac:spMk id="50" creationId="{58E74A5E-76E6-B941-8D69-3094E4A5A295}"/>
          </ac:spMkLst>
        </pc:spChg>
        <pc:spChg chg="mod">
          <ac:chgData name="Casey Mulligan" userId="b1a7e7a662de0c22" providerId="LiveId" clId="{9EC96CF8-D3CB-154D-B40A-E916823A3686}" dt="2022-02-26T19:37:44.142" v="480" actId="1076"/>
          <ac:spMkLst>
            <pc:docMk/>
            <pc:sldMk cId="2743962579" sldId="402"/>
            <ac:spMk id="57" creationId="{91A232D4-8578-E648-A775-C68EB3BBD10D}"/>
          </ac:spMkLst>
        </pc:spChg>
      </pc:sldChg>
      <pc:sldChg chg="addSp delSp modSp add mod ord modAnim">
        <pc:chgData name="Casey Mulligan" userId="b1a7e7a662de0c22" providerId="LiveId" clId="{9EC96CF8-D3CB-154D-B40A-E916823A3686}" dt="2022-03-01T03:00:56.831" v="989" actId="114"/>
        <pc:sldMkLst>
          <pc:docMk/>
          <pc:sldMk cId="1450084219" sldId="403"/>
        </pc:sldMkLst>
        <pc:spChg chg="add del mod">
          <ac:chgData name="Casey Mulligan" userId="b1a7e7a662de0c22" providerId="LiveId" clId="{9EC96CF8-D3CB-154D-B40A-E916823A3686}" dt="2022-02-26T21:20:28.475" v="740" actId="478"/>
          <ac:spMkLst>
            <pc:docMk/>
            <pc:sldMk cId="1450084219" sldId="403"/>
            <ac:spMk id="2" creationId="{BA61432F-EB11-874A-B192-D365D8ED9C28}"/>
          </ac:spMkLst>
        </pc:spChg>
        <pc:spChg chg="mod">
          <ac:chgData name="Casey Mulligan" userId="b1a7e7a662de0c22" providerId="LiveId" clId="{9EC96CF8-D3CB-154D-B40A-E916823A3686}" dt="2022-02-26T19:40:34.112" v="498" actId="206"/>
          <ac:spMkLst>
            <pc:docMk/>
            <pc:sldMk cId="1450084219" sldId="403"/>
            <ac:spMk id="6" creationId="{2D259441-BE3B-474C-AFB1-C33B328E4F32}"/>
          </ac:spMkLst>
        </pc:spChg>
        <pc:spChg chg="mod">
          <ac:chgData name="Casey Mulligan" userId="b1a7e7a662de0c22" providerId="LiveId" clId="{9EC96CF8-D3CB-154D-B40A-E916823A3686}" dt="2022-02-26T19:56:39.866" v="705" actId="6549"/>
          <ac:spMkLst>
            <pc:docMk/>
            <pc:sldMk cId="1450084219" sldId="403"/>
            <ac:spMk id="9" creationId="{05BBD851-E76B-404D-BFF0-D8BBF37466DF}"/>
          </ac:spMkLst>
        </pc:spChg>
        <pc:spChg chg="add mod">
          <ac:chgData name="Casey Mulligan" userId="b1a7e7a662de0c22" providerId="LiveId" clId="{9EC96CF8-D3CB-154D-B40A-E916823A3686}" dt="2022-02-26T19:46:24.791" v="512" actId="20577"/>
          <ac:spMkLst>
            <pc:docMk/>
            <pc:sldMk cId="1450084219" sldId="403"/>
            <ac:spMk id="18" creationId="{E9098080-29C3-D64E-872A-58DE90A9FCD8}"/>
          </ac:spMkLst>
        </pc:spChg>
        <pc:spChg chg="add mod">
          <ac:chgData name="Casey Mulligan" userId="b1a7e7a662de0c22" providerId="LiveId" clId="{9EC96CF8-D3CB-154D-B40A-E916823A3686}" dt="2022-02-26T19:45:52.897" v="505" actId="1076"/>
          <ac:spMkLst>
            <pc:docMk/>
            <pc:sldMk cId="1450084219" sldId="403"/>
            <ac:spMk id="19" creationId="{313866BF-9E28-4644-AB83-72F4BB2DF1EA}"/>
          </ac:spMkLst>
        </pc:spChg>
        <pc:spChg chg="mod">
          <ac:chgData name="Casey Mulligan" userId="b1a7e7a662de0c22" providerId="LiveId" clId="{9EC96CF8-D3CB-154D-B40A-E916823A3686}" dt="2022-02-26T19:45:41.120" v="503" actId="1076"/>
          <ac:spMkLst>
            <pc:docMk/>
            <pc:sldMk cId="1450084219" sldId="403"/>
            <ac:spMk id="20" creationId="{47091380-21EB-E04A-A8C7-32B7D2054E15}"/>
          </ac:spMkLst>
        </pc:spChg>
        <pc:spChg chg="add mod">
          <ac:chgData name="Casey Mulligan" userId="b1a7e7a662de0c22" providerId="LiveId" clId="{9EC96CF8-D3CB-154D-B40A-E916823A3686}" dt="2022-02-26T19:46:18.323" v="510" actId="1076"/>
          <ac:spMkLst>
            <pc:docMk/>
            <pc:sldMk cId="1450084219" sldId="403"/>
            <ac:spMk id="21" creationId="{9A01C6DF-7970-2642-805B-A2B2328FCCD0}"/>
          </ac:spMkLst>
        </pc:spChg>
        <pc:spChg chg="mod">
          <ac:chgData name="Casey Mulligan" userId="b1a7e7a662de0c22" providerId="LiveId" clId="{9EC96CF8-D3CB-154D-B40A-E916823A3686}" dt="2022-02-26T19:45:41.120" v="503" actId="1076"/>
          <ac:spMkLst>
            <pc:docMk/>
            <pc:sldMk cId="1450084219" sldId="403"/>
            <ac:spMk id="22" creationId="{71217528-FE76-4146-88F0-D0711ED9D73B}"/>
          </ac:spMkLst>
        </pc:spChg>
        <pc:spChg chg="add mod">
          <ac:chgData name="Casey Mulligan" userId="b1a7e7a662de0c22" providerId="LiveId" clId="{9EC96CF8-D3CB-154D-B40A-E916823A3686}" dt="2022-02-26T19:46:06.529" v="507" actId="1076"/>
          <ac:spMkLst>
            <pc:docMk/>
            <pc:sldMk cId="1450084219" sldId="403"/>
            <ac:spMk id="23" creationId="{BB0C133C-0731-E941-A373-AD33E59F0CC5}"/>
          </ac:spMkLst>
        </pc:spChg>
        <pc:spChg chg="mod">
          <ac:chgData name="Casey Mulligan" userId="b1a7e7a662de0c22" providerId="LiveId" clId="{9EC96CF8-D3CB-154D-B40A-E916823A3686}" dt="2022-02-26T19:45:29.564" v="502" actId="1076"/>
          <ac:spMkLst>
            <pc:docMk/>
            <pc:sldMk cId="1450084219" sldId="403"/>
            <ac:spMk id="24" creationId="{E71140D7-3A5F-1144-A48C-ECDD66108499}"/>
          </ac:spMkLst>
        </pc:spChg>
        <pc:spChg chg="add del mod">
          <ac:chgData name="Casey Mulligan" userId="b1a7e7a662de0c22" providerId="LiveId" clId="{9EC96CF8-D3CB-154D-B40A-E916823A3686}" dt="2022-02-26T21:20:30.639" v="741" actId="478"/>
          <ac:spMkLst>
            <pc:docMk/>
            <pc:sldMk cId="1450084219" sldId="403"/>
            <ac:spMk id="26" creationId="{82A7C787-0B87-BE4F-818D-8761600F8376}"/>
          </ac:spMkLst>
        </pc:spChg>
        <pc:spChg chg="add mod">
          <ac:chgData name="Casey Mulligan" userId="b1a7e7a662de0c22" providerId="LiveId" clId="{9EC96CF8-D3CB-154D-B40A-E916823A3686}" dt="2022-03-01T03:00:56.831" v="989" actId="114"/>
          <ac:spMkLst>
            <pc:docMk/>
            <pc:sldMk cId="1450084219" sldId="403"/>
            <ac:spMk id="27" creationId="{DB043BA8-74E0-D943-ADDF-FBF953229E31}"/>
          </ac:spMkLst>
        </pc:spChg>
        <pc:spChg chg="mod">
          <ac:chgData name="Casey Mulligan" userId="b1a7e7a662de0c22" providerId="LiveId" clId="{9EC96CF8-D3CB-154D-B40A-E916823A3686}" dt="2022-02-26T21:17:09.497" v="728" actId="1076"/>
          <ac:spMkLst>
            <pc:docMk/>
            <pc:sldMk cId="1450084219" sldId="403"/>
            <ac:spMk id="28" creationId="{06941AF1-3ED2-B245-A42E-DF94517DD32C}"/>
          </ac:spMkLst>
        </pc:spChg>
        <pc:spChg chg="mod">
          <ac:chgData name="Casey Mulligan" userId="b1a7e7a662de0c22" providerId="LiveId" clId="{9EC96CF8-D3CB-154D-B40A-E916823A3686}" dt="2022-02-26T21:13:30.353" v="715" actId="1076"/>
          <ac:spMkLst>
            <pc:docMk/>
            <pc:sldMk cId="1450084219" sldId="403"/>
            <ac:spMk id="29" creationId="{AF826B57-8A2B-6041-AB82-143F6ABDCE02}"/>
          </ac:spMkLst>
        </pc:spChg>
        <pc:spChg chg="add mod">
          <ac:chgData name="Casey Mulligan" userId="b1a7e7a662de0c22" providerId="LiveId" clId="{9EC96CF8-D3CB-154D-B40A-E916823A3686}" dt="2022-02-26T21:13:56.259" v="723" actId="14100"/>
          <ac:spMkLst>
            <pc:docMk/>
            <pc:sldMk cId="1450084219" sldId="403"/>
            <ac:spMk id="30" creationId="{DF2AED5A-C6DE-9347-976D-634BFC3304B3}"/>
          </ac:spMkLst>
        </pc:spChg>
        <pc:spChg chg="add mod">
          <ac:chgData name="Casey Mulligan" userId="b1a7e7a662de0c22" providerId="LiveId" clId="{9EC96CF8-D3CB-154D-B40A-E916823A3686}" dt="2022-02-26T21:13:42.177" v="722" actId="1076"/>
          <ac:spMkLst>
            <pc:docMk/>
            <pc:sldMk cId="1450084219" sldId="403"/>
            <ac:spMk id="31" creationId="{57ABE302-8347-914B-9724-1FD96E2038E9}"/>
          </ac:spMkLst>
        </pc:spChg>
        <pc:spChg chg="add mod">
          <ac:chgData name="Casey Mulligan" userId="b1a7e7a662de0c22" providerId="LiveId" clId="{9EC96CF8-D3CB-154D-B40A-E916823A3686}" dt="2022-02-26T21:17:29.025" v="737" actId="167"/>
          <ac:spMkLst>
            <pc:docMk/>
            <pc:sldMk cId="1450084219" sldId="403"/>
            <ac:spMk id="32" creationId="{8422021A-D414-7C4C-A9BE-EA65DCB01B33}"/>
          </ac:spMkLst>
        </pc:spChg>
        <pc:spChg chg="add mod">
          <ac:chgData name="Casey Mulligan" userId="b1a7e7a662de0c22" providerId="LiveId" clId="{9EC96CF8-D3CB-154D-B40A-E916823A3686}" dt="2022-02-26T21:17:21.462" v="736" actId="20577"/>
          <ac:spMkLst>
            <pc:docMk/>
            <pc:sldMk cId="1450084219" sldId="403"/>
            <ac:spMk id="33" creationId="{B51CA705-1393-4942-9F64-80E426159C62}"/>
          </ac:spMkLst>
        </pc:spChg>
        <pc:spChg chg="mod">
          <ac:chgData name="Casey Mulligan" userId="b1a7e7a662de0c22" providerId="LiveId" clId="{9EC96CF8-D3CB-154D-B40A-E916823A3686}" dt="2022-02-26T21:16:21.386" v="724" actId="1076"/>
          <ac:spMkLst>
            <pc:docMk/>
            <pc:sldMk cId="1450084219" sldId="403"/>
            <ac:spMk id="42" creationId="{131C9A63-EED3-6D46-90A7-728AC241DDE0}"/>
          </ac:spMkLst>
        </pc:spChg>
      </pc:sldChg>
      <pc:sldChg chg="add mod modShow">
        <pc:chgData name="Casey Mulligan" userId="b1a7e7a662de0c22" providerId="LiveId" clId="{9EC96CF8-D3CB-154D-B40A-E916823A3686}" dt="2022-02-26T21:20:25.742" v="739" actId="729"/>
        <pc:sldMkLst>
          <pc:docMk/>
          <pc:sldMk cId="23466306" sldId="404"/>
        </pc:sldMkLst>
      </pc:sldChg>
    </pc:docChg>
  </pc:docChgLst>
  <pc:docChgLst>
    <pc:chgData name="Casey Mulligan" userId="b1a7e7a662de0c22" providerId="LiveId" clId="{86A5FC97-41CA-7146-9FF1-0A991DBAB797}"/>
    <pc:docChg chg="undo custSel addSld modSld sldOrd modSection">
      <pc:chgData name="Casey Mulligan" userId="b1a7e7a662de0c22" providerId="LiveId" clId="{86A5FC97-41CA-7146-9FF1-0A991DBAB797}" dt="2022-09-21T13:19:42.258" v="142" actId="20577"/>
      <pc:docMkLst>
        <pc:docMk/>
      </pc:docMkLst>
      <pc:sldChg chg="delSp modSp mod ord modShow">
        <pc:chgData name="Casey Mulligan" userId="b1a7e7a662de0c22" providerId="LiveId" clId="{86A5FC97-41CA-7146-9FF1-0A991DBAB797}" dt="2022-09-21T13:19:42.258" v="142" actId="20577"/>
        <pc:sldMkLst>
          <pc:docMk/>
          <pc:sldMk cId="23466306" sldId="404"/>
        </pc:sldMkLst>
        <pc:spChg chg="mod">
          <ac:chgData name="Casey Mulligan" userId="b1a7e7a662de0c22" providerId="LiveId" clId="{86A5FC97-41CA-7146-9FF1-0A991DBAB797}" dt="2022-09-21T13:19:42.258" v="142" actId="20577"/>
          <ac:spMkLst>
            <pc:docMk/>
            <pc:sldMk cId="23466306" sldId="404"/>
            <ac:spMk id="9" creationId="{05BBD851-E76B-404D-BFF0-D8BBF37466DF}"/>
          </ac:spMkLst>
        </pc:spChg>
        <pc:spChg chg="mod">
          <ac:chgData name="Casey Mulligan" userId="b1a7e7a662de0c22" providerId="LiveId" clId="{86A5FC97-41CA-7146-9FF1-0A991DBAB797}" dt="2022-09-21T13:16:33.819" v="58" actId="20577"/>
          <ac:spMkLst>
            <pc:docMk/>
            <pc:sldMk cId="23466306" sldId="404"/>
            <ac:spMk id="27" creationId="{DB043BA8-74E0-D943-ADDF-FBF953229E31}"/>
          </ac:spMkLst>
        </pc:spChg>
        <pc:spChg chg="del">
          <ac:chgData name="Casey Mulligan" userId="b1a7e7a662de0c22" providerId="LiveId" clId="{86A5FC97-41CA-7146-9FF1-0A991DBAB797}" dt="2022-09-21T13:18:23.975" v="66" actId="478"/>
          <ac:spMkLst>
            <pc:docMk/>
            <pc:sldMk cId="23466306" sldId="404"/>
            <ac:spMk id="28" creationId="{06941AF1-3ED2-B245-A42E-DF94517DD32C}"/>
          </ac:spMkLst>
        </pc:spChg>
        <pc:spChg chg="del">
          <ac:chgData name="Casey Mulligan" userId="b1a7e7a662de0c22" providerId="LiveId" clId="{86A5FC97-41CA-7146-9FF1-0A991DBAB797}" dt="2022-09-21T13:18:33.426" v="69" actId="478"/>
          <ac:spMkLst>
            <pc:docMk/>
            <pc:sldMk cId="23466306" sldId="404"/>
            <ac:spMk id="29" creationId="{AF826B57-8A2B-6041-AB82-143F6ABDCE02}"/>
          </ac:spMkLst>
        </pc:spChg>
        <pc:spChg chg="del">
          <ac:chgData name="Casey Mulligan" userId="b1a7e7a662de0c22" providerId="LiveId" clId="{86A5FC97-41CA-7146-9FF1-0A991DBAB797}" dt="2022-09-21T13:18:35.641" v="70" actId="478"/>
          <ac:spMkLst>
            <pc:docMk/>
            <pc:sldMk cId="23466306" sldId="404"/>
            <ac:spMk id="30" creationId="{DF2AED5A-C6DE-9347-976D-634BFC3304B3}"/>
          </ac:spMkLst>
        </pc:spChg>
        <pc:spChg chg="del">
          <ac:chgData name="Casey Mulligan" userId="b1a7e7a662de0c22" providerId="LiveId" clId="{86A5FC97-41CA-7146-9FF1-0A991DBAB797}" dt="2022-09-21T13:18:33.426" v="69" actId="478"/>
          <ac:spMkLst>
            <pc:docMk/>
            <pc:sldMk cId="23466306" sldId="404"/>
            <ac:spMk id="31" creationId="{57ABE302-8347-914B-9724-1FD96E2038E9}"/>
          </ac:spMkLst>
        </pc:spChg>
        <pc:spChg chg="del">
          <ac:chgData name="Casey Mulligan" userId="b1a7e7a662de0c22" providerId="LiveId" clId="{86A5FC97-41CA-7146-9FF1-0A991DBAB797}" dt="2022-09-21T13:18:28.474" v="67" actId="478"/>
          <ac:spMkLst>
            <pc:docMk/>
            <pc:sldMk cId="23466306" sldId="404"/>
            <ac:spMk id="32" creationId="{8422021A-D414-7C4C-A9BE-EA65DCB01B33}"/>
          </ac:spMkLst>
        </pc:spChg>
        <pc:spChg chg="del">
          <ac:chgData name="Casey Mulligan" userId="b1a7e7a662de0c22" providerId="LiveId" clId="{86A5FC97-41CA-7146-9FF1-0A991DBAB797}" dt="2022-09-21T13:18:23.975" v="66" actId="478"/>
          <ac:spMkLst>
            <pc:docMk/>
            <pc:sldMk cId="23466306" sldId="404"/>
            <ac:spMk id="33" creationId="{B51CA705-1393-4942-9F64-80E426159C62}"/>
          </ac:spMkLst>
        </pc:spChg>
        <pc:spChg chg="del">
          <ac:chgData name="Casey Mulligan" userId="b1a7e7a662de0c22" providerId="LiveId" clId="{86A5FC97-41CA-7146-9FF1-0A991DBAB797}" dt="2022-09-21T13:18:30.682" v="68" actId="478"/>
          <ac:spMkLst>
            <pc:docMk/>
            <pc:sldMk cId="23466306" sldId="404"/>
            <ac:spMk id="39" creationId="{D33124B5-F412-3843-9F5F-1617A133F3B2}"/>
          </ac:spMkLst>
        </pc:spChg>
        <pc:spChg chg="del">
          <ac:chgData name="Casey Mulligan" userId="b1a7e7a662de0c22" providerId="LiveId" clId="{86A5FC97-41CA-7146-9FF1-0A991DBAB797}" dt="2022-09-21T13:18:38.145" v="71" actId="478"/>
          <ac:spMkLst>
            <pc:docMk/>
            <pc:sldMk cId="23466306" sldId="404"/>
            <ac:spMk id="42" creationId="{131C9A63-EED3-6D46-90A7-728AC241DDE0}"/>
          </ac:spMkLst>
        </pc:spChg>
      </pc:sldChg>
      <pc:sldChg chg="ord">
        <pc:chgData name="Casey Mulligan" userId="b1a7e7a662de0c22" providerId="LiveId" clId="{86A5FC97-41CA-7146-9FF1-0A991DBAB797}" dt="2022-09-21T13:15:50.304" v="3" actId="20578"/>
        <pc:sldMkLst>
          <pc:docMk/>
          <pc:sldMk cId="3849474728" sldId="439"/>
        </pc:sldMkLst>
      </pc:sldChg>
      <pc:sldChg chg="add mod ord modShow">
        <pc:chgData name="Casey Mulligan" userId="b1a7e7a662de0c22" providerId="LiveId" clId="{86A5FC97-41CA-7146-9FF1-0A991DBAB797}" dt="2022-09-21T13:17:36.923" v="65" actId="729"/>
        <pc:sldMkLst>
          <pc:docMk/>
          <pc:sldMk cId="105708540" sldId="44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1a7e7a662de0c22/econ301/pir/jd_enrollment_1yr_total_gender.authcheckdam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6161866359446999E-2"/>
          <c:y val="3.9850397456279815E-2"/>
          <c:w val="0.87774654377880179"/>
          <c:h val="0.83313720190779017"/>
        </c:manualLayout>
      </c:layout>
      <c:lineChart>
        <c:grouping val="standard"/>
        <c:varyColors val="0"/>
        <c:ser>
          <c:idx val="1"/>
          <c:order val="0"/>
          <c:tx>
            <c:v>Law school, enrolled in 1st year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LawSchool!$A$6:$A$70</c:f>
              <c:numCache>
                <c:formatCode>General</c:formatCode>
                <c:ptCount val="65"/>
                <c:pt idx="0">
                  <c:v>1947</c:v>
                </c:pt>
                <c:pt idx="1">
                  <c:v>1948</c:v>
                </c:pt>
                <c:pt idx="2">
                  <c:v>1949</c:v>
                </c:pt>
                <c:pt idx="3">
                  <c:v>1950</c:v>
                </c:pt>
                <c:pt idx="4">
                  <c:v>1951</c:v>
                </c:pt>
                <c:pt idx="5">
                  <c:v>1952</c:v>
                </c:pt>
                <c:pt idx="6">
                  <c:v>1953</c:v>
                </c:pt>
                <c:pt idx="7">
                  <c:v>1954</c:v>
                </c:pt>
                <c:pt idx="8">
                  <c:v>1955</c:v>
                </c:pt>
                <c:pt idx="9">
                  <c:v>1956</c:v>
                </c:pt>
                <c:pt idx="10">
                  <c:v>1957</c:v>
                </c:pt>
                <c:pt idx="11">
                  <c:v>1958</c:v>
                </c:pt>
                <c:pt idx="12">
                  <c:v>1959</c:v>
                </c:pt>
                <c:pt idx="13">
                  <c:v>1960</c:v>
                </c:pt>
                <c:pt idx="14">
                  <c:v>1961</c:v>
                </c:pt>
                <c:pt idx="15">
                  <c:v>1962</c:v>
                </c:pt>
                <c:pt idx="16">
                  <c:v>1963</c:v>
                </c:pt>
                <c:pt idx="17">
                  <c:v>1964</c:v>
                </c:pt>
                <c:pt idx="18">
                  <c:v>1965</c:v>
                </c:pt>
                <c:pt idx="19">
                  <c:v>1966</c:v>
                </c:pt>
                <c:pt idx="20">
                  <c:v>1967</c:v>
                </c:pt>
                <c:pt idx="21">
                  <c:v>1968</c:v>
                </c:pt>
                <c:pt idx="22">
                  <c:v>1969</c:v>
                </c:pt>
                <c:pt idx="23">
                  <c:v>1970</c:v>
                </c:pt>
                <c:pt idx="24">
                  <c:v>1971</c:v>
                </c:pt>
                <c:pt idx="25">
                  <c:v>1972</c:v>
                </c:pt>
                <c:pt idx="26">
                  <c:v>1973</c:v>
                </c:pt>
                <c:pt idx="27">
                  <c:v>1974</c:v>
                </c:pt>
                <c:pt idx="28">
                  <c:v>1975</c:v>
                </c:pt>
                <c:pt idx="29">
                  <c:v>1976</c:v>
                </c:pt>
                <c:pt idx="30">
                  <c:v>1977</c:v>
                </c:pt>
                <c:pt idx="31">
                  <c:v>1978</c:v>
                </c:pt>
                <c:pt idx="32">
                  <c:v>1979</c:v>
                </c:pt>
                <c:pt idx="33">
                  <c:v>1980</c:v>
                </c:pt>
                <c:pt idx="34">
                  <c:v>1981</c:v>
                </c:pt>
                <c:pt idx="35">
                  <c:v>1982</c:v>
                </c:pt>
                <c:pt idx="36">
                  <c:v>1983</c:v>
                </c:pt>
                <c:pt idx="37">
                  <c:v>1984</c:v>
                </c:pt>
                <c:pt idx="38">
                  <c:v>1985</c:v>
                </c:pt>
                <c:pt idx="39">
                  <c:v>1986</c:v>
                </c:pt>
                <c:pt idx="40">
                  <c:v>1987</c:v>
                </c:pt>
                <c:pt idx="41">
                  <c:v>1988</c:v>
                </c:pt>
                <c:pt idx="42">
                  <c:v>1989</c:v>
                </c:pt>
                <c:pt idx="43">
                  <c:v>1990</c:v>
                </c:pt>
                <c:pt idx="44">
                  <c:v>1991</c:v>
                </c:pt>
                <c:pt idx="45">
                  <c:v>1992</c:v>
                </c:pt>
                <c:pt idx="46">
                  <c:v>1993</c:v>
                </c:pt>
                <c:pt idx="47">
                  <c:v>1994</c:v>
                </c:pt>
                <c:pt idx="48">
                  <c:v>1995</c:v>
                </c:pt>
                <c:pt idx="49">
                  <c:v>1996</c:v>
                </c:pt>
                <c:pt idx="50">
                  <c:v>1997</c:v>
                </c:pt>
                <c:pt idx="51">
                  <c:v>1998</c:v>
                </c:pt>
                <c:pt idx="52">
                  <c:v>1999</c:v>
                </c:pt>
                <c:pt idx="53">
                  <c:v>2000</c:v>
                </c:pt>
                <c:pt idx="54">
                  <c:v>2001</c:v>
                </c:pt>
                <c:pt idx="55">
                  <c:v>2002</c:v>
                </c:pt>
                <c:pt idx="56">
                  <c:v>2003</c:v>
                </c:pt>
                <c:pt idx="57">
                  <c:v>2004</c:v>
                </c:pt>
                <c:pt idx="58">
                  <c:v>2005</c:v>
                </c:pt>
                <c:pt idx="59">
                  <c:v>2006</c:v>
                </c:pt>
                <c:pt idx="60">
                  <c:v>2007</c:v>
                </c:pt>
                <c:pt idx="61">
                  <c:v>2008</c:v>
                </c:pt>
                <c:pt idx="62">
                  <c:v>2009</c:v>
                </c:pt>
                <c:pt idx="63">
                  <c:v>2010</c:v>
                </c:pt>
                <c:pt idx="64">
                  <c:v>2011</c:v>
                </c:pt>
              </c:numCache>
            </c:numRef>
          </c:cat>
          <c:val>
            <c:numRef>
              <c:f>LawSchool!$B$6:$B$70</c:f>
              <c:numCache>
                <c:formatCode>0.0%</c:formatCode>
                <c:ptCount val="65"/>
                <c:pt idx="0">
                  <c:v>3.5000000000000003E-2</c:v>
                </c:pt>
                <c:pt idx="1">
                  <c:v>2.3E-2</c:v>
                </c:pt>
                <c:pt idx="2">
                  <c:v>2.9000000000000001E-2</c:v>
                </c:pt>
                <c:pt idx="3">
                  <c:v>3.5000000000000003E-2</c:v>
                </c:pt>
                <c:pt idx="4">
                  <c:v>0.04</c:v>
                </c:pt>
                <c:pt idx="5">
                  <c:v>4.9000000000000002E-2</c:v>
                </c:pt>
                <c:pt idx="6">
                  <c:v>4.3999999999999997E-2</c:v>
                </c:pt>
                <c:pt idx="7">
                  <c:v>3.9E-2</c:v>
                </c:pt>
                <c:pt idx="8">
                  <c:v>3.7999999999999999E-2</c:v>
                </c:pt>
                <c:pt idx="9">
                  <c:v>3.1E-2</c:v>
                </c:pt>
                <c:pt idx="10">
                  <c:v>3.5999999999999997E-2</c:v>
                </c:pt>
                <c:pt idx="11">
                  <c:v>3.4000000000000002E-2</c:v>
                </c:pt>
                <c:pt idx="12">
                  <c:v>0.04</c:v>
                </c:pt>
                <c:pt idx="13">
                  <c:v>3.9E-2</c:v>
                </c:pt>
                <c:pt idx="14">
                  <c:v>3.7999999999999999E-2</c:v>
                </c:pt>
                <c:pt idx="15">
                  <c:v>3.7999999999999999E-2</c:v>
                </c:pt>
                <c:pt idx="16">
                  <c:v>4.2000000000000003E-2</c:v>
                </c:pt>
                <c:pt idx="17">
                  <c:v>4.2999999999999997E-2</c:v>
                </c:pt>
                <c:pt idx="18">
                  <c:v>4.3999999999999997E-2</c:v>
                </c:pt>
                <c:pt idx="19">
                  <c:v>4.3999999999999997E-2</c:v>
                </c:pt>
                <c:pt idx="20">
                  <c:v>4.9000000000000002E-2</c:v>
                </c:pt>
                <c:pt idx="21">
                  <c:v>7.3999999999999996E-2</c:v>
                </c:pt>
                <c:pt idx="22">
                  <c:v>7.1999999999999995E-2</c:v>
                </c:pt>
                <c:pt idx="23">
                  <c:v>0.10299999999999999</c:v>
                </c:pt>
                <c:pt idx="24">
                  <c:v>0.12</c:v>
                </c:pt>
                <c:pt idx="25">
                  <c:v>0.157</c:v>
                </c:pt>
                <c:pt idx="26">
                  <c:v>0.20200000000000001</c:v>
                </c:pt>
                <c:pt idx="27">
                  <c:v>0.23699999999999999</c:v>
                </c:pt>
                <c:pt idx="28">
                  <c:v>0.26800000000000002</c:v>
                </c:pt>
                <c:pt idx="29">
                  <c:v>0.28399999999999997</c:v>
                </c:pt>
                <c:pt idx="30">
                  <c:v>0.30099999999999999</c:v>
                </c:pt>
                <c:pt idx="31">
                  <c:v>0.32900000000000001</c:v>
                </c:pt>
                <c:pt idx="32">
                  <c:v>0.33100000000000002</c:v>
                </c:pt>
                <c:pt idx="33">
                  <c:v>0.36099999999999999</c:v>
                </c:pt>
                <c:pt idx="34">
                  <c:v>0.372</c:v>
                </c:pt>
                <c:pt idx="35">
                  <c:v>0.38400000000000001</c:v>
                </c:pt>
                <c:pt idx="36">
                  <c:v>0.39</c:v>
                </c:pt>
                <c:pt idx="37">
                  <c:v>0.39800000000000002</c:v>
                </c:pt>
                <c:pt idx="38">
                  <c:v>0.40500000000000003</c:v>
                </c:pt>
                <c:pt idx="39">
                  <c:v>0.36099999999999999</c:v>
                </c:pt>
                <c:pt idx="40">
                  <c:v>0.42599999999999999</c:v>
                </c:pt>
                <c:pt idx="41">
                  <c:v>0.42899999999999999</c:v>
                </c:pt>
                <c:pt idx="42">
                  <c:v>0.42699999999999999</c:v>
                </c:pt>
                <c:pt idx="43">
                  <c:v>0.42199999999999999</c:v>
                </c:pt>
                <c:pt idx="44">
                  <c:v>0.42599999999999999</c:v>
                </c:pt>
                <c:pt idx="45">
                  <c:v>0.42799999999999999</c:v>
                </c:pt>
                <c:pt idx="46">
                  <c:v>0.437</c:v>
                </c:pt>
                <c:pt idx="47">
                  <c:v>0.436</c:v>
                </c:pt>
                <c:pt idx="48">
                  <c:v>0.44600000000000001</c:v>
                </c:pt>
                <c:pt idx="49">
                  <c:v>0.44900000000000001</c:v>
                </c:pt>
                <c:pt idx="50">
                  <c:v>0.46</c:v>
                </c:pt>
                <c:pt idx="51">
                  <c:v>0.47499999999999998</c:v>
                </c:pt>
                <c:pt idx="52">
                  <c:v>0.48699999999999999</c:v>
                </c:pt>
                <c:pt idx="53">
                  <c:v>0.49399999999999999</c:v>
                </c:pt>
                <c:pt idx="54">
                  <c:v>0.49399999999999999</c:v>
                </c:pt>
                <c:pt idx="55">
                  <c:v>0.48699999999999999</c:v>
                </c:pt>
                <c:pt idx="56">
                  <c:v>0.47799999999999998</c:v>
                </c:pt>
                <c:pt idx="57">
                  <c:v>0.47499999999999998</c:v>
                </c:pt>
                <c:pt idx="58">
                  <c:v>0.46899999999999997</c:v>
                </c:pt>
                <c:pt idx="59">
                  <c:v>0.46300000000000002</c:v>
                </c:pt>
                <c:pt idx="60">
                  <c:v>0.47299999999999998</c:v>
                </c:pt>
                <c:pt idx="61">
                  <c:v>0.47399999999999998</c:v>
                </c:pt>
                <c:pt idx="62">
                  <c:v>0.47099999999999997</c:v>
                </c:pt>
                <c:pt idx="63">
                  <c:v>0.46100000000000002</c:v>
                </c:pt>
                <c:pt idx="64">
                  <c:v>0.46800000000000003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F8-044B-A10B-21EFE3645241}"/>
            </c:ext>
          </c:extLst>
        </c:ser>
        <c:ser>
          <c:idx val="0"/>
          <c:order val="1"/>
          <c:tx>
            <c:v>Medical school, applicants</c:v>
          </c:tx>
          <c:spPr>
            <a:ln w="19050" cap="rnd">
              <a:solidFill>
                <a:srgbClr val="0432FF"/>
              </a:solidFill>
              <a:round/>
            </a:ln>
            <a:effectLst/>
          </c:spPr>
          <c:marker>
            <c:symbol val="none"/>
          </c:marker>
          <c:cat>
            <c:numRef>
              <c:f>LawSchool!$A$6:$A$70</c:f>
              <c:numCache>
                <c:formatCode>General</c:formatCode>
                <c:ptCount val="65"/>
                <c:pt idx="0">
                  <c:v>1947</c:v>
                </c:pt>
                <c:pt idx="1">
                  <c:v>1948</c:v>
                </c:pt>
                <c:pt idx="2">
                  <c:v>1949</c:v>
                </c:pt>
                <c:pt idx="3">
                  <c:v>1950</c:v>
                </c:pt>
                <c:pt idx="4">
                  <c:v>1951</c:v>
                </c:pt>
                <c:pt idx="5">
                  <c:v>1952</c:v>
                </c:pt>
                <c:pt idx="6">
                  <c:v>1953</c:v>
                </c:pt>
                <c:pt idx="7">
                  <c:v>1954</c:v>
                </c:pt>
                <c:pt idx="8">
                  <c:v>1955</c:v>
                </c:pt>
                <c:pt idx="9">
                  <c:v>1956</c:v>
                </c:pt>
                <c:pt idx="10">
                  <c:v>1957</c:v>
                </c:pt>
                <c:pt idx="11">
                  <c:v>1958</c:v>
                </c:pt>
                <c:pt idx="12">
                  <c:v>1959</c:v>
                </c:pt>
                <c:pt idx="13">
                  <c:v>1960</c:v>
                </c:pt>
                <c:pt idx="14">
                  <c:v>1961</c:v>
                </c:pt>
                <c:pt idx="15">
                  <c:v>1962</c:v>
                </c:pt>
                <c:pt idx="16">
                  <c:v>1963</c:v>
                </c:pt>
                <c:pt idx="17">
                  <c:v>1964</c:v>
                </c:pt>
                <c:pt idx="18">
                  <c:v>1965</c:v>
                </c:pt>
                <c:pt idx="19">
                  <c:v>1966</c:v>
                </c:pt>
                <c:pt idx="20">
                  <c:v>1967</c:v>
                </c:pt>
                <c:pt idx="21">
                  <c:v>1968</c:v>
                </c:pt>
                <c:pt idx="22">
                  <c:v>1969</c:v>
                </c:pt>
                <c:pt idx="23">
                  <c:v>1970</c:v>
                </c:pt>
                <c:pt idx="24">
                  <c:v>1971</c:v>
                </c:pt>
                <c:pt idx="25">
                  <c:v>1972</c:v>
                </c:pt>
                <c:pt idx="26">
                  <c:v>1973</c:v>
                </c:pt>
                <c:pt idx="27">
                  <c:v>1974</c:v>
                </c:pt>
                <c:pt idx="28">
                  <c:v>1975</c:v>
                </c:pt>
                <c:pt idx="29">
                  <c:v>1976</c:v>
                </c:pt>
                <c:pt idx="30">
                  <c:v>1977</c:v>
                </c:pt>
                <c:pt idx="31">
                  <c:v>1978</c:v>
                </c:pt>
                <c:pt idx="32">
                  <c:v>1979</c:v>
                </c:pt>
                <c:pt idx="33">
                  <c:v>1980</c:v>
                </c:pt>
                <c:pt idx="34">
                  <c:v>1981</c:v>
                </c:pt>
                <c:pt idx="35">
                  <c:v>1982</c:v>
                </c:pt>
                <c:pt idx="36">
                  <c:v>1983</c:v>
                </c:pt>
                <c:pt idx="37">
                  <c:v>1984</c:v>
                </c:pt>
                <c:pt idx="38">
                  <c:v>1985</c:v>
                </c:pt>
                <c:pt idx="39">
                  <c:v>1986</c:v>
                </c:pt>
                <c:pt idx="40">
                  <c:v>1987</c:v>
                </c:pt>
                <c:pt idx="41">
                  <c:v>1988</c:v>
                </c:pt>
                <c:pt idx="42">
                  <c:v>1989</c:v>
                </c:pt>
                <c:pt idx="43">
                  <c:v>1990</c:v>
                </c:pt>
                <c:pt idx="44">
                  <c:v>1991</c:v>
                </c:pt>
                <c:pt idx="45">
                  <c:v>1992</c:v>
                </c:pt>
                <c:pt idx="46">
                  <c:v>1993</c:v>
                </c:pt>
                <c:pt idx="47">
                  <c:v>1994</c:v>
                </c:pt>
                <c:pt idx="48">
                  <c:v>1995</c:v>
                </c:pt>
                <c:pt idx="49">
                  <c:v>1996</c:v>
                </c:pt>
                <c:pt idx="50">
                  <c:v>1997</c:v>
                </c:pt>
                <c:pt idx="51">
                  <c:v>1998</c:v>
                </c:pt>
                <c:pt idx="52">
                  <c:v>1999</c:v>
                </c:pt>
                <c:pt idx="53">
                  <c:v>2000</c:v>
                </c:pt>
                <c:pt idx="54">
                  <c:v>2001</c:v>
                </c:pt>
                <c:pt idx="55">
                  <c:v>2002</c:v>
                </c:pt>
                <c:pt idx="56">
                  <c:v>2003</c:v>
                </c:pt>
                <c:pt idx="57">
                  <c:v>2004</c:v>
                </c:pt>
                <c:pt idx="58">
                  <c:v>2005</c:v>
                </c:pt>
                <c:pt idx="59">
                  <c:v>2006</c:v>
                </c:pt>
                <c:pt idx="60">
                  <c:v>2007</c:v>
                </c:pt>
                <c:pt idx="61">
                  <c:v>2008</c:v>
                </c:pt>
                <c:pt idx="62">
                  <c:v>2009</c:v>
                </c:pt>
                <c:pt idx="63">
                  <c:v>2010</c:v>
                </c:pt>
                <c:pt idx="64">
                  <c:v>2011</c:v>
                </c:pt>
              </c:numCache>
            </c:numRef>
          </c:cat>
          <c:val>
            <c:numRef>
              <c:f>MedSchool!$E$8:$E$72</c:f>
              <c:numCache>
                <c:formatCode>General</c:formatCode>
                <c:ptCount val="65"/>
                <c:pt idx="13" formatCode="0.00%">
                  <c:v>7.2515107314023761E-2</c:v>
                </c:pt>
                <c:pt idx="14" formatCode="0.00%">
                  <c:v>7.7873142139418039E-2</c:v>
                </c:pt>
                <c:pt idx="15" formatCode="0.00%">
                  <c:v>7.578721524578784E-2</c:v>
                </c:pt>
                <c:pt idx="16" formatCode="0.00%">
                  <c:v>8.105048675571655E-2</c:v>
                </c:pt>
                <c:pt idx="17" formatCode="0.00%">
                  <c:v>9.0306761268781302E-2</c:v>
                </c:pt>
                <c:pt idx="18" formatCode="0.00%">
                  <c:v>8.9611292306047155E-2</c:v>
                </c:pt>
                <c:pt idx="19" formatCode="0.00%">
                  <c:v>9.2931506849315074E-2</c:v>
                </c:pt>
                <c:pt idx="20" formatCode="0.00%">
                  <c:v>0.10419782097842341</c:v>
                </c:pt>
                <c:pt idx="21" formatCode="0.00%">
                  <c:v>9.9299176058338864E-2</c:v>
                </c:pt>
                <c:pt idx="22" formatCode="0.00%">
                  <c:v>9.3562231759656653E-2</c:v>
                </c:pt>
                <c:pt idx="23" formatCode="0.00%">
                  <c:v>0.10941689678632889</c:v>
                </c:pt>
                <c:pt idx="24" formatCode="0.00%">
                  <c:v>0.12810228986699576</c:v>
                </c:pt>
                <c:pt idx="25" formatCode="0.00%">
                  <c:v>0.15165352151653522</c:v>
                </c:pt>
                <c:pt idx="26" formatCode="0.00%">
                  <c:v>0.17782881414530546</c:v>
                </c:pt>
                <c:pt idx="27" formatCode="0.00%">
                  <c:v>0.20436945604730838</c:v>
                </c:pt>
                <c:pt idx="28" formatCode="0.00%">
                  <c:v>0.22681046308121661</c:v>
                </c:pt>
                <c:pt idx="29" formatCode="0.00%">
                  <c:v>0.24300354281094705</c:v>
                </c:pt>
                <c:pt idx="30" formatCode="0.00%">
                  <c:v>0.25133136094674557</c:v>
                </c:pt>
                <c:pt idx="31" formatCode="0.00%">
                  <c:v>0.26036149183640039</c:v>
                </c:pt>
                <c:pt idx="32" formatCode="0.00%">
                  <c:v>0.2821364328213643</c:v>
                </c:pt>
                <c:pt idx="33" formatCode="0.00%">
                  <c:v>0.29534683923177119</c:v>
                </c:pt>
                <c:pt idx="34" formatCode="0.00%">
                  <c:v>0.31786365988506687</c:v>
                </c:pt>
                <c:pt idx="35" formatCode="0.00%">
                  <c:v>0.32702483272208066</c:v>
                </c:pt>
                <c:pt idx="36" formatCode="0.00%">
                  <c:v>0.33981299911899282</c:v>
                </c:pt>
                <c:pt idx="37" formatCode="0.00%">
                  <c:v>0.3470779853551243</c:v>
                </c:pt>
                <c:pt idx="38" formatCode="0.00%">
                  <c:v>0.35146723430135318</c:v>
                </c:pt>
                <c:pt idx="39" formatCode="0.00%">
                  <c:v>0.35969086321974897</c:v>
                </c:pt>
                <c:pt idx="40" formatCode="0.00%">
                  <c:v>0.3701899139341347</c:v>
                </c:pt>
                <c:pt idx="41" formatCode="0.00%">
                  <c:v>0.38409107931990111</c:v>
                </c:pt>
                <c:pt idx="42" formatCode="0.00%">
                  <c:v>0.39183916161878923</c:v>
                </c:pt>
                <c:pt idx="43" formatCode="0.00%">
                  <c:v>0.40302999213433194</c:v>
                </c:pt>
                <c:pt idx="44" formatCode="0.00%">
                  <c:v>0.41143080249879865</c:v>
                </c:pt>
                <c:pt idx="45" formatCode="0.00%">
                  <c:v>0.41757125287417785</c:v>
                </c:pt>
                <c:pt idx="46" formatCode="0.00%">
                  <c:v>0.41949726673830773</c:v>
                </c:pt>
                <c:pt idx="47" formatCode="0.00%">
                  <c:v>0.4181437389770723</c:v>
                </c:pt>
                <c:pt idx="48" formatCode="0.00%">
                  <c:v>0.42450521615936115</c:v>
                </c:pt>
                <c:pt idx="49" formatCode="0.00%">
                  <c:v>0.42644522516767808</c:v>
                </c:pt>
                <c:pt idx="50" formatCode="0.00%">
                  <c:v>0.4247489306304631</c:v>
                </c:pt>
                <c:pt idx="51" formatCode="0.00%">
                  <c:v>0.43380900109769482</c:v>
                </c:pt>
                <c:pt idx="52" formatCode="0.00%">
                  <c:v>0.4524880992638452</c:v>
                </c:pt>
                <c:pt idx="53" formatCode="0.00%">
                  <c:v>0.46573015530629852</c:v>
                </c:pt>
                <c:pt idx="54" formatCode="0.00%">
                  <c:v>0.47957544463568558</c:v>
                </c:pt>
                <c:pt idx="55" formatCode="0.00%">
                  <c:v>0.49240103500579963</c:v>
                </c:pt>
                <c:pt idx="56" formatCode="0.00%">
                  <c:v>0.50794745767583571</c:v>
                </c:pt>
                <c:pt idx="57" formatCode="0.00%">
                  <c:v>0.50421155729676792</c:v>
                </c:pt>
                <c:pt idx="58" formatCode="0.00%">
                  <c:v>0.49836776196082627</c:v>
                </c:pt>
                <c:pt idx="59" formatCode="0.00%">
                  <c:v>0.49332617367290582</c:v>
                </c:pt>
                <c:pt idx="60" formatCode="0.00%">
                  <c:v>0.49001536098310294</c:v>
                </c:pt>
                <c:pt idx="61" formatCode="0.00%">
                  <c:v>0.48211029812223249</c:v>
                </c:pt>
                <c:pt idx="62" formatCode="0.00%">
                  <c:v>0.47913315037380522</c:v>
                </c:pt>
                <c:pt idx="63" formatCode="0.00%">
                  <c:v>0.47277789476147025</c:v>
                </c:pt>
                <c:pt idx="64" formatCode="0.00%">
                  <c:v>0.47314374188847652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F8-044B-A10B-21EFE3645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4494016"/>
        <c:axId val="1568560288"/>
      </c:lineChart>
      <c:catAx>
        <c:axId val="1544494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560288"/>
        <c:crosses val="autoZero"/>
        <c:auto val="1"/>
        <c:lblAlgn val="ctr"/>
        <c:lblOffset val="100"/>
        <c:tickLblSkip val="5"/>
        <c:noMultiLvlLbl val="0"/>
      </c:catAx>
      <c:valAx>
        <c:axId val="1568560288"/>
        <c:scaling>
          <c:orientation val="minMax"/>
          <c:max val="0.5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>
                    <a:solidFill>
                      <a:schemeClr val="tx1"/>
                    </a:solidFill>
                  </a:rPr>
                  <a:t>Percent Female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4494016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754331572408869"/>
          <c:y val="0.43073957534900348"/>
          <c:w val="0.38614055299539168"/>
          <c:h val="0.16092435913063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0.03362</cdr:x>
      <cdr:y>0.94743</cdr:y>
    </cdr:from>
    <cdr:to>
      <cdr:x>0.99468</cdr:x>
      <cdr:y>0.99831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908D273E-1432-474A-90E1-2943A9D3B393}"/>
            </a:ext>
          </a:extLst>
        </cdr:cNvPr>
        <cdr:cNvSpPr txBox="1"/>
      </cdr:nvSpPr>
      <cdr:spPr>
        <a:xfrm xmlns:a="http://schemas.openxmlformats.org/drawingml/2006/main">
          <a:off x="291624" y="5960652"/>
          <a:ext cx="8337272" cy="32007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400" dirty="0"/>
            <a:t>Sources: American Bar Association, American Association</a:t>
          </a:r>
          <a:r>
            <a:rPr lang="en-US" sz="1400" baseline="0" dirty="0"/>
            <a:t> of Medical Schools</a:t>
          </a:r>
          <a:endParaRPr lang="en-US" sz="14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A54FDF0-9FB2-4651-9C32-6235D3114871}" type="datetimeFigureOut">
              <a:rPr lang="en-US" altLang="en-US"/>
              <a:pPr/>
              <a:t>11/12/2023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092D8A-4AA1-49C6-844C-8DF6BB08CC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4429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19200" y="685800"/>
            <a:ext cx="4572000" cy="3429000"/>
          </a:xfrm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D99F52-1FD0-42B9-B1E2-F74F47675A9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053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A6BE0F-2D81-4CC5-A30E-2133F31FB2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591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A6BE0F-2D81-4CC5-A30E-2133F31FB2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2462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A6BE0F-2D81-4CC5-A30E-2133F31FB2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591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A6BE0F-2D81-4CC5-A30E-2133F31FB2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94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61888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3993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3471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9934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68789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50484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11637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404876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3003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EE8FB7-BD64-426A-8A6C-FD67AE9868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990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A6BE0F-2D81-4CC5-A30E-2133F31FB2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171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A6BE0F-2D81-4CC5-A30E-2133F31FB2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1027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26215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4087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249953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182291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A6BE0F-2D81-4CC5-A30E-2133F31FB2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1488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A6BE0F-2D81-4CC5-A30E-2133F31FB2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398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4226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092D8A-4AA1-49C6-844C-8DF6BB08CC8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44254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A6BE0F-2D81-4CC5-A30E-2133F31FB2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58292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91770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605779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21572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A6BE0F-2D81-4CC5-A30E-2133F31FB2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347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97295D-59A4-9E48-8B4A-C554F85CB5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DB1910-22E0-2740-9CC3-D619C7140F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1342DC-0291-384D-9401-D02FA91D06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68CAE-58FA-6740-AF49-D6FC2F88A5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660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7A0D30-8696-F447-8C5B-7963A62C5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7DB71B-6EDA-9F4E-867B-29910A418A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0D67A3-3F20-5647-B54F-B00977F2FB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980C8-259D-0343-AB00-2EDFB1713F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050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E728AB-266A-AE44-9F76-DD74F8311F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92A144-8790-854B-A98A-A0EEA97314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8687AB-9F3A-DC40-842F-9B951E6F84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980B25-56D2-1B43-9AA2-EBBBF738E8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79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8D1C95-1251-EC4A-A172-13ED61A974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5C6646-2D3D-FC4B-8F65-6A3E35EF99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D3CD6-D429-1B40-A467-20B2DD1922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249CE-5937-4142-808D-1B38AD7A2D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101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3BFD6F1-0633-0F47-93DE-1C72757D7E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E92CB72-5AEC-B64D-ABD0-E5C5C019D3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6CC9949-AF7D-4842-9CF9-C411A21936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7EC4A6-64A8-1D47-A69C-FFA521EAE3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267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6496033-F800-504A-90C9-A0E9188F0A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5D9DFD8-8013-F641-9635-C19446F9B8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BFAEA78-C9B7-4A43-977F-E3F40A393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7B7A61-2459-9547-AC6B-C10377DDF5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608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8BDB9C8-AB07-444E-8466-F28D8A5EEF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51B92B9-DB79-164C-935E-BF505F7E45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ADF7CE6-6630-3A4B-8A91-EA24142F7C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0E52A-BA9E-214E-B3FB-4CBC2BB74B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3820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DCB7A9-540E-7243-A44A-80B79B1DE1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54CC0D-BDD1-EA47-B690-7EF29D60AA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3A609-63EA-1F4E-947B-5975DC4917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F49B8-7869-4241-A792-7252647A2B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690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902FF-B0B9-0D42-920B-5854210455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2D674B-B12B-9A45-92AD-6C6CBAB2A6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F00C22-4E84-5541-B7AB-46874AAC2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4395B2-CA2C-5F40-99CA-EAAE0014DB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590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5511E1-94B1-7547-9A2D-6DACF5076C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10939E-1C68-7048-B9DD-2CF030A47D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B3D7A7-381C-1441-B592-1D5DCFE72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52F02-E513-574C-87F1-7F47F9267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47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18FDAC-07E7-6649-A249-CF80DEA713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284C19-4234-1E4F-A482-17170CE088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0E92F2-B504-BC40-90EB-ADDB031196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81913-3918-CD4C-8AEB-972EC58EAF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7685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A4C599-BF03-4802-994D-9A55287C41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41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3CEAF6-3C15-42EB-BF25-A7A58D2940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64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84764F-6AAA-491D-9EF4-22BA1DE8D5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462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107DF-A369-45AA-AC8A-25E61566D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82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6E173-0DDE-4570-A4FD-B3448BF828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30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7B0126-7FB2-4DE0-894A-6498C5EAEF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782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E3A502-1B2E-496B-8096-C2A40D0BB0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55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9ED088-E24C-4EB3-91F3-D225B0E2AA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46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75F1CB-54F5-4724-9032-32741D5D8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44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EBF6A-6845-4ECA-80B8-14B0B75D07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95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199C6-B62D-4EC3-9097-E2FA5032DF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242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0366B-1F52-4653-852E-9440157F99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731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38B73-0148-4402-8BEB-1D227E6514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295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68DE7-2790-4C3B-AA36-C3758563F3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675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BDD64-06D0-4189-9216-ECCCA08F35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439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9A9C8-9A9B-4839-A592-DAA63011A7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656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D870EC-F1A8-4A00-B39B-C05BCF62CA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54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3F9AF-3B7F-440A-BF5D-EC6A997EFB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782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C69133-8FCB-461D-A9E3-A4F6908259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693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9DED7-F2EB-484A-AECF-DCBC685EF3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078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DF442-9FF4-41B3-A578-91297C790B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21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9684D-5B71-4A03-8262-64A09F23EF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082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1EE-5287-4E5A-AABE-53CC9CC21E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648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91E0A9-DB68-4468-B234-5BC53E004E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537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4" y="2130428"/>
            <a:ext cx="7772400" cy="14700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7" y="3886200"/>
            <a:ext cx="6400802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6996" indent="0" algn="ctr">
              <a:buNone/>
              <a:defRPr/>
            </a:lvl2pPr>
            <a:lvl3pPr marL="913988" indent="0" algn="ctr">
              <a:buNone/>
              <a:defRPr/>
            </a:lvl3pPr>
            <a:lvl4pPr marL="1370982" indent="0" algn="ctr">
              <a:buNone/>
              <a:defRPr/>
            </a:lvl4pPr>
            <a:lvl5pPr marL="1827976" indent="0" algn="ctr">
              <a:buNone/>
              <a:defRPr/>
            </a:lvl5pPr>
            <a:lvl6pPr marL="2284972" indent="0" algn="ctr">
              <a:buNone/>
              <a:defRPr/>
            </a:lvl6pPr>
            <a:lvl7pPr marL="2741964" indent="0" algn="ctr">
              <a:buNone/>
              <a:defRPr/>
            </a:lvl7pPr>
            <a:lvl8pPr marL="3198958" indent="0" algn="ctr">
              <a:buNone/>
              <a:defRPr/>
            </a:lvl8pPr>
            <a:lvl9pPr marL="365595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CE2EE-A257-46ED-95D5-98933A58EE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4665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893C5-2A0E-4A7E-A870-0B0D8FFE230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014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2"/>
            <a:ext cx="7772400" cy="1362076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2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996" indent="0">
              <a:buNone/>
              <a:defRPr sz="2000"/>
            </a:lvl2pPr>
            <a:lvl3pPr marL="913988" indent="0">
              <a:buNone/>
              <a:defRPr sz="1800"/>
            </a:lvl3pPr>
            <a:lvl4pPr marL="1370982" indent="0">
              <a:buNone/>
              <a:defRPr sz="1600"/>
            </a:lvl4pPr>
            <a:lvl5pPr marL="1827976" indent="0">
              <a:buNone/>
              <a:defRPr sz="1600"/>
            </a:lvl5pPr>
            <a:lvl6pPr marL="2284972" indent="0">
              <a:buNone/>
              <a:defRPr sz="1600"/>
            </a:lvl6pPr>
            <a:lvl7pPr marL="2741964" indent="0">
              <a:buNone/>
              <a:defRPr sz="1600"/>
            </a:lvl7pPr>
            <a:lvl8pPr marL="3198958" indent="0">
              <a:buNone/>
              <a:defRPr sz="1600"/>
            </a:lvl8pPr>
            <a:lvl9pPr marL="3655954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722BDD-E5D8-4933-A4B2-3605A9E4C8C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1232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981204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4" y="1981204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AFD53-CE50-4AE1-9D96-72651D3B3E8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7071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9" y="274640"/>
            <a:ext cx="822960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96" indent="0">
              <a:buNone/>
              <a:defRPr sz="2000" b="1"/>
            </a:lvl2pPr>
            <a:lvl3pPr marL="913988" indent="0">
              <a:buNone/>
              <a:defRPr sz="2000" b="1"/>
            </a:lvl3pPr>
            <a:lvl4pPr marL="1370982" indent="0">
              <a:buNone/>
              <a:defRPr sz="1800" b="1"/>
            </a:lvl4pPr>
            <a:lvl5pPr marL="1827976" indent="0">
              <a:buNone/>
              <a:defRPr sz="1800" b="1"/>
            </a:lvl5pPr>
            <a:lvl6pPr marL="2284972" indent="0">
              <a:buNone/>
              <a:defRPr sz="1800" b="1"/>
            </a:lvl6pPr>
            <a:lvl7pPr marL="2741964" indent="0">
              <a:buNone/>
              <a:defRPr sz="1800" b="1"/>
            </a:lvl7pPr>
            <a:lvl8pPr marL="3198958" indent="0">
              <a:buNone/>
              <a:defRPr sz="1800" b="1"/>
            </a:lvl8pPr>
            <a:lvl9pPr marL="36559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6"/>
            <a:ext cx="4041776" cy="6397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96" indent="0">
              <a:buNone/>
              <a:defRPr sz="2000" b="1"/>
            </a:lvl2pPr>
            <a:lvl3pPr marL="913988" indent="0">
              <a:buNone/>
              <a:defRPr sz="2000" b="1"/>
            </a:lvl3pPr>
            <a:lvl4pPr marL="1370982" indent="0">
              <a:buNone/>
              <a:defRPr sz="1800" b="1"/>
            </a:lvl4pPr>
            <a:lvl5pPr marL="1827976" indent="0">
              <a:buNone/>
              <a:defRPr sz="1800" b="1"/>
            </a:lvl5pPr>
            <a:lvl6pPr marL="2284972" indent="0">
              <a:buNone/>
              <a:defRPr sz="1800" b="1"/>
            </a:lvl6pPr>
            <a:lvl7pPr marL="2741964" indent="0">
              <a:buNone/>
              <a:defRPr sz="1800" b="1"/>
            </a:lvl7pPr>
            <a:lvl8pPr marL="3198958" indent="0">
              <a:buNone/>
              <a:defRPr sz="1800" b="1"/>
            </a:lvl8pPr>
            <a:lvl9pPr marL="36559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6" cy="39512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97A15-8724-4AB0-8330-D3778E3F79A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7089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577CA-A9B4-472B-9A11-95B184F02DA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8713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86E1A-C3D1-4D6D-90B3-039D3A65557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2664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3" y="273052"/>
            <a:ext cx="3008314" cy="11620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7" y="273063"/>
            <a:ext cx="5111750" cy="58531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3" y="1435105"/>
            <a:ext cx="3008314" cy="4691062"/>
          </a:xfrm>
        </p:spPr>
        <p:txBody>
          <a:bodyPr/>
          <a:lstStyle>
            <a:lvl1pPr marL="0" indent="0">
              <a:buNone/>
              <a:defRPr sz="1600"/>
            </a:lvl1pPr>
            <a:lvl2pPr marL="456996" indent="0">
              <a:buNone/>
              <a:defRPr sz="1200"/>
            </a:lvl2pPr>
            <a:lvl3pPr marL="913988" indent="0">
              <a:buNone/>
              <a:defRPr sz="1000"/>
            </a:lvl3pPr>
            <a:lvl4pPr marL="1370982" indent="0">
              <a:buNone/>
              <a:defRPr sz="1000"/>
            </a:lvl4pPr>
            <a:lvl5pPr marL="1827976" indent="0">
              <a:buNone/>
              <a:defRPr sz="1000"/>
            </a:lvl5pPr>
            <a:lvl6pPr marL="2284972" indent="0">
              <a:buNone/>
              <a:defRPr sz="1000"/>
            </a:lvl6pPr>
            <a:lvl7pPr marL="2741964" indent="0">
              <a:buNone/>
              <a:defRPr sz="1000"/>
            </a:lvl7pPr>
            <a:lvl8pPr marL="3198958" indent="0">
              <a:buNone/>
              <a:defRPr sz="1000"/>
            </a:lvl8pPr>
            <a:lvl9pPr marL="36559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E0C20-A553-4C9A-A549-7ABCDFED558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7681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92" y="4800602"/>
            <a:ext cx="5486400" cy="5667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92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996" indent="0">
              <a:buNone/>
              <a:defRPr sz="2800"/>
            </a:lvl2pPr>
            <a:lvl3pPr marL="913988" indent="0">
              <a:buNone/>
              <a:defRPr sz="2400"/>
            </a:lvl3pPr>
            <a:lvl4pPr marL="1370982" indent="0">
              <a:buNone/>
              <a:defRPr sz="2000"/>
            </a:lvl4pPr>
            <a:lvl5pPr marL="1827976" indent="0">
              <a:buNone/>
              <a:defRPr sz="2000"/>
            </a:lvl5pPr>
            <a:lvl6pPr marL="2284972" indent="0">
              <a:buNone/>
              <a:defRPr sz="2000"/>
            </a:lvl6pPr>
            <a:lvl7pPr marL="2741964" indent="0">
              <a:buNone/>
              <a:defRPr sz="2000"/>
            </a:lvl7pPr>
            <a:lvl8pPr marL="3198958" indent="0">
              <a:buNone/>
              <a:defRPr sz="2000"/>
            </a:lvl8pPr>
            <a:lvl9pPr marL="3655954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92" y="5367342"/>
            <a:ext cx="5486400" cy="804864"/>
          </a:xfrm>
        </p:spPr>
        <p:txBody>
          <a:bodyPr/>
          <a:lstStyle>
            <a:lvl1pPr marL="0" indent="0">
              <a:buNone/>
              <a:defRPr sz="1600"/>
            </a:lvl1pPr>
            <a:lvl2pPr marL="456996" indent="0">
              <a:buNone/>
              <a:defRPr sz="1200"/>
            </a:lvl2pPr>
            <a:lvl3pPr marL="913988" indent="0">
              <a:buNone/>
              <a:defRPr sz="1000"/>
            </a:lvl3pPr>
            <a:lvl4pPr marL="1370982" indent="0">
              <a:buNone/>
              <a:defRPr sz="1000"/>
            </a:lvl4pPr>
            <a:lvl5pPr marL="1827976" indent="0">
              <a:buNone/>
              <a:defRPr sz="1000"/>
            </a:lvl5pPr>
            <a:lvl6pPr marL="2284972" indent="0">
              <a:buNone/>
              <a:defRPr sz="1000"/>
            </a:lvl6pPr>
            <a:lvl7pPr marL="2741964" indent="0">
              <a:buNone/>
              <a:defRPr sz="1000"/>
            </a:lvl7pPr>
            <a:lvl8pPr marL="3198958" indent="0">
              <a:buNone/>
              <a:defRPr sz="1000"/>
            </a:lvl8pPr>
            <a:lvl9pPr marL="36559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B7F29-E0A4-42CC-B6C1-DEA0447CB57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5555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0A00D-3D86-440F-8A07-9A97CFA61D1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8056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4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2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FDA89-361E-4842-BF18-CD385841082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43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5D185F7-AC62-E742-8CEA-EA81268EF4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3995AA6-F5AA-194E-A9B0-80C73B737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E13430C-CFCE-7C4E-BB45-155CC867B4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599CDA4-C1CD-CE4A-B36B-A0893045711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6E7DEDA-110E-2F45-A189-559D87342F2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927BEC84-48DA-0248-91C1-EEF1E538FF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21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50C35E3-7B01-4EEF-834D-57F51D1D31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7835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C29A8869-96D9-4BA4-ADEE-D6B35C83CD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7963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4" y="609604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0" tIns="45700" rIns="91400" bIns="457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4" y="1981204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0" tIns="45700" rIns="91400" bIns="457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11" y="6248400"/>
            <a:ext cx="190500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0" tIns="45700" rIns="91400" bIns="45700" numCol="1" anchor="t" anchorCtr="0" compatLnSpc="1">
            <a:prstTxWarp prst="textNoShape">
              <a:avLst/>
            </a:prstTxWarp>
          </a:bodyPr>
          <a:lstStyle>
            <a:lvl1pPr>
              <a:defRPr sz="1600"/>
            </a:lvl1pPr>
          </a:lstStyle>
          <a:p>
            <a:pPr defTabSz="913988">
              <a:defRPr/>
            </a:pPr>
            <a:endParaRPr lang="en-US">
              <a:solidFill>
                <a:srgbClr val="000000"/>
              </a:solidFill>
              <a:latin typeface="Times New Roman"/>
              <a:ea typeface="+mn-ea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9" y="6248400"/>
            <a:ext cx="289560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0" tIns="45700" rIns="91400" bIns="45700" numCol="1" anchor="t" anchorCtr="0" compatLnSpc="1">
            <a:prstTxWarp prst="textNoShape">
              <a:avLst/>
            </a:prstTxWarp>
          </a:bodyPr>
          <a:lstStyle>
            <a:lvl1pPr algn="ctr">
              <a:defRPr sz="1600"/>
            </a:lvl1pPr>
          </a:lstStyle>
          <a:p>
            <a:pPr defTabSz="913988">
              <a:defRPr/>
            </a:pPr>
            <a:endParaRPr lang="en-US">
              <a:solidFill>
                <a:srgbClr val="000000"/>
              </a:solidFill>
              <a:latin typeface="Times New Roman"/>
              <a:ea typeface="+mn-ea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9" y="6248400"/>
            <a:ext cx="190500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0" tIns="45700" rIns="91400" bIns="45700" numCol="1" anchor="t" anchorCtr="0" compatLnSpc="1">
            <a:prstTxWarp prst="textNoShape">
              <a:avLst/>
            </a:prstTxWarp>
          </a:bodyPr>
          <a:lstStyle>
            <a:lvl1pPr algn="r">
              <a:defRPr sz="1600"/>
            </a:lvl1pPr>
          </a:lstStyle>
          <a:p>
            <a:pPr defTabSz="913988">
              <a:defRPr/>
            </a:pPr>
            <a:fld id="{689D0F1F-DDF5-4737-993C-E9C369931E73}" type="slidenum">
              <a:rPr lang="en-US">
                <a:solidFill>
                  <a:srgbClr val="000000"/>
                </a:solidFill>
                <a:latin typeface="Times New Roman"/>
                <a:ea typeface="+mn-ea"/>
              </a:rPr>
              <a:pPr defTabSz="913988">
                <a:defRPr/>
              </a:pPr>
              <a:t>‹#›</a:t>
            </a:fld>
            <a:endParaRPr lang="en-US">
              <a:solidFill>
                <a:srgbClr val="000000"/>
              </a:solidFill>
              <a:latin typeface="Times New Roman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11109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5pPr>
      <a:lvl6pPr marL="456996" algn="ctr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6pPr>
      <a:lvl7pPr marL="913988" algn="ctr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7pPr>
      <a:lvl8pPr marL="1370982" algn="ctr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8pPr>
      <a:lvl9pPr marL="1827976" algn="ctr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Times New Roman" pitchFamily="18" charset="0"/>
        </a:defRPr>
      </a:lvl9pPr>
    </p:titleStyle>
    <p:bodyStyle>
      <a:lvl1pPr marL="342746" indent="-342746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616" indent="-28562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486" indent="-228496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9480" indent="-22849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6474" indent="-228496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3468" indent="-22849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0462" indent="-22849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7456" indent="-22849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4448" indent="-228496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96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88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82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76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972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64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958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954" algn="l" defTabSz="91398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2286000"/>
            <a:ext cx="8534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Personal Increasing Returns:</a:t>
            </a:r>
            <a:br>
              <a:rPr lang="en-US" altLang="en-US" dirty="0"/>
            </a:br>
            <a:r>
              <a:rPr lang="en-US" altLang="en-US" dirty="0"/>
              <a:t>Analytics and Applications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886200"/>
            <a:ext cx="7162800" cy="2971800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A new chapter from the next edition of</a:t>
            </a:r>
          </a:p>
          <a:p>
            <a:pPr eaLnBrk="1" hangingPunct="1"/>
            <a:r>
              <a:rPr lang="en-US" altLang="en-US" sz="2800" i="1" dirty="0"/>
              <a:t>Chicago Price Theory</a:t>
            </a:r>
          </a:p>
          <a:p>
            <a:pPr eaLnBrk="1" hangingPunct="1"/>
            <a:r>
              <a:rPr lang="en-US" altLang="en-US" sz="2800" dirty="0"/>
              <a:t>Fall 2023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071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Purpose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Identify common analytical features of human investment and consumption choice problems with falling marginal cost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Show shared results, some surprising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in a supply-demand framework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lim>
                        </m:limLow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 </a:t>
                </a:r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i="1" dirty="0"/>
                  <a:t>q</a:t>
                </a:r>
                <a:r>
                  <a:rPr lang="en-US" altLang="en-US" sz="2800" dirty="0"/>
                  <a:t> = consumption of good/service of interest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i="1" dirty="0"/>
                  <a:t>p</a:t>
                </a:r>
                <a:r>
                  <a:rPr lang="en-US" altLang="en-US" sz="2800" dirty="0"/>
                  <a:t>(</a:t>
                </a:r>
                <a:r>
                  <a:rPr lang="en-US" altLang="en-US" sz="2800" i="1" dirty="0"/>
                  <a:t>h</a:t>
                </a:r>
                <a:r>
                  <a:rPr lang="en-US" altLang="en-US" sz="2800" dirty="0"/>
                  <a:t>) = price of </a:t>
                </a:r>
                <a:r>
                  <a:rPr lang="en-US" altLang="en-US" sz="2800" i="1" dirty="0"/>
                  <a:t>q</a:t>
                </a:r>
                <a:r>
                  <a:rPr lang="en-US" altLang="en-US" sz="2800" dirty="0"/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&lt;0,</m:t>
                    </m:r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en-US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i="1" dirty="0"/>
                  <a:t>h</a:t>
                </a:r>
                <a:r>
                  <a:rPr lang="en-US" altLang="en-US" sz="2800" dirty="0"/>
                  <a:t> = </a:t>
                </a:r>
                <a:r>
                  <a:rPr lang="en-US" altLang="en-US" sz="2800" i="1" dirty="0"/>
                  <a:t>q</a:t>
                </a:r>
                <a:r>
                  <a:rPr lang="en-US" altLang="en-US" sz="2800" dirty="0"/>
                  <a:t>-independent (“nonrival”) cost of reducing </a:t>
                </a:r>
                <a:r>
                  <a:rPr lang="en-US" altLang="en-US" sz="2800" i="1" dirty="0"/>
                  <a:t>p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i="1" dirty="0"/>
                  <a:t>y</a:t>
                </a:r>
                <a:r>
                  <a:rPr lang="en-US" altLang="en-US" sz="2800" dirty="0"/>
                  <a:t> = income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27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  <a:blipFill>
                <a:blip r:embed="rId3"/>
                <a:stretch>
                  <a:fillRect l="-1111" t="-2228" r="-1250" b="-6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081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Examples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12559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Volume discounts on consumer services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Train pass/gym membership/supper club/frequent flier/record club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Nonmedical opioid 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Own Rx vs secondary market vs heroin vs fentanyl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Alcohol consumption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Automobiles: choice of model determines cost per mile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Joint determination of human capital and labor supply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Consumer finance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Pay fixed cost to access/learn about higher return savings vehicles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Pay fixed cost to consolidate high-interest consumer loans</a:t>
            </a:r>
          </a:p>
        </p:txBody>
      </p:sp>
    </p:spTree>
    <p:extLst>
      <p:ext uri="{BB962C8B-B14F-4D97-AF65-F5344CB8AC3E}">
        <p14:creationId xmlns:p14="http://schemas.microsoft.com/office/powerpoint/2010/main" val="253932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Examples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12559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Volume discounts on consumer services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Train pass/gym membership/supper club/frequent flier/record club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Nonmedical opioid 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Own Rx vs secondary market vs heroin vs fentanyl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Alcohol consumption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Automobiles: choice of model determines cost per mile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2"/>
                </a:solidFill>
              </a:rPr>
              <a:t>Joint determination of human capital and labor supply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2"/>
                </a:solidFill>
              </a:rPr>
              <a:t>Consumer finance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Pay fixed cost to access/learn about higher return savings vehicles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Pay fixed cost to consolidate high-interest consumer loans</a:t>
            </a:r>
          </a:p>
        </p:txBody>
      </p:sp>
    </p:spTree>
    <p:extLst>
      <p:ext uri="{BB962C8B-B14F-4D97-AF65-F5344CB8AC3E}">
        <p14:creationId xmlns:p14="http://schemas.microsoft.com/office/powerpoint/2010/main" val="2185919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Two-stage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Stage 1: Produce </a:t>
                </a:r>
                <a:r>
                  <a:rPr lang="en-US" altLang="en-US" sz="2800" i="1" dirty="0"/>
                  <a:t>q</a:t>
                </a:r>
                <a:r>
                  <a:rPr lang="en-US" altLang="en-US" sz="2800" dirty="0"/>
                  <a:t> at minimum total cost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i="1" dirty="0"/>
                  <a:t>h</a:t>
                </a:r>
                <a:r>
                  <a:rPr lang="en-US" altLang="en-US" sz="2800" dirty="0"/>
                  <a:t>(</a:t>
                </a:r>
                <a:r>
                  <a:rPr lang="en-US" altLang="en-US" sz="2800" i="1" dirty="0"/>
                  <a:t>q</a:t>
                </a:r>
                <a:r>
                  <a:rPr lang="en-US" altLang="en-US" sz="2800" dirty="0"/>
                  <a:t>) = cost minimizing investment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Hicksian</a:t>
                </a:r>
                <a:r>
                  <a:rPr lang="en-US" altLang="en-US" sz="2800" dirty="0"/>
                  <a:t> properties</a:t>
                </a:r>
              </a:p>
              <a:p>
                <a:pPr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&gt;0,  </m:t>
                    </m:r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en-US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en-US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Stage 2: Allocate income between </a:t>
                </a:r>
                <a:r>
                  <a:rPr lang="en-US" altLang="en-US" sz="2800" i="1" dirty="0"/>
                  <a:t>q</a:t>
                </a:r>
                <a:r>
                  <a:rPr lang="en-US" altLang="en-US" sz="2800" dirty="0"/>
                  <a:t> and other goods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en-US" sz="28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27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  <a:blipFill>
                <a:blip r:embed="rId3"/>
                <a:stretch>
                  <a:fillRect l="-1250" t="-2228" b="-8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154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2415915" y="2133600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>
            <a:off x="2424113" y="6037262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1.  Personal increasing returns</a:t>
            </a:r>
            <a:br>
              <a:rPr lang="en-US" sz="3600" dirty="0"/>
            </a:br>
            <a:r>
              <a:rPr lang="en-US" sz="2800" dirty="0"/>
              <a:t>in the commodity space; consumer version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6792770" y="5774700"/>
            <a:ext cx="1817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Quantity (</a:t>
            </a:r>
            <a:r>
              <a:rPr lang="en-US" sz="2400" i="1" dirty="0"/>
              <a:t>q</a:t>
            </a:r>
            <a:r>
              <a:rPr lang="en-US" sz="2400" dirty="0"/>
              <a:t>)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BF528DB-1EB4-A043-A440-F970089C68CE}"/>
              </a:ext>
            </a:extLst>
          </p:cNvPr>
          <p:cNvSpPr txBox="1"/>
          <p:nvPr/>
        </p:nvSpPr>
        <p:spPr>
          <a:xfrm>
            <a:off x="1658085" y="1321545"/>
            <a:ext cx="1474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All other goods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554147" y="5972584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733434EE-6278-5542-AA15-4371AB168794}"/>
              </a:ext>
            </a:extLst>
          </p:cNvPr>
          <p:cNvSpPr>
            <a:spLocks/>
          </p:cNvSpPr>
          <p:nvPr/>
        </p:nvSpPr>
        <p:spPr bwMode="auto">
          <a:xfrm>
            <a:off x="2434203" y="2744430"/>
            <a:ext cx="3408156" cy="3309990"/>
          </a:xfrm>
          <a:custGeom>
            <a:avLst/>
            <a:gdLst>
              <a:gd name="T0" fmla="*/ 12 w 2124"/>
              <a:gd name="T1" fmla="*/ 0 h 2112"/>
              <a:gd name="T2" fmla="*/ 77 w 2124"/>
              <a:gd name="T3" fmla="*/ 234 h 2112"/>
              <a:gd name="T4" fmla="*/ 476 w 2124"/>
              <a:gd name="T5" fmla="*/ 978 h 2112"/>
              <a:gd name="T6" fmla="*/ 761 w 2124"/>
              <a:gd name="T7" fmla="*/ 1402 h 2112"/>
              <a:gd name="T8" fmla="*/ 1054 w 2124"/>
              <a:gd name="T9" fmla="*/ 1642 h 2112"/>
              <a:gd name="T10" fmla="*/ 1550 w 2124"/>
              <a:gd name="T11" fmla="*/ 1899 h 2112"/>
              <a:gd name="T12" fmla="*/ 2124 w 2124"/>
              <a:gd name="T13" fmla="*/ 2112 h 2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24"/>
              <a:gd name="T22" fmla="*/ 0 h 2112"/>
              <a:gd name="T23" fmla="*/ 2124 w 2124"/>
              <a:gd name="T24" fmla="*/ 2112 h 2112"/>
              <a:gd name="connsiteX0" fmla="*/ 0 w 9944"/>
              <a:gd name="connsiteY0" fmla="*/ 0 h 10000"/>
              <a:gd name="connsiteX1" fmla="*/ 307 w 9944"/>
              <a:gd name="connsiteY1" fmla="*/ 1108 h 10000"/>
              <a:gd name="connsiteX2" fmla="*/ 1624 w 9944"/>
              <a:gd name="connsiteY2" fmla="*/ 3879 h 10000"/>
              <a:gd name="connsiteX3" fmla="*/ 3527 w 9944"/>
              <a:gd name="connsiteY3" fmla="*/ 6638 h 10000"/>
              <a:gd name="connsiteX4" fmla="*/ 4906 w 9944"/>
              <a:gd name="connsiteY4" fmla="*/ 7775 h 10000"/>
              <a:gd name="connsiteX5" fmla="*/ 7242 w 9944"/>
              <a:gd name="connsiteY5" fmla="*/ 8991 h 10000"/>
              <a:gd name="connsiteX6" fmla="*/ 9944 w 9944"/>
              <a:gd name="connsiteY6" fmla="*/ 10000 h 10000"/>
              <a:gd name="connsiteX0" fmla="*/ 0 w 10063"/>
              <a:gd name="connsiteY0" fmla="*/ 0 h 9969"/>
              <a:gd name="connsiteX1" fmla="*/ 372 w 10063"/>
              <a:gd name="connsiteY1" fmla="*/ 1077 h 9969"/>
              <a:gd name="connsiteX2" fmla="*/ 1696 w 10063"/>
              <a:gd name="connsiteY2" fmla="*/ 3848 h 9969"/>
              <a:gd name="connsiteX3" fmla="*/ 3610 w 10063"/>
              <a:gd name="connsiteY3" fmla="*/ 6607 h 9969"/>
              <a:gd name="connsiteX4" fmla="*/ 4997 w 10063"/>
              <a:gd name="connsiteY4" fmla="*/ 7744 h 9969"/>
              <a:gd name="connsiteX5" fmla="*/ 7346 w 10063"/>
              <a:gd name="connsiteY5" fmla="*/ 8960 h 9969"/>
              <a:gd name="connsiteX6" fmla="*/ 10063 w 10063"/>
              <a:gd name="connsiteY6" fmla="*/ 9969 h 9969"/>
              <a:gd name="connsiteX0" fmla="*/ 0 w 10000"/>
              <a:gd name="connsiteY0" fmla="*/ 0 h 10000"/>
              <a:gd name="connsiteX1" fmla="*/ 370 w 10000"/>
              <a:gd name="connsiteY1" fmla="*/ 1080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2964 w 10000"/>
              <a:gd name="connsiteY3" fmla="*/ 6030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276"/>
              <a:gd name="connsiteY0" fmla="*/ 0 h 10037"/>
              <a:gd name="connsiteX1" fmla="*/ 677 w 10276"/>
              <a:gd name="connsiteY1" fmla="*/ 1746 h 10037"/>
              <a:gd name="connsiteX2" fmla="*/ 1774 w 10276"/>
              <a:gd name="connsiteY2" fmla="*/ 4117 h 10037"/>
              <a:gd name="connsiteX3" fmla="*/ 3240 w 10276"/>
              <a:gd name="connsiteY3" fmla="*/ 6067 h 10037"/>
              <a:gd name="connsiteX4" fmla="*/ 5242 w 10276"/>
              <a:gd name="connsiteY4" fmla="*/ 7805 h 10037"/>
              <a:gd name="connsiteX5" fmla="*/ 7576 w 10276"/>
              <a:gd name="connsiteY5" fmla="*/ 9025 h 10037"/>
              <a:gd name="connsiteX6" fmla="*/ 10276 w 10276"/>
              <a:gd name="connsiteY6" fmla="*/ 10037 h 1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76" h="10037">
                <a:moveTo>
                  <a:pt x="0" y="0"/>
                </a:moveTo>
                <a:cubicBezTo>
                  <a:pt x="52" y="186"/>
                  <a:pt x="381" y="1060"/>
                  <a:pt x="677" y="1746"/>
                </a:cubicBezTo>
                <a:cubicBezTo>
                  <a:pt x="973" y="2432"/>
                  <a:pt x="1347" y="3397"/>
                  <a:pt x="1774" y="4117"/>
                </a:cubicBezTo>
                <a:cubicBezTo>
                  <a:pt x="2201" y="4837"/>
                  <a:pt x="2662" y="5452"/>
                  <a:pt x="3240" y="6067"/>
                </a:cubicBezTo>
                <a:cubicBezTo>
                  <a:pt x="3818" y="6682"/>
                  <a:pt x="4520" y="7312"/>
                  <a:pt x="5242" y="7805"/>
                </a:cubicBezTo>
                <a:cubicBezTo>
                  <a:pt x="5964" y="8298"/>
                  <a:pt x="6738" y="8655"/>
                  <a:pt x="7576" y="9025"/>
                </a:cubicBezTo>
                <a:cubicBezTo>
                  <a:pt x="8414" y="9396"/>
                  <a:pt x="9717" y="9828"/>
                  <a:pt x="10276" y="10037"/>
                </a:cubicBezTo>
              </a:path>
            </a:pathLst>
          </a:custGeom>
          <a:noFill/>
          <a:ln w="317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Oval 20">
            <a:extLst>
              <a:ext uri="{FF2B5EF4-FFF2-40B4-BE49-F238E27FC236}">
                <a16:creationId xmlns:a16="http://schemas.microsoft.com/office/drawing/2014/main" id="{6F3BCEBF-CD49-BD4C-A42C-403B665A2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443" y="535645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092A6-8C3C-E74D-8350-69BB8BC211AF}"/>
              </a:ext>
            </a:extLst>
          </p:cNvPr>
          <p:cNvCxnSpPr>
            <a:cxnSpLocks/>
          </p:cNvCxnSpPr>
          <p:nvPr/>
        </p:nvCxnSpPr>
        <p:spPr>
          <a:xfrm>
            <a:off x="5678459" y="2911366"/>
            <a:ext cx="951459" cy="0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>
            <a:extLst>
              <a:ext uri="{FF2B5EF4-FFF2-40B4-BE49-F238E27FC236}">
                <a16:creationId xmlns:a16="http://schemas.microsoft.com/office/drawing/2014/main" id="{410CA92F-65E1-1D46-A6D0-E74B2EEEC378}"/>
              </a:ext>
            </a:extLst>
          </p:cNvPr>
          <p:cNvSpPr txBox="1"/>
          <p:nvPr/>
        </p:nvSpPr>
        <p:spPr>
          <a:xfrm>
            <a:off x="6608410" y="2715451"/>
            <a:ext cx="20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9900"/>
                </a:solidFill>
              </a:rPr>
              <a:t>Budget constraint</a:t>
            </a: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D2CEA9F2-DB04-F64F-927F-D4D25058E11E}"/>
              </a:ext>
            </a:extLst>
          </p:cNvPr>
          <p:cNvSpPr txBox="1"/>
          <p:nvPr/>
        </p:nvSpPr>
        <p:spPr>
          <a:xfrm>
            <a:off x="5586189" y="2273285"/>
            <a:ext cx="256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LEGEND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7DA2C119-A7D9-7047-8544-90D24DD67C0C}"/>
              </a:ext>
            </a:extLst>
          </p:cNvPr>
          <p:cNvSpPr txBox="1"/>
          <p:nvPr/>
        </p:nvSpPr>
        <p:spPr>
          <a:xfrm>
            <a:off x="4339069" y="5030268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E3E90CC9-8328-1740-93FB-7F589738A36C}"/>
              </a:ext>
            </a:extLst>
          </p:cNvPr>
          <p:cNvSpPr txBox="1"/>
          <p:nvPr/>
        </p:nvSpPr>
        <p:spPr>
          <a:xfrm>
            <a:off x="466202" y="3016345"/>
            <a:ext cx="1727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Investment cost at allocation A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C78BB016-5263-5341-AE35-27B4B081EE43}"/>
              </a:ext>
            </a:extLst>
          </p:cNvPr>
          <p:cNvSpPr/>
          <p:nvPr/>
        </p:nvSpPr>
        <p:spPr>
          <a:xfrm>
            <a:off x="2239767" y="2742502"/>
            <a:ext cx="141464" cy="1563350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/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B38266-5D36-1544-B52D-AFD77EBBBC55}"/>
              </a:ext>
            </a:extLst>
          </p:cNvPr>
          <p:cNvCxnSpPr>
            <a:cxnSpLocks/>
          </p:cNvCxnSpPr>
          <p:nvPr/>
        </p:nvCxnSpPr>
        <p:spPr>
          <a:xfrm>
            <a:off x="2415915" y="4325484"/>
            <a:ext cx="1992397" cy="115048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e 20">
            <a:extLst>
              <a:ext uri="{FF2B5EF4-FFF2-40B4-BE49-F238E27FC236}">
                <a16:creationId xmlns:a16="http://schemas.microsoft.com/office/drawing/2014/main" id="{9021DD0F-F036-394D-8504-A6FF5196E956}"/>
              </a:ext>
            </a:extLst>
          </p:cNvPr>
          <p:cNvSpPr/>
          <p:nvPr/>
        </p:nvSpPr>
        <p:spPr>
          <a:xfrm>
            <a:off x="2246179" y="4368832"/>
            <a:ext cx="124487" cy="1072413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A895B0D6-2D83-9C47-A0D3-0F7016722653}"/>
                  </a:ext>
                </a:extLst>
              </p:cNvPr>
              <p:cNvSpPr txBox="1"/>
              <p:nvPr/>
            </p:nvSpPr>
            <p:spPr>
              <a:xfrm>
                <a:off x="841770" y="4685170"/>
                <a:ext cx="1727823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𝑞𝑝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A895B0D6-2D83-9C47-A0D3-0F7016722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70" y="4685170"/>
                <a:ext cx="1727823" cy="439736"/>
              </a:xfrm>
              <a:prstGeom prst="rect">
                <a:avLst/>
              </a:prstGeom>
              <a:blipFill>
                <a:blip r:embed="rId4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5">
                <a:extLst>
                  <a:ext uri="{FF2B5EF4-FFF2-40B4-BE49-F238E27FC236}">
                    <a16:creationId xmlns:a16="http://schemas.microsoft.com/office/drawing/2014/main" id="{3008431D-5D24-0A4C-BD98-89637BD09882}"/>
                  </a:ext>
                </a:extLst>
              </p:cNvPr>
              <p:cNvSpPr txBox="1"/>
              <p:nvPr/>
            </p:nvSpPr>
            <p:spPr>
              <a:xfrm>
                <a:off x="3250296" y="5548838"/>
                <a:ext cx="17278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9900"/>
                  </a:solidFill>
                </a:endParaRPr>
              </a:p>
            </p:txBody>
          </p:sp>
        </mc:Choice>
        <mc:Fallback xmlns="">
          <p:sp>
            <p:nvSpPr>
              <p:cNvPr id="24" name="TextBox 5">
                <a:extLst>
                  <a:ext uri="{FF2B5EF4-FFF2-40B4-BE49-F238E27FC236}">
                    <a16:creationId xmlns:a16="http://schemas.microsoft.com/office/drawing/2014/main" id="{3008431D-5D24-0A4C-BD98-89637BD09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296" y="5548838"/>
                <a:ext cx="1727823" cy="400110"/>
              </a:xfrm>
              <a:prstGeom prst="rect">
                <a:avLst/>
              </a:prstGeom>
              <a:blipFill>
                <a:blip r:embed="rId5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13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0" grpId="0" animBg="1"/>
      <p:bldP spid="32" grpId="0"/>
      <p:bldP spid="41" grpId="0"/>
      <p:bldP spid="33" grpId="0"/>
      <p:bldP spid="38" grpId="0"/>
      <p:bldP spid="2" grpId="0" animBg="1"/>
      <p:bldP spid="27" grpId="0"/>
      <p:bldP spid="21" grpId="0" animBg="1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2415915" y="2133600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 flipV="1">
            <a:off x="2424112" y="6036446"/>
            <a:ext cx="4891087" cy="8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1b.  Personal increasing returns</a:t>
            </a:r>
            <a:br>
              <a:rPr lang="en-US" sz="3600" dirty="0"/>
            </a:br>
            <a:r>
              <a:rPr lang="en-US" sz="2800" dirty="0"/>
              <a:t>Opioid application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7050113" y="5591812"/>
            <a:ext cx="18178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MGEs of Opioids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BF528DB-1EB4-A043-A440-F970089C68CE}"/>
              </a:ext>
            </a:extLst>
          </p:cNvPr>
          <p:cNvSpPr txBox="1"/>
          <p:nvPr/>
        </p:nvSpPr>
        <p:spPr>
          <a:xfrm>
            <a:off x="1658085" y="1321545"/>
            <a:ext cx="1474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All other goods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554147" y="5972584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092A6-8C3C-E74D-8350-69BB8BC211AF}"/>
              </a:ext>
            </a:extLst>
          </p:cNvPr>
          <p:cNvCxnSpPr>
            <a:cxnSpLocks/>
          </p:cNvCxnSpPr>
          <p:nvPr/>
        </p:nvCxnSpPr>
        <p:spPr>
          <a:xfrm>
            <a:off x="5678459" y="2911366"/>
            <a:ext cx="951459" cy="0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>
            <a:extLst>
              <a:ext uri="{FF2B5EF4-FFF2-40B4-BE49-F238E27FC236}">
                <a16:creationId xmlns:a16="http://schemas.microsoft.com/office/drawing/2014/main" id="{410CA92F-65E1-1D46-A6D0-E74B2EEEC378}"/>
              </a:ext>
            </a:extLst>
          </p:cNvPr>
          <p:cNvSpPr txBox="1"/>
          <p:nvPr/>
        </p:nvSpPr>
        <p:spPr>
          <a:xfrm>
            <a:off x="6608410" y="2715451"/>
            <a:ext cx="20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9900"/>
                </a:solidFill>
              </a:rPr>
              <a:t>Budget constraint</a:t>
            </a: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D2CEA9F2-DB04-F64F-927F-D4D25058E11E}"/>
              </a:ext>
            </a:extLst>
          </p:cNvPr>
          <p:cNvSpPr txBox="1"/>
          <p:nvPr/>
        </p:nvSpPr>
        <p:spPr>
          <a:xfrm>
            <a:off x="5586189" y="2273285"/>
            <a:ext cx="256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LEGEND</a:t>
            </a: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E3E90CC9-8328-1740-93FB-7F589738A36C}"/>
              </a:ext>
            </a:extLst>
          </p:cNvPr>
          <p:cNvSpPr txBox="1"/>
          <p:nvPr/>
        </p:nvSpPr>
        <p:spPr>
          <a:xfrm>
            <a:off x="704488" y="2934045"/>
            <a:ext cx="1727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heroin fixed cost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C78BB016-5263-5341-AE35-27B4B081EE43}"/>
              </a:ext>
            </a:extLst>
          </p:cNvPr>
          <p:cNvSpPr/>
          <p:nvPr/>
        </p:nvSpPr>
        <p:spPr>
          <a:xfrm>
            <a:off x="2239766" y="2742502"/>
            <a:ext cx="145205" cy="967096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/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5">
            <a:extLst>
              <a:ext uri="{FF2B5EF4-FFF2-40B4-BE49-F238E27FC236}">
                <a16:creationId xmlns:a16="http://schemas.microsoft.com/office/drawing/2014/main" id="{3008431D-5D24-0A4C-BD98-89637BD09882}"/>
              </a:ext>
            </a:extLst>
          </p:cNvPr>
          <p:cNvSpPr txBox="1"/>
          <p:nvPr/>
        </p:nvSpPr>
        <p:spPr>
          <a:xfrm>
            <a:off x="2625403" y="5540123"/>
            <a:ext cx="1727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0" dirty="0">
                <a:solidFill>
                  <a:srgbClr val="009900"/>
                </a:solidFill>
              </a:rPr>
              <a:t>Rx</a:t>
            </a:r>
            <a:endParaRPr lang="en-US" sz="2000" dirty="0">
              <a:solidFill>
                <a:srgbClr val="0099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842C5CD-67AD-FC43-9B09-A7C120C0ED93}"/>
              </a:ext>
            </a:extLst>
          </p:cNvPr>
          <p:cNvCxnSpPr>
            <a:cxnSpLocks/>
          </p:cNvCxnSpPr>
          <p:nvPr/>
        </p:nvCxnSpPr>
        <p:spPr>
          <a:xfrm>
            <a:off x="2415915" y="2742502"/>
            <a:ext cx="1445079" cy="3311918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51328D0-994C-1C4B-B839-510C6DAF6EA3}"/>
              </a:ext>
            </a:extLst>
          </p:cNvPr>
          <p:cNvCxnSpPr>
            <a:cxnSpLocks/>
          </p:cNvCxnSpPr>
          <p:nvPr/>
        </p:nvCxnSpPr>
        <p:spPr>
          <a:xfrm>
            <a:off x="2415915" y="3709598"/>
            <a:ext cx="2533768" cy="2326848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5">
            <a:extLst>
              <a:ext uri="{FF2B5EF4-FFF2-40B4-BE49-F238E27FC236}">
                <a16:creationId xmlns:a16="http://schemas.microsoft.com/office/drawing/2014/main" id="{643F0034-3678-DF46-BA5C-0CAAF6C6EA48}"/>
              </a:ext>
            </a:extLst>
          </p:cNvPr>
          <p:cNvSpPr txBox="1"/>
          <p:nvPr/>
        </p:nvSpPr>
        <p:spPr>
          <a:xfrm>
            <a:off x="3497512" y="5636336"/>
            <a:ext cx="1727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0" dirty="0">
                <a:solidFill>
                  <a:srgbClr val="009900"/>
                </a:solidFill>
              </a:rPr>
              <a:t>heroin</a:t>
            </a:r>
            <a:endParaRPr lang="en-US" sz="2000" dirty="0">
              <a:solidFill>
                <a:srgbClr val="009900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8695602-B736-8046-B372-D72D12ABB344}"/>
              </a:ext>
            </a:extLst>
          </p:cNvPr>
          <p:cNvCxnSpPr>
            <a:cxnSpLocks/>
          </p:cNvCxnSpPr>
          <p:nvPr/>
        </p:nvCxnSpPr>
        <p:spPr>
          <a:xfrm>
            <a:off x="2424113" y="4325484"/>
            <a:ext cx="3566671" cy="1710962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5">
            <a:extLst>
              <a:ext uri="{FF2B5EF4-FFF2-40B4-BE49-F238E27FC236}">
                <a16:creationId xmlns:a16="http://schemas.microsoft.com/office/drawing/2014/main" id="{CC7AD9E9-51CF-A942-B5F2-5F15A549861F}"/>
              </a:ext>
            </a:extLst>
          </p:cNvPr>
          <p:cNvSpPr txBox="1"/>
          <p:nvPr/>
        </p:nvSpPr>
        <p:spPr>
          <a:xfrm>
            <a:off x="3821570" y="4843071"/>
            <a:ext cx="1727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0" dirty="0">
                <a:solidFill>
                  <a:srgbClr val="009900"/>
                </a:solidFill>
              </a:rPr>
              <a:t>fentanyl</a:t>
            </a:r>
            <a:endParaRPr lang="en-US" sz="2000" dirty="0">
              <a:solidFill>
                <a:srgbClr val="00990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57B737B-14EE-FF4E-B7E9-F90E4904D234}"/>
              </a:ext>
            </a:extLst>
          </p:cNvPr>
          <p:cNvCxnSpPr>
            <a:cxnSpLocks/>
          </p:cNvCxnSpPr>
          <p:nvPr/>
        </p:nvCxnSpPr>
        <p:spPr>
          <a:xfrm>
            <a:off x="2432311" y="4873022"/>
            <a:ext cx="4617802" cy="1181398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5">
            <a:extLst>
              <a:ext uri="{FF2B5EF4-FFF2-40B4-BE49-F238E27FC236}">
                <a16:creationId xmlns:a16="http://schemas.microsoft.com/office/drawing/2014/main" id="{F7E447DD-2795-A74E-86A2-EF84784830D6}"/>
              </a:ext>
            </a:extLst>
          </p:cNvPr>
          <p:cNvSpPr txBox="1"/>
          <p:nvPr/>
        </p:nvSpPr>
        <p:spPr>
          <a:xfrm>
            <a:off x="5242074" y="5276941"/>
            <a:ext cx="2472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0" dirty="0" err="1">
                <a:solidFill>
                  <a:srgbClr val="009900"/>
                </a:solidFill>
              </a:rPr>
              <a:t>fentanyl+tranquilizer</a:t>
            </a:r>
            <a:endParaRPr lang="en-US" sz="2000" dirty="0">
              <a:solidFill>
                <a:srgbClr val="009900"/>
              </a:solidFill>
            </a:endParaRP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24570A40-39B1-9E49-AF31-729727C9210B}"/>
              </a:ext>
            </a:extLst>
          </p:cNvPr>
          <p:cNvSpPr/>
          <p:nvPr/>
        </p:nvSpPr>
        <p:spPr>
          <a:xfrm>
            <a:off x="2243865" y="3709598"/>
            <a:ext cx="145205" cy="615886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1789CE4F-F7F5-BE43-9AD8-7D4B291D1DDB}"/>
              </a:ext>
            </a:extLst>
          </p:cNvPr>
          <p:cNvSpPr txBox="1"/>
          <p:nvPr/>
        </p:nvSpPr>
        <p:spPr>
          <a:xfrm>
            <a:off x="84399" y="3647674"/>
            <a:ext cx="2286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fentanyl additional fixed cost</a:t>
            </a:r>
          </a:p>
        </p:txBody>
      </p:sp>
      <p:sp>
        <p:nvSpPr>
          <p:cNvPr id="44" name="Freeform 9">
            <a:extLst>
              <a:ext uri="{FF2B5EF4-FFF2-40B4-BE49-F238E27FC236}">
                <a16:creationId xmlns:a16="http://schemas.microsoft.com/office/drawing/2014/main" id="{A594F529-828D-CB4F-A4DA-CEC5BF59FF46}"/>
              </a:ext>
            </a:extLst>
          </p:cNvPr>
          <p:cNvSpPr>
            <a:spLocks/>
          </p:cNvSpPr>
          <p:nvPr/>
        </p:nvSpPr>
        <p:spPr bwMode="auto">
          <a:xfrm>
            <a:off x="2414632" y="2679925"/>
            <a:ext cx="4635785" cy="3364074"/>
          </a:xfrm>
          <a:custGeom>
            <a:avLst/>
            <a:gdLst>
              <a:gd name="T0" fmla="*/ 12 w 2124"/>
              <a:gd name="T1" fmla="*/ 0 h 2112"/>
              <a:gd name="T2" fmla="*/ 77 w 2124"/>
              <a:gd name="T3" fmla="*/ 234 h 2112"/>
              <a:gd name="T4" fmla="*/ 476 w 2124"/>
              <a:gd name="T5" fmla="*/ 978 h 2112"/>
              <a:gd name="T6" fmla="*/ 761 w 2124"/>
              <a:gd name="T7" fmla="*/ 1402 h 2112"/>
              <a:gd name="T8" fmla="*/ 1054 w 2124"/>
              <a:gd name="T9" fmla="*/ 1642 h 2112"/>
              <a:gd name="T10" fmla="*/ 1550 w 2124"/>
              <a:gd name="T11" fmla="*/ 1899 h 2112"/>
              <a:gd name="T12" fmla="*/ 2124 w 2124"/>
              <a:gd name="T13" fmla="*/ 2112 h 2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24"/>
              <a:gd name="T22" fmla="*/ 0 h 2112"/>
              <a:gd name="T23" fmla="*/ 2124 w 2124"/>
              <a:gd name="T24" fmla="*/ 2112 h 2112"/>
              <a:gd name="connsiteX0" fmla="*/ 0 w 9944"/>
              <a:gd name="connsiteY0" fmla="*/ 0 h 10000"/>
              <a:gd name="connsiteX1" fmla="*/ 307 w 9944"/>
              <a:gd name="connsiteY1" fmla="*/ 1108 h 10000"/>
              <a:gd name="connsiteX2" fmla="*/ 1624 w 9944"/>
              <a:gd name="connsiteY2" fmla="*/ 3879 h 10000"/>
              <a:gd name="connsiteX3" fmla="*/ 3527 w 9944"/>
              <a:gd name="connsiteY3" fmla="*/ 6638 h 10000"/>
              <a:gd name="connsiteX4" fmla="*/ 4906 w 9944"/>
              <a:gd name="connsiteY4" fmla="*/ 7775 h 10000"/>
              <a:gd name="connsiteX5" fmla="*/ 7242 w 9944"/>
              <a:gd name="connsiteY5" fmla="*/ 8991 h 10000"/>
              <a:gd name="connsiteX6" fmla="*/ 9944 w 9944"/>
              <a:gd name="connsiteY6" fmla="*/ 10000 h 10000"/>
              <a:gd name="connsiteX0" fmla="*/ 0 w 10063"/>
              <a:gd name="connsiteY0" fmla="*/ 0 h 9969"/>
              <a:gd name="connsiteX1" fmla="*/ 372 w 10063"/>
              <a:gd name="connsiteY1" fmla="*/ 1077 h 9969"/>
              <a:gd name="connsiteX2" fmla="*/ 1696 w 10063"/>
              <a:gd name="connsiteY2" fmla="*/ 3848 h 9969"/>
              <a:gd name="connsiteX3" fmla="*/ 3610 w 10063"/>
              <a:gd name="connsiteY3" fmla="*/ 6607 h 9969"/>
              <a:gd name="connsiteX4" fmla="*/ 4997 w 10063"/>
              <a:gd name="connsiteY4" fmla="*/ 7744 h 9969"/>
              <a:gd name="connsiteX5" fmla="*/ 7346 w 10063"/>
              <a:gd name="connsiteY5" fmla="*/ 8960 h 9969"/>
              <a:gd name="connsiteX6" fmla="*/ 10063 w 10063"/>
              <a:gd name="connsiteY6" fmla="*/ 9969 h 9969"/>
              <a:gd name="connsiteX0" fmla="*/ 0 w 10000"/>
              <a:gd name="connsiteY0" fmla="*/ 0 h 10000"/>
              <a:gd name="connsiteX1" fmla="*/ 370 w 10000"/>
              <a:gd name="connsiteY1" fmla="*/ 1080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2964 w 10000"/>
              <a:gd name="connsiteY3" fmla="*/ 6030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276"/>
              <a:gd name="connsiteY0" fmla="*/ 0 h 10037"/>
              <a:gd name="connsiteX1" fmla="*/ 677 w 10276"/>
              <a:gd name="connsiteY1" fmla="*/ 1746 h 10037"/>
              <a:gd name="connsiteX2" fmla="*/ 1774 w 10276"/>
              <a:gd name="connsiteY2" fmla="*/ 4117 h 10037"/>
              <a:gd name="connsiteX3" fmla="*/ 3240 w 10276"/>
              <a:gd name="connsiteY3" fmla="*/ 6067 h 10037"/>
              <a:gd name="connsiteX4" fmla="*/ 5242 w 10276"/>
              <a:gd name="connsiteY4" fmla="*/ 7805 h 10037"/>
              <a:gd name="connsiteX5" fmla="*/ 7576 w 10276"/>
              <a:gd name="connsiteY5" fmla="*/ 9025 h 10037"/>
              <a:gd name="connsiteX6" fmla="*/ 10276 w 10276"/>
              <a:gd name="connsiteY6" fmla="*/ 10037 h 10037"/>
              <a:gd name="connsiteX0" fmla="*/ 0 w 10276"/>
              <a:gd name="connsiteY0" fmla="*/ 0 h 10037"/>
              <a:gd name="connsiteX1" fmla="*/ 627 w 10276"/>
              <a:gd name="connsiteY1" fmla="*/ 1814 h 10037"/>
              <a:gd name="connsiteX2" fmla="*/ 1774 w 10276"/>
              <a:gd name="connsiteY2" fmla="*/ 4117 h 10037"/>
              <a:gd name="connsiteX3" fmla="*/ 3240 w 10276"/>
              <a:gd name="connsiteY3" fmla="*/ 6067 h 10037"/>
              <a:gd name="connsiteX4" fmla="*/ 5242 w 10276"/>
              <a:gd name="connsiteY4" fmla="*/ 7805 h 10037"/>
              <a:gd name="connsiteX5" fmla="*/ 7576 w 10276"/>
              <a:gd name="connsiteY5" fmla="*/ 9025 h 10037"/>
              <a:gd name="connsiteX6" fmla="*/ 10276 w 10276"/>
              <a:gd name="connsiteY6" fmla="*/ 10037 h 10037"/>
              <a:gd name="connsiteX0" fmla="*/ 0 w 10276"/>
              <a:gd name="connsiteY0" fmla="*/ 0 h 10037"/>
              <a:gd name="connsiteX1" fmla="*/ 627 w 10276"/>
              <a:gd name="connsiteY1" fmla="*/ 1814 h 10037"/>
              <a:gd name="connsiteX2" fmla="*/ 1625 w 10276"/>
              <a:gd name="connsiteY2" fmla="*/ 4254 h 10037"/>
              <a:gd name="connsiteX3" fmla="*/ 3240 w 10276"/>
              <a:gd name="connsiteY3" fmla="*/ 6067 h 10037"/>
              <a:gd name="connsiteX4" fmla="*/ 5242 w 10276"/>
              <a:gd name="connsiteY4" fmla="*/ 7805 h 10037"/>
              <a:gd name="connsiteX5" fmla="*/ 7576 w 10276"/>
              <a:gd name="connsiteY5" fmla="*/ 9025 h 10037"/>
              <a:gd name="connsiteX6" fmla="*/ 10276 w 10276"/>
              <a:gd name="connsiteY6" fmla="*/ 10037 h 10037"/>
              <a:gd name="connsiteX0" fmla="*/ 0 w 10276"/>
              <a:gd name="connsiteY0" fmla="*/ 0 h 10037"/>
              <a:gd name="connsiteX1" fmla="*/ 627 w 10276"/>
              <a:gd name="connsiteY1" fmla="*/ 1814 h 10037"/>
              <a:gd name="connsiteX2" fmla="*/ 1625 w 10276"/>
              <a:gd name="connsiteY2" fmla="*/ 4254 h 10037"/>
              <a:gd name="connsiteX3" fmla="*/ 3091 w 10276"/>
              <a:gd name="connsiteY3" fmla="*/ 6272 h 10037"/>
              <a:gd name="connsiteX4" fmla="*/ 5242 w 10276"/>
              <a:gd name="connsiteY4" fmla="*/ 7805 h 10037"/>
              <a:gd name="connsiteX5" fmla="*/ 7576 w 10276"/>
              <a:gd name="connsiteY5" fmla="*/ 9025 h 10037"/>
              <a:gd name="connsiteX6" fmla="*/ 10276 w 10276"/>
              <a:gd name="connsiteY6" fmla="*/ 10037 h 10037"/>
              <a:gd name="connsiteX0" fmla="*/ 0 w 10276"/>
              <a:gd name="connsiteY0" fmla="*/ 0 h 10037"/>
              <a:gd name="connsiteX1" fmla="*/ 627 w 10276"/>
              <a:gd name="connsiteY1" fmla="*/ 1814 h 10037"/>
              <a:gd name="connsiteX2" fmla="*/ 1625 w 10276"/>
              <a:gd name="connsiteY2" fmla="*/ 4254 h 10037"/>
              <a:gd name="connsiteX3" fmla="*/ 3091 w 10276"/>
              <a:gd name="connsiteY3" fmla="*/ 6272 h 10037"/>
              <a:gd name="connsiteX4" fmla="*/ 5167 w 10276"/>
              <a:gd name="connsiteY4" fmla="*/ 7976 h 10037"/>
              <a:gd name="connsiteX5" fmla="*/ 7576 w 10276"/>
              <a:gd name="connsiteY5" fmla="*/ 9025 h 10037"/>
              <a:gd name="connsiteX6" fmla="*/ 10276 w 10276"/>
              <a:gd name="connsiteY6" fmla="*/ 10037 h 10037"/>
              <a:gd name="connsiteX0" fmla="*/ 0 w 10276"/>
              <a:gd name="connsiteY0" fmla="*/ 0 h 10037"/>
              <a:gd name="connsiteX1" fmla="*/ 627 w 10276"/>
              <a:gd name="connsiteY1" fmla="*/ 1814 h 10037"/>
              <a:gd name="connsiteX2" fmla="*/ 1625 w 10276"/>
              <a:gd name="connsiteY2" fmla="*/ 4254 h 10037"/>
              <a:gd name="connsiteX3" fmla="*/ 2917 w 10276"/>
              <a:gd name="connsiteY3" fmla="*/ 6375 h 10037"/>
              <a:gd name="connsiteX4" fmla="*/ 5167 w 10276"/>
              <a:gd name="connsiteY4" fmla="*/ 7976 h 10037"/>
              <a:gd name="connsiteX5" fmla="*/ 7576 w 10276"/>
              <a:gd name="connsiteY5" fmla="*/ 9025 h 10037"/>
              <a:gd name="connsiteX6" fmla="*/ 10276 w 10276"/>
              <a:gd name="connsiteY6" fmla="*/ 10037 h 10037"/>
              <a:gd name="connsiteX0" fmla="*/ 0 w 10276"/>
              <a:gd name="connsiteY0" fmla="*/ 0 h 10037"/>
              <a:gd name="connsiteX1" fmla="*/ 627 w 10276"/>
              <a:gd name="connsiteY1" fmla="*/ 1814 h 10037"/>
              <a:gd name="connsiteX2" fmla="*/ 1501 w 10276"/>
              <a:gd name="connsiteY2" fmla="*/ 4288 h 10037"/>
              <a:gd name="connsiteX3" fmla="*/ 2917 w 10276"/>
              <a:gd name="connsiteY3" fmla="*/ 6375 h 10037"/>
              <a:gd name="connsiteX4" fmla="*/ 5167 w 10276"/>
              <a:gd name="connsiteY4" fmla="*/ 7976 h 10037"/>
              <a:gd name="connsiteX5" fmla="*/ 7576 w 10276"/>
              <a:gd name="connsiteY5" fmla="*/ 9025 h 10037"/>
              <a:gd name="connsiteX6" fmla="*/ 10276 w 10276"/>
              <a:gd name="connsiteY6" fmla="*/ 10037 h 10037"/>
              <a:gd name="connsiteX0" fmla="*/ 0 w 10276"/>
              <a:gd name="connsiteY0" fmla="*/ 0 h 10037"/>
              <a:gd name="connsiteX1" fmla="*/ 627 w 10276"/>
              <a:gd name="connsiteY1" fmla="*/ 1814 h 10037"/>
              <a:gd name="connsiteX2" fmla="*/ 1501 w 10276"/>
              <a:gd name="connsiteY2" fmla="*/ 4288 h 10037"/>
              <a:gd name="connsiteX3" fmla="*/ 2917 w 10276"/>
              <a:gd name="connsiteY3" fmla="*/ 6375 h 10037"/>
              <a:gd name="connsiteX4" fmla="*/ 5167 w 10276"/>
              <a:gd name="connsiteY4" fmla="*/ 7976 h 10037"/>
              <a:gd name="connsiteX5" fmla="*/ 7576 w 10276"/>
              <a:gd name="connsiteY5" fmla="*/ 9025 h 10037"/>
              <a:gd name="connsiteX6" fmla="*/ 10276 w 10276"/>
              <a:gd name="connsiteY6" fmla="*/ 10037 h 10037"/>
              <a:gd name="connsiteX0" fmla="*/ 0 w 10216"/>
              <a:gd name="connsiteY0" fmla="*/ 0 h 10201"/>
              <a:gd name="connsiteX1" fmla="*/ 567 w 10216"/>
              <a:gd name="connsiteY1" fmla="*/ 1978 h 10201"/>
              <a:gd name="connsiteX2" fmla="*/ 1441 w 10216"/>
              <a:gd name="connsiteY2" fmla="*/ 4452 h 10201"/>
              <a:gd name="connsiteX3" fmla="*/ 2857 w 10216"/>
              <a:gd name="connsiteY3" fmla="*/ 6539 h 10201"/>
              <a:gd name="connsiteX4" fmla="*/ 5107 w 10216"/>
              <a:gd name="connsiteY4" fmla="*/ 8140 h 10201"/>
              <a:gd name="connsiteX5" fmla="*/ 7516 w 10216"/>
              <a:gd name="connsiteY5" fmla="*/ 9189 h 10201"/>
              <a:gd name="connsiteX6" fmla="*/ 10216 w 10216"/>
              <a:gd name="connsiteY6" fmla="*/ 10201 h 10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16" h="10201">
                <a:moveTo>
                  <a:pt x="0" y="0"/>
                </a:moveTo>
                <a:cubicBezTo>
                  <a:pt x="52" y="186"/>
                  <a:pt x="327" y="1236"/>
                  <a:pt x="567" y="1978"/>
                </a:cubicBezTo>
                <a:cubicBezTo>
                  <a:pt x="807" y="2720"/>
                  <a:pt x="1109" y="3658"/>
                  <a:pt x="1441" y="4452"/>
                </a:cubicBezTo>
                <a:cubicBezTo>
                  <a:pt x="1773" y="5246"/>
                  <a:pt x="2246" y="5924"/>
                  <a:pt x="2857" y="6539"/>
                </a:cubicBezTo>
                <a:cubicBezTo>
                  <a:pt x="3468" y="7154"/>
                  <a:pt x="4330" y="7698"/>
                  <a:pt x="5107" y="8140"/>
                </a:cubicBezTo>
                <a:cubicBezTo>
                  <a:pt x="5884" y="8582"/>
                  <a:pt x="6678" y="8819"/>
                  <a:pt x="7516" y="9189"/>
                </a:cubicBezTo>
                <a:cubicBezTo>
                  <a:pt x="8354" y="9560"/>
                  <a:pt x="9657" y="9992"/>
                  <a:pt x="10216" y="10201"/>
                </a:cubicBezTo>
              </a:path>
            </a:pathLst>
          </a:custGeom>
          <a:noFill/>
          <a:ln w="317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5A7465-43BB-4E40-BD8E-4AC049FC756E}"/>
              </a:ext>
            </a:extLst>
          </p:cNvPr>
          <p:cNvSpPr/>
          <p:nvPr/>
        </p:nvSpPr>
        <p:spPr>
          <a:xfrm>
            <a:off x="7308794" y="5636336"/>
            <a:ext cx="1360847" cy="786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B0B94A6-031F-88DE-0417-C5C2EBB634C7}"/>
              </a:ext>
            </a:extLst>
          </p:cNvPr>
          <p:cNvSpPr/>
          <p:nvPr/>
        </p:nvSpPr>
        <p:spPr>
          <a:xfrm rot="20340921">
            <a:off x="2430205" y="2611606"/>
            <a:ext cx="657740" cy="16245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F89CFEF-D3EF-278E-190F-AF089D3D2573}"/>
              </a:ext>
            </a:extLst>
          </p:cNvPr>
          <p:cNvSpPr/>
          <p:nvPr/>
        </p:nvSpPr>
        <p:spPr>
          <a:xfrm rot="16943714">
            <a:off x="5799345" y="4933193"/>
            <a:ext cx="657740" cy="16245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17E2E29F-4C6D-FC15-087F-FCCFA2490BAA}"/>
              </a:ext>
            </a:extLst>
          </p:cNvPr>
          <p:cNvSpPr txBox="1"/>
          <p:nvPr/>
        </p:nvSpPr>
        <p:spPr>
          <a:xfrm>
            <a:off x="4194719" y="3555666"/>
            <a:ext cx="3613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FF0000"/>
                </a:solidFill>
              </a:rPr>
              <a:t>Linear pieces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</a:t>
            </a:r>
          </a:p>
          <a:p>
            <a:pPr algn="ctr"/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(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i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) constant effect is not a good model, (ii) offer a metric of the amount of increasing returns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77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8" grpId="1"/>
      <p:bldP spid="2" grpId="0" animBg="1"/>
      <p:bldP spid="2" grpId="1" animBg="1"/>
      <p:bldP spid="24" grpId="0"/>
      <p:bldP spid="24" grpId="1"/>
      <p:bldP spid="34" grpId="0"/>
      <p:bldP spid="34" grpId="1"/>
      <p:bldP spid="37" grpId="0"/>
      <p:bldP spid="37" grpId="1"/>
      <p:bldP spid="40" grpId="0"/>
      <p:bldP spid="40" grpId="1"/>
      <p:bldP spid="42" grpId="0" animBg="1"/>
      <p:bldP spid="42" grpId="1" animBg="1"/>
      <p:bldP spid="43" grpId="0"/>
      <p:bldP spid="43" grpId="1"/>
      <p:bldP spid="44" grpId="0" animBg="1"/>
      <p:bldP spid="45" grpId="0" animBg="1"/>
      <p:bldP spid="3" grpId="0" animBg="1"/>
      <p:bldP spid="30" grpId="0" animBg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2415915" y="2133600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 flipV="1">
            <a:off x="2424112" y="6036446"/>
            <a:ext cx="4891087" cy="8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1c.  Personal increasing returns</a:t>
            </a:r>
            <a:br>
              <a:rPr lang="en-US" sz="3600" dirty="0"/>
            </a:br>
            <a:r>
              <a:rPr lang="en-US" sz="2800" dirty="0"/>
              <a:t>Vehicle choice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7050113" y="5591812"/>
            <a:ext cx="18178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Miles</a:t>
            </a:r>
          </a:p>
          <a:p>
            <a:pPr algn="ctr"/>
            <a:r>
              <a:rPr lang="en-US" sz="2400" dirty="0"/>
              <a:t>driven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BF528DB-1EB4-A043-A440-F970089C68CE}"/>
              </a:ext>
            </a:extLst>
          </p:cNvPr>
          <p:cNvSpPr txBox="1"/>
          <p:nvPr/>
        </p:nvSpPr>
        <p:spPr>
          <a:xfrm>
            <a:off x="1658085" y="1321545"/>
            <a:ext cx="1474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All other goods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554147" y="5972584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092A6-8C3C-E74D-8350-69BB8BC211AF}"/>
              </a:ext>
            </a:extLst>
          </p:cNvPr>
          <p:cNvCxnSpPr>
            <a:cxnSpLocks/>
          </p:cNvCxnSpPr>
          <p:nvPr/>
        </p:nvCxnSpPr>
        <p:spPr>
          <a:xfrm>
            <a:off x="5678459" y="2911366"/>
            <a:ext cx="951459" cy="0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>
            <a:extLst>
              <a:ext uri="{FF2B5EF4-FFF2-40B4-BE49-F238E27FC236}">
                <a16:creationId xmlns:a16="http://schemas.microsoft.com/office/drawing/2014/main" id="{410CA92F-65E1-1D46-A6D0-E74B2EEEC378}"/>
              </a:ext>
            </a:extLst>
          </p:cNvPr>
          <p:cNvSpPr txBox="1"/>
          <p:nvPr/>
        </p:nvSpPr>
        <p:spPr>
          <a:xfrm>
            <a:off x="6608410" y="2715451"/>
            <a:ext cx="20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9900"/>
                </a:solidFill>
              </a:rPr>
              <a:t>Budget constraint</a:t>
            </a: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D2CEA9F2-DB04-F64F-927F-D4D25058E11E}"/>
              </a:ext>
            </a:extLst>
          </p:cNvPr>
          <p:cNvSpPr txBox="1"/>
          <p:nvPr/>
        </p:nvSpPr>
        <p:spPr>
          <a:xfrm>
            <a:off x="5586189" y="2273285"/>
            <a:ext cx="256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LEGEND</a:t>
            </a: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E3E90CC9-8328-1740-93FB-7F589738A36C}"/>
              </a:ext>
            </a:extLst>
          </p:cNvPr>
          <p:cNvSpPr txBox="1"/>
          <p:nvPr/>
        </p:nvSpPr>
        <p:spPr>
          <a:xfrm>
            <a:off x="113567" y="2872107"/>
            <a:ext cx="21461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Cost of 1</a:t>
            </a:r>
            <a:r>
              <a:rPr lang="en-US" sz="2000" baseline="30000" dirty="0"/>
              <a:t>st</a:t>
            </a:r>
            <a:r>
              <a:rPr lang="en-US" sz="2000" dirty="0"/>
              <a:t> addition to vehicle’s MPG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C78BB016-5263-5341-AE35-27B4B081EE43}"/>
              </a:ext>
            </a:extLst>
          </p:cNvPr>
          <p:cNvSpPr/>
          <p:nvPr/>
        </p:nvSpPr>
        <p:spPr>
          <a:xfrm>
            <a:off x="2239766" y="2742502"/>
            <a:ext cx="145205" cy="967096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/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842C5CD-67AD-FC43-9B09-A7C120C0ED93}"/>
              </a:ext>
            </a:extLst>
          </p:cNvPr>
          <p:cNvCxnSpPr>
            <a:cxnSpLocks/>
          </p:cNvCxnSpPr>
          <p:nvPr/>
        </p:nvCxnSpPr>
        <p:spPr>
          <a:xfrm>
            <a:off x="2415915" y="2742502"/>
            <a:ext cx="1445079" cy="3311918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51328D0-994C-1C4B-B839-510C6DAF6EA3}"/>
              </a:ext>
            </a:extLst>
          </p:cNvPr>
          <p:cNvCxnSpPr>
            <a:cxnSpLocks/>
          </p:cNvCxnSpPr>
          <p:nvPr/>
        </p:nvCxnSpPr>
        <p:spPr>
          <a:xfrm>
            <a:off x="2415915" y="3709598"/>
            <a:ext cx="2533768" cy="2326848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8695602-B736-8046-B372-D72D12ABB344}"/>
              </a:ext>
            </a:extLst>
          </p:cNvPr>
          <p:cNvCxnSpPr>
            <a:cxnSpLocks/>
          </p:cNvCxnSpPr>
          <p:nvPr/>
        </p:nvCxnSpPr>
        <p:spPr>
          <a:xfrm>
            <a:off x="2424113" y="4325484"/>
            <a:ext cx="3566671" cy="1710962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57B737B-14EE-FF4E-B7E9-F90E4904D234}"/>
              </a:ext>
            </a:extLst>
          </p:cNvPr>
          <p:cNvCxnSpPr>
            <a:cxnSpLocks/>
          </p:cNvCxnSpPr>
          <p:nvPr/>
        </p:nvCxnSpPr>
        <p:spPr>
          <a:xfrm>
            <a:off x="2432311" y="4873022"/>
            <a:ext cx="4617802" cy="1181398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eft Brace 41">
            <a:extLst>
              <a:ext uri="{FF2B5EF4-FFF2-40B4-BE49-F238E27FC236}">
                <a16:creationId xmlns:a16="http://schemas.microsoft.com/office/drawing/2014/main" id="{24570A40-39B1-9E49-AF31-729727C9210B}"/>
              </a:ext>
            </a:extLst>
          </p:cNvPr>
          <p:cNvSpPr/>
          <p:nvPr/>
        </p:nvSpPr>
        <p:spPr>
          <a:xfrm>
            <a:off x="2243865" y="3709598"/>
            <a:ext cx="145205" cy="615886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1789CE4F-F7F5-BE43-9AD8-7D4B291D1DDB}"/>
              </a:ext>
            </a:extLst>
          </p:cNvPr>
          <p:cNvSpPr txBox="1"/>
          <p:nvPr/>
        </p:nvSpPr>
        <p:spPr>
          <a:xfrm>
            <a:off x="84399" y="3647674"/>
            <a:ext cx="2286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Added vehicle cost of 2</a:t>
            </a:r>
            <a:r>
              <a:rPr lang="en-US" sz="2000" baseline="30000" dirty="0"/>
              <a:t>nd</a:t>
            </a:r>
            <a:r>
              <a:rPr lang="en-US" sz="2000" dirty="0"/>
              <a:t> MPG upgrade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F0E311-C91F-8240-BB82-BE59F6F17B0C}"/>
              </a:ext>
            </a:extLst>
          </p:cNvPr>
          <p:cNvSpPr/>
          <p:nvPr/>
        </p:nvSpPr>
        <p:spPr>
          <a:xfrm>
            <a:off x="7308794" y="5636336"/>
            <a:ext cx="1360847" cy="786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5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" grpId="0" animBg="1"/>
      <p:bldP spid="42" grpId="0" animBg="1"/>
      <p:bldP spid="43" grpId="0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42F5B60F-6299-6149-8994-E8ECC5AF448E}"/>
              </a:ext>
            </a:extLst>
          </p:cNvPr>
          <p:cNvSpPr/>
          <p:nvPr/>
        </p:nvSpPr>
        <p:spPr>
          <a:xfrm>
            <a:off x="3190164" y="2160162"/>
            <a:ext cx="3757501" cy="3163478"/>
          </a:xfrm>
          <a:custGeom>
            <a:avLst/>
            <a:gdLst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636607 w 3576577"/>
              <a:gd name="connsiteY2" fmla="*/ 1898248 h 3183038"/>
              <a:gd name="connsiteX3" fmla="*/ 1632030 w 3576577"/>
              <a:gd name="connsiteY3" fmla="*/ 2708476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694481 w 3576577"/>
              <a:gd name="connsiteY2" fmla="*/ 1875099 h 3183038"/>
              <a:gd name="connsiteX3" fmla="*/ 1632030 w 3576577"/>
              <a:gd name="connsiteY3" fmla="*/ 2708476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694481 w 3576577"/>
              <a:gd name="connsiteY2" fmla="*/ 1875099 h 3183038"/>
              <a:gd name="connsiteX3" fmla="*/ 1724628 w 3576577"/>
              <a:gd name="connsiteY3" fmla="*/ 2627453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740780 w 3576577"/>
              <a:gd name="connsiteY2" fmla="*/ 1840374 h 3183038"/>
              <a:gd name="connsiteX3" fmla="*/ 1724628 w 3576577"/>
              <a:gd name="connsiteY3" fmla="*/ 2627453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789678 w 3576577"/>
              <a:gd name="connsiteY2" fmla="*/ 1825704 h 3183038"/>
              <a:gd name="connsiteX3" fmla="*/ 1724628 w 3576577"/>
              <a:gd name="connsiteY3" fmla="*/ 2627453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789678 w 3576577"/>
              <a:gd name="connsiteY2" fmla="*/ 1825704 h 3183038"/>
              <a:gd name="connsiteX3" fmla="*/ 2027798 w 3576577"/>
              <a:gd name="connsiteY3" fmla="*/ 2691021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789678 w 3576577"/>
              <a:gd name="connsiteY2" fmla="*/ 1825704 h 3183038"/>
              <a:gd name="connsiteX3" fmla="*/ 2091366 w 3576577"/>
              <a:gd name="connsiteY3" fmla="*/ 2808378 h 3183038"/>
              <a:gd name="connsiteX4" fmla="*/ 3576577 w 3576577"/>
              <a:gd name="connsiteY4" fmla="*/ 3183038 h 3183038"/>
              <a:gd name="connsiteX0" fmla="*/ 0 w 3757501"/>
              <a:gd name="connsiteY0" fmla="*/ 0 h 3163478"/>
              <a:gd name="connsiteX1" fmla="*/ 185195 w 3757501"/>
              <a:gd name="connsiteY1" fmla="*/ 960698 h 3163478"/>
              <a:gd name="connsiteX2" fmla="*/ 789678 w 3757501"/>
              <a:gd name="connsiteY2" fmla="*/ 1825704 h 3163478"/>
              <a:gd name="connsiteX3" fmla="*/ 2091366 w 3757501"/>
              <a:gd name="connsiteY3" fmla="*/ 2808378 h 3163478"/>
              <a:gd name="connsiteX4" fmla="*/ 3757501 w 3757501"/>
              <a:gd name="connsiteY4" fmla="*/ 3163478 h 3163478"/>
              <a:gd name="connsiteX0" fmla="*/ 0 w 3757501"/>
              <a:gd name="connsiteY0" fmla="*/ 0 h 3163478"/>
              <a:gd name="connsiteX1" fmla="*/ 185195 w 3757501"/>
              <a:gd name="connsiteY1" fmla="*/ 960698 h 3163478"/>
              <a:gd name="connsiteX2" fmla="*/ 789678 w 3757501"/>
              <a:gd name="connsiteY2" fmla="*/ 1825704 h 3163478"/>
              <a:gd name="connsiteX3" fmla="*/ 2091366 w 3757501"/>
              <a:gd name="connsiteY3" fmla="*/ 2808378 h 3163478"/>
              <a:gd name="connsiteX4" fmla="*/ 3757501 w 3757501"/>
              <a:gd name="connsiteY4" fmla="*/ 3163478 h 3163478"/>
              <a:gd name="connsiteX0" fmla="*/ 0 w 3757501"/>
              <a:gd name="connsiteY0" fmla="*/ 0 h 3163478"/>
              <a:gd name="connsiteX1" fmla="*/ 185195 w 3757501"/>
              <a:gd name="connsiteY1" fmla="*/ 960698 h 3163478"/>
              <a:gd name="connsiteX2" fmla="*/ 789678 w 3757501"/>
              <a:gd name="connsiteY2" fmla="*/ 1825704 h 3163478"/>
              <a:gd name="connsiteX3" fmla="*/ 2081586 w 3757501"/>
              <a:gd name="connsiteY3" fmla="*/ 2852387 h 3163478"/>
              <a:gd name="connsiteX4" fmla="*/ 3757501 w 3757501"/>
              <a:gd name="connsiteY4" fmla="*/ 3163478 h 3163478"/>
              <a:gd name="connsiteX0" fmla="*/ 0 w 3757501"/>
              <a:gd name="connsiteY0" fmla="*/ 0 h 3163478"/>
              <a:gd name="connsiteX1" fmla="*/ 185195 w 3757501"/>
              <a:gd name="connsiteY1" fmla="*/ 960698 h 3163478"/>
              <a:gd name="connsiteX2" fmla="*/ 887475 w 3757501"/>
              <a:gd name="connsiteY2" fmla="*/ 1952840 h 3163478"/>
              <a:gd name="connsiteX3" fmla="*/ 2081586 w 3757501"/>
              <a:gd name="connsiteY3" fmla="*/ 2852387 h 3163478"/>
              <a:gd name="connsiteX4" fmla="*/ 3757501 w 3757501"/>
              <a:gd name="connsiteY4" fmla="*/ 3163478 h 3163478"/>
              <a:gd name="connsiteX0" fmla="*/ 0 w 3757501"/>
              <a:gd name="connsiteY0" fmla="*/ 0 h 3163478"/>
              <a:gd name="connsiteX1" fmla="*/ 185195 w 3757501"/>
              <a:gd name="connsiteY1" fmla="*/ 960698 h 3163478"/>
              <a:gd name="connsiteX2" fmla="*/ 887475 w 3757501"/>
              <a:gd name="connsiteY2" fmla="*/ 1952840 h 3163478"/>
              <a:gd name="connsiteX3" fmla="*/ 2024710 w 3757501"/>
              <a:gd name="connsiteY3" fmla="*/ 2843636 h 3163478"/>
              <a:gd name="connsiteX4" fmla="*/ 3757501 w 3757501"/>
              <a:gd name="connsiteY4" fmla="*/ 3163478 h 3163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57501" h="3163478">
                <a:moveTo>
                  <a:pt x="0" y="0"/>
                </a:moveTo>
                <a:cubicBezTo>
                  <a:pt x="39547" y="322161"/>
                  <a:pt x="37283" y="635225"/>
                  <a:pt x="185195" y="960698"/>
                </a:cubicBezTo>
                <a:cubicBezTo>
                  <a:pt x="333107" y="1286171"/>
                  <a:pt x="580889" y="1639017"/>
                  <a:pt x="887475" y="1952840"/>
                </a:cubicBezTo>
                <a:cubicBezTo>
                  <a:pt x="1194061" y="2266663"/>
                  <a:pt x="1534715" y="2629504"/>
                  <a:pt x="2024710" y="2843636"/>
                </a:cubicBezTo>
                <a:cubicBezTo>
                  <a:pt x="2514705" y="3057768"/>
                  <a:pt x="3015556" y="3077272"/>
                  <a:pt x="3757501" y="3163478"/>
                </a:cubicBezTo>
              </a:path>
            </a:pathLst>
          </a:custGeom>
          <a:noFill/>
          <a:ln w="38100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2415915" y="2133600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>
            <a:off x="2424113" y="6037262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1c.  Personal increasing returns</a:t>
            </a:r>
            <a:br>
              <a:rPr lang="en-US" sz="3600" dirty="0"/>
            </a:br>
            <a:r>
              <a:rPr lang="en-US" sz="2800" dirty="0"/>
              <a:t>Vehicle choice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6792770" y="5774700"/>
            <a:ext cx="1876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Miles driven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BF528DB-1EB4-A043-A440-F970089C68CE}"/>
              </a:ext>
            </a:extLst>
          </p:cNvPr>
          <p:cNvSpPr txBox="1"/>
          <p:nvPr/>
        </p:nvSpPr>
        <p:spPr>
          <a:xfrm>
            <a:off x="1658085" y="1321545"/>
            <a:ext cx="1474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All other goods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554147" y="5972584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733434EE-6278-5542-AA15-4371AB168794}"/>
              </a:ext>
            </a:extLst>
          </p:cNvPr>
          <p:cNvSpPr>
            <a:spLocks/>
          </p:cNvSpPr>
          <p:nvPr/>
        </p:nvSpPr>
        <p:spPr bwMode="auto">
          <a:xfrm>
            <a:off x="2434203" y="2744430"/>
            <a:ext cx="3408156" cy="3309990"/>
          </a:xfrm>
          <a:custGeom>
            <a:avLst/>
            <a:gdLst>
              <a:gd name="T0" fmla="*/ 12 w 2124"/>
              <a:gd name="T1" fmla="*/ 0 h 2112"/>
              <a:gd name="T2" fmla="*/ 77 w 2124"/>
              <a:gd name="T3" fmla="*/ 234 h 2112"/>
              <a:gd name="T4" fmla="*/ 476 w 2124"/>
              <a:gd name="T5" fmla="*/ 978 h 2112"/>
              <a:gd name="T6" fmla="*/ 761 w 2124"/>
              <a:gd name="T7" fmla="*/ 1402 h 2112"/>
              <a:gd name="T8" fmla="*/ 1054 w 2124"/>
              <a:gd name="T9" fmla="*/ 1642 h 2112"/>
              <a:gd name="T10" fmla="*/ 1550 w 2124"/>
              <a:gd name="T11" fmla="*/ 1899 h 2112"/>
              <a:gd name="T12" fmla="*/ 2124 w 2124"/>
              <a:gd name="T13" fmla="*/ 2112 h 2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24"/>
              <a:gd name="T22" fmla="*/ 0 h 2112"/>
              <a:gd name="T23" fmla="*/ 2124 w 2124"/>
              <a:gd name="T24" fmla="*/ 2112 h 2112"/>
              <a:gd name="connsiteX0" fmla="*/ 0 w 9944"/>
              <a:gd name="connsiteY0" fmla="*/ 0 h 10000"/>
              <a:gd name="connsiteX1" fmla="*/ 307 w 9944"/>
              <a:gd name="connsiteY1" fmla="*/ 1108 h 10000"/>
              <a:gd name="connsiteX2" fmla="*/ 1624 w 9944"/>
              <a:gd name="connsiteY2" fmla="*/ 3879 h 10000"/>
              <a:gd name="connsiteX3" fmla="*/ 3527 w 9944"/>
              <a:gd name="connsiteY3" fmla="*/ 6638 h 10000"/>
              <a:gd name="connsiteX4" fmla="*/ 4906 w 9944"/>
              <a:gd name="connsiteY4" fmla="*/ 7775 h 10000"/>
              <a:gd name="connsiteX5" fmla="*/ 7242 w 9944"/>
              <a:gd name="connsiteY5" fmla="*/ 8991 h 10000"/>
              <a:gd name="connsiteX6" fmla="*/ 9944 w 9944"/>
              <a:gd name="connsiteY6" fmla="*/ 10000 h 10000"/>
              <a:gd name="connsiteX0" fmla="*/ 0 w 10063"/>
              <a:gd name="connsiteY0" fmla="*/ 0 h 9969"/>
              <a:gd name="connsiteX1" fmla="*/ 372 w 10063"/>
              <a:gd name="connsiteY1" fmla="*/ 1077 h 9969"/>
              <a:gd name="connsiteX2" fmla="*/ 1696 w 10063"/>
              <a:gd name="connsiteY2" fmla="*/ 3848 h 9969"/>
              <a:gd name="connsiteX3" fmla="*/ 3610 w 10063"/>
              <a:gd name="connsiteY3" fmla="*/ 6607 h 9969"/>
              <a:gd name="connsiteX4" fmla="*/ 4997 w 10063"/>
              <a:gd name="connsiteY4" fmla="*/ 7744 h 9969"/>
              <a:gd name="connsiteX5" fmla="*/ 7346 w 10063"/>
              <a:gd name="connsiteY5" fmla="*/ 8960 h 9969"/>
              <a:gd name="connsiteX6" fmla="*/ 10063 w 10063"/>
              <a:gd name="connsiteY6" fmla="*/ 9969 h 9969"/>
              <a:gd name="connsiteX0" fmla="*/ 0 w 10000"/>
              <a:gd name="connsiteY0" fmla="*/ 0 h 10000"/>
              <a:gd name="connsiteX1" fmla="*/ 370 w 10000"/>
              <a:gd name="connsiteY1" fmla="*/ 1080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2964 w 10000"/>
              <a:gd name="connsiteY3" fmla="*/ 6030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276"/>
              <a:gd name="connsiteY0" fmla="*/ 0 h 10037"/>
              <a:gd name="connsiteX1" fmla="*/ 677 w 10276"/>
              <a:gd name="connsiteY1" fmla="*/ 1746 h 10037"/>
              <a:gd name="connsiteX2" fmla="*/ 1774 w 10276"/>
              <a:gd name="connsiteY2" fmla="*/ 4117 h 10037"/>
              <a:gd name="connsiteX3" fmla="*/ 3240 w 10276"/>
              <a:gd name="connsiteY3" fmla="*/ 6067 h 10037"/>
              <a:gd name="connsiteX4" fmla="*/ 5242 w 10276"/>
              <a:gd name="connsiteY4" fmla="*/ 7805 h 10037"/>
              <a:gd name="connsiteX5" fmla="*/ 7576 w 10276"/>
              <a:gd name="connsiteY5" fmla="*/ 9025 h 10037"/>
              <a:gd name="connsiteX6" fmla="*/ 10276 w 10276"/>
              <a:gd name="connsiteY6" fmla="*/ 10037 h 1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76" h="10037">
                <a:moveTo>
                  <a:pt x="0" y="0"/>
                </a:moveTo>
                <a:cubicBezTo>
                  <a:pt x="52" y="186"/>
                  <a:pt x="381" y="1060"/>
                  <a:pt x="677" y="1746"/>
                </a:cubicBezTo>
                <a:cubicBezTo>
                  <a:pt x="973" y="2432"/>
                  <a:pt x="1347" y="3397"/>
                  <a:pt x="1774" y="4117"/>
                </a:cubicBezTo>
                <a:cubicBezTo>
                  <a:pt x="2201" y="4837"/>
                  <a:pt x="2662" y="5452"/>
                  <a:pt x="3240" y="6067"/>
                </a:cubicBezTo>
                <a:cubicBezTo>
                  <a:pt x="3818" y="6682"/>
                  <a:pt x="4520" y="7312"/>
                  <a:pt x="5242" y="7805"/>
                </a:cubicBezTo>
                <a:cubicBezTo>
                  <a:pt x="5964" y="8298"/>
                  <a:pt x="6738" y="8655"/>
                  <a:pt x="7576" y="9025"/>
                </a:cubicBezTo>
                <a:cubicBezTo>
                  <a:pt x="8414" y="9396"/>
                  <a:pt x="9717" y="9828"/>
                  <a:pt x="10276" y="10037"/>
                </a:cubicBezTo>
              </a:path>
            </a:pathLst>
          </a:custGeom>
          <a:noFill/>
          <a:ln w="317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092A6-8C3C-E74D-8350-69BB8BC211AF}"/>
              </a:ext>
            </a:extLst>
          </p:cNvPr>
          <p:cNvCxnSpPr>
            <a:cxnSpLocks/>
          </p:cNvCxnSpPr>
          <p:nvPr/>
        </p:nvCxnSpPr>
        <p:spPr>
          <a:xfrm>
            <a:off x="5678459" y="2911366"/>
            <a:ext cx="951459" cy="0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>
            <a:extLst>
              <a:ext uri="{FF2B5EF4-FFF2-40B4-BE49-F238E27FC236}">
                <a16:creationId xmlns:a16="http://schemas.microsoft.com/office/drawing/2014/main" id="{410CA92F-65E1-1D46-A6D0-E74B2EEEC378}"/>
              </a:ext>
            </a:extLst>
          </p:cNvPr>
          <p:cNvSpPr txBox="1"/>
          <p:nvPr/>
        </p:nvSpPr>
        <p:spPr>
          <a:xfrm>
            <a:off x="6608410" y="2715451"/>
            <a:ext cx="20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9900"/>
                </a:solidFill>
              </a:rPr>
              <a:t>Budget constraint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A1C8CC8-B09C-3640-9613-F751B177B47D}"/>
              </a:ext>
            </a:extLst>
          </p:cNvPr>
          <p:cNvCxnSpPr>
            <a:cxnSpLocks/>
          </p:cNvCxnSpPr>
          <p:nvPr/>
        </p:nvCxnSpPr>
        <p:spPr>
          <a:xfrm>
            <a:off x="5698363" y="3366445"/>
            <a:ext cx="951459" cy="0"/>
          </a:xfrm>
          <a:prstGeom prst="straightConnector1">
            <a:avLst/>
          </a:prstGeom>
          <a:ln w="31750">
            <a:solidFill>
              <a:srgbClr val="0432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5">
            <a:extLst>
              <a:ext uri="{FF2B5EF4-FFF2-40B4-BE49-F238E27FC236}">
                <a16:creationId xmlns:a16="http://schemas.microsoft.com/office/drawing/2014/main" id="{AB0902A3-5125-DC47-9B56-76E72901417F}"/>
              </a:ext>
            </a:extLst>
          </p:cNvPr>
          <p:cNvSpPr txBox="1"/>
          <p:nvPr/>
        </p:nvSpPr>
        <p:spPr>
          <a:xfrm>
            <a:off x="6471863" y="3183446"/>
            <a:ext cx="238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432FF"/>
                </a:solidFill>
              </a:rPr>
              <a:t>Indifference curve</a:t>
            </a: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D2CEA9F2-DB04-F64F-927F-D4D25058E11E}"/>
              </a:ext>
            </a:extLst>
          </p:cNvPr>
          <p:cNvSpPr txBox="1"/>
          <p:nvPr/>
        </p:nvSpPr>
        <p:spPr>
          <a:xfrm>
            <a:off x="5586189" y="2273285"/>
            <a:ext cx="256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LEGEND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/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947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916479-F7AB-234B-AAA2-83ADF54AAAF3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3561511" y="4741357"/>
            <a:ext cx="1525187" cy="791474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6A5419-7595-8245-8C78-5A2D49432493}"/>
              </a:ext>
            </a:extLst>
          </p:cNvPr>
          <p:cNvCxnSpPr>
            <a:cxnSpLocks/>
          </p:cNvCxnSpPr>
          <p:nvPr/>
        </p:nvCxnSpPr>
        <p:spPr>
          <a:xfrm>
            <a:off x="2433970" y="3860320"/>
            <a:ext cx="1038218" cy="28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9361FFF-37A1-5B40-BDA0-7A60D6FFA3E9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531719" y="3933385"/>
            <a:ext cx="16309" cy="2105004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2415915" y="2133600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>
            <a:off x="2424113" y="6037262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1d.  Personal increasing returns</a:t>
            </a:r>
            <a:br>
              <a:rPr lang="en-US" sz="3600" dirty="0"/>
            </a:br>
            <a:r>
              <a:rPr lang="en-US" sz="2800" dirty="0"/>
              <a:t>in the commodity space; intertemporal version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6775710" y="5621763"/>
            <a:ext cx="2368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Future consumption (</a:t>
            </a:r>
            <a:r>
              <a:rPr lang="en-US" sz="2400" i="1" dirty="0"/>
              <a:t>q</a:t>
            </a:r>
            <a:r>
              <a:rPr lang="en-US" sz="2400" dirty="0"/>
              <a:t>)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BF528DB-1EB4-A043-A440-F970089C68CE}"/>
              </a:ext>
            </a:extLst>
          </p:cNvPr>
          <p:cNvSpPr txBox="1"/>
          <p:nvPr/>
        </p:nvSpPr>
        <p:spPr>
          <a:xfrm>
            <a:off x="1467038" y="1320952"/>
            <a:ext cx="1897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Current consumption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554147" y="5972584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092A6-8C3C-E74D-8350-69BB8BC211AF}"/>
              </a:ext>
            </a:extLst>
          </p:cNvPr>
          <p:cNvCxnSpPr>
            <a:cxnSpLocks/>
          </p:cNvCxnSpPr>
          <p:nvPr/>
        </p:nvCxnSpPr>
        <p:spPr>
          <a:xfrm>
            <a:off x="5678459" y="2911366"/>
            <a:ext cx="951459" cy="0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>
            <a:extLst>
              <a:ext uri="{FF2B5EF4-FFF2-40B4-BE49-F238E27FC236}">
                <a16:creationId xmlns:a16="http://schemas.microsoft.com/office/drawing/2014/main" id="{410CA92F-65E1-1D46-A6D0-E74B2EEEC378}"/>
              </a:ext>
            </a:extLst>
          </p:cNvPr>
          <p:cNvSpPr txBox="1"/>
          <p:nvPr/>
        </p:nvSpPr>
        <p:spPr>
          <a:xfrm>
            <a:off x="6608410" y="2715451"/>
            <a:ext cx="20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9900"/>
                </a:solidFill>
              </a:rPr>
              <a:t>Budget constraint</a:t>
            </a: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D2CEA9F2-DB04-F64F-927F-D4D25058E11E}"/>
              </a:ext>
            </a:extLst>
          </p:cNvPr>
          <p:cNvSpPr txBox="1"/>
          <p:nvPr/>
        </p:nvSpPr>
        <p:spPr>
          <a:xfrm>
            <a:off x="5586189" y="2273285"/>
            <a:ext cx="256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LEGEND</a:t>
            </a: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733434EE-6278-5542-AA15-4371AB168794}"/>
              </a:ext>
            </a:extLst>
          </p:cNvPr>
          <p:cNvSpPr>
            <a:spLocks/>
          </p:cNvSpPr>
          <p:nvPr/>
        </p:nvSpPr>
        <p:spPr bwMode="auto">
          <a:xfrm>
            <a:off x="3472188" y="3742323"/>
            <a:ext cx="3119826" cy="2291703"/>
          </a:xfrm>
          <a:custGeom>
            <a:avLst/>
            <a:gdLst>
              <a:gd name="T0" fmla="*/ 12 w 2124"/>
              <a:gd name="T1" fmla="*/ 0 h 2112"/>
              <a:gd name="T2" fmla="*/ 77 w 2124"/>
              <a:gd name="T3" fmla="*/ 234 h 2112"/>
              <a:gd name="T4" fmla="*/ 476 w 2124"/>
              <a:gd name="T5" fmla="*/ 978 h 2112"/>
              <a:gd name="T6" fmla="*/ 761 w 2124"/>
              <a:gd name="T7" fmla="*/ 1402 h 2112"/>
              <a:gd name="T8" fmla="*/ 1054 w 2124"/>
              <a:gd name="T9" fmla="*/ 1642 h 2112"/>
              <a:gd name="T10" fmla="*/ 1550 w 2124"/>
              <a:gd name="T11" fmla="*/ 1899 h 2112"/>
              <a:gd name="T12" fmla="*/ 2124 w 2124"/>
              <a:gd name="T13" fmla="*/ 2112 h 2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24"/>
              <a:gd name="T22" fmla="*/ 0 h 2112"/>
              <a:gd name="T23" fmla="*/ 2124 w 2124"/>
              <a:gd name="T24" fmla="*/ 2112 h 2112"/>
              <a:gd name="connsiteX0" fmla="*/ 0 w 9944"/>
              <a:gd name="connsiteY0" fmla="*/ 0 h 10000"/>
              <a:gd name="connsiteX1" fmla="*/ 307 w 9944"/>
              <a:gd name="connsiteY1" fmla="*/ 1108 h 10000"/>
              <a:gd name="connsiteX2" fmla="*/ 1624 w 9944"/>
              <a:gd name="connsiteY2" fmla="*/ 3879 h 10000"/>
              <a:gd name="connsiteX3" fmla="*/ 3527 w 9944"/>
              <a:gd name="connsiteY3" fmla="*/ 6638 h 10000"/>
              <a:gd name="connsiteX4" fmla="*/ 4906 w 9944"/>
              <a:gd name="connsiteY4" fmla="*/ 7775 h 10000"/>
              <a:gd name="connsiteX5" fmla="*/ 7242 w 9944"/>
              <a:gd name="connsiteY5" fmla="*/ 8991 h 10000"/>
              <a:gd name="connsiteX6" fmla="*/ 9944 w 9944"/>
              <a:gd name="connsiteY6" fmla="*/ 10000 h 10000"/>
              <a:gd name="connsiteX0" fmla="*/ 0 w 10063"/>
              <a:gd name="connsiteY0" fmla="*/ 0 h 9969"/>
              <a:gd name="connsiteX1" fmla="*/ 372 w 10063"/>
              <a:gd name="connsiteY1" fmla="*/ 1077 h 9969"/>
              <a:gd name="connsiteX2" fmla="*/ 1696 w 10063"/>
              <a:gd name="connsiteY2" fmla="*/ 3848 h 9969"/>
              <a:gd name="connsiteX3" fmla="*/ 3610 w 10063"/>
              <a:gd name="connsiteY3" fmla="*/ 6607 h 9969"/>
              <a:gd name="connsiteX4" fmla="*/ 4997 w 10063"/>
              <a:gd name="connsiteY4" fmla="*/ 7744 h 9969"/>
              <a:gd name="connsiteX5" fmla="*/ 7346 w 10063"/>
              <a:gd name="connsiteY5" fmla="*/ 8960 h 9969"/>
              <a:gd name="connsiteX6" fmla="*/ 10063 w 10063"/>
              <a:gd name="connsiteY6" fmla="*/ 9969 h 9969"/>
              <a:gd name="connsiteX0" fmla="*/ 0 w 10000"/>
              <a:gd name="connsiteY0" fmla="*/ 0 h 10000"/>
              <a:gd name="connsiteX1" fmla="*/ 370 w 10000"/>
              <a:gd name="connsiteY1" fmla="*/ 1080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2964 w 10000"/>
              <a:gd name="connsiteY3" fmla="*/ 6030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276"/>
              <a:gd name="connsiteY0" fmla="*/ 0 h 10037"/>
              <a:gd name="connsiteX1" fmla="*/ 677 w 10276"/>
              <a:gd name="connsiteY1" fmla="*/ 1746 h 10037"/>
              <a:gd name="connsiteX2" fmla="*/ 1774 w 10276"/>
              <a:gd name="connsiteY2" fmla="*/ 4117 h 10037"/>
              <a:gd name="connsiteX3" fmla="*/ 3240 w 10276"/>
              <a:gd name="connsiteY3" fmla="*/ 6067 h 10037"/>
              <a:gd name="connsiteX4" fmla="*/ 5242 w 10276"/>
              <a:gd name="connsiteY4" fmla="*/ 7805 h 10037"/>
              <a:gd name="connsiteX5" fmla="*/ 7576 w 10276"/>
              <a:gd name="connsiteY5" fmla="*/ 9025 h 10037"/>
              <a:gd name="connsiteX6" fmla="*/ 10276 w 10276"/>
              <a:gd name="connsiteY6" fmla="*/ 10037 h 10037"/>
              <a:gd name="connsiteX0" fmla="*/ 0 w 9599"/>
              <a:gd name="connsiteY0" fmla="*/ 0 h 8291"/>
              <a:gd name="connsiteX1" fmla="*/ 1097 w 9599"/>
              <a:gd name="connsiteY1" fmla="*/ 2371 h 8291"/>
              <a:gd name="connsiteX2" fmla="*/ 2563 w 9599"/>
              <a:gd name="connsiteY2" fmla="*/ 4321 h 8291"/>
              <a:gd name="connsiteX3" fmla="*/ 4565 w 9599"/>
              <a:gd name="connsiteY3" fmla="*/ 6059 h 8291"/>
              <a:gd name="connsiteX4" fmla="*/ 6899 w 9599"/>
              <a:gd name="connsiteY4" fmla="*/ 7279 h 8291"/>
              <a:gd name="connsiteX5" fmla="*/ 9599 w 9599"/>
              <a:gd name="connsiteY5" fmla="*/ 8291 h 8291"/>
              <a:gd name="connsiteX0" fmla="*/ 0 w 8857"/>
              <a:gd name="connsiteY0" fmla="*/ 0 h 7140"/>
              <a:gd name="connsiteX1" fmla="*/ 1527 w 8857"/>
              <a:gd name="connsiteY1" fmla="*/ 2352 h 7140"/>
              <a:gd name="connsiteX2" fmla="*/ 3613 w 8857"/>
              <a:gd name="connsiteY2" fmla="*/ 4448 h 7140"/>
              <a:gd name="connsiteX3" fmla="*/ 6044 w 8857"/>
              <a:gd name="connsiteY3" fmla="*/ 5919 h 7140"/>
              <a:gd name="connsiteX4" fmla="*/ 8857 w 8857"/>
              <a:gd name="connsiteY4" fmla="*/ 7140 h 7140"/>
              <a:gd name="connsiteX0" fmla="*/ 0 w 8276"/>
              <a:gd name="connsiteY0" fmla="*/ 0 h 6706"/>
              <a:gd name="connsiteX1" fmla="*/ 2355 w 8276"/>
              <a:gd name="connsiteY1" fmla="*/ 2936 h 6706"/>
              <a:gd name="connsiteX2" fmla="*/ 5100 w 8276"/>
              <a:gd name="connsiteY2" fmla="*/ 4996 h 6706"/>
              <a:gd name="connsiteX3" fmla="*/ 8276 w 8276"/>
              <a:gd name="connsiteY3" fmla="*/ 6706 h 6706"/>
              <a:gd name="connsiteX0" fmla="*/ 0 w 10836"/>
              <a:gd name="connsiteY0" fmla="*/ 0 h 10034"/>
              <a:gd name="connsiteX1" fmla="*/ 2846 w 10836"/>
              <a:gd name="connsiteY1" fmla="*/ 4378 h 10034"/>
              <a:gd name="connsiteX2" fmla="*/ 6162 w 10836"/>
              <a:gd name="connsiteY2" fmla="*/ 7450 h 10034"/>
              <a:gd name="connsiteX3" fmla="*/ 10836 w 10836"/>
              <a:gd name="connsiteY3" fmla="*/ 10034 h 10034"/>
              <a:gd name="connsiteX0" fmla="*/ 0 w 10836"/>
              <a:gd name="connsiteY0" fmla="*/ 0 h 10034"/>
              <a:gd name="connsiteX1" fmla="*/ 2846 w 10836"/>
              <a:gd name="connsiteY1" fmla="*/ 4378 h 10034"/>
              <a:gd name="connsiteX2" fmla="*/ 6162 w 10836"/>
              <a:gd name="connsiteY2" fmla="*/ 7450 h 10034"/>
              <a:gd name="connsiteX3" fmla="*/ 10836 w 10836"/>
              <a:gd name="connsiteY3" fmla="*/ 10034 h 10034"/>
              <a:gd name="connsiteX0" fmla="*/ 0 w 11456"/>
              <a:gd name="connsiteY0" fmla="*/ 0 h 10034"/>
              <a:gd name="connsiteX1" fmla="*/ 2846 w 11456"/>
              <a:gd name="connsiteY1" fmla="*/ 4378 h 10034"/>
              <a:gd name="connsiteX2" fmla="*/ 6162 w 11456"/>
              <a:gd name="connsiteY2" fmla="*/ 7450 h 10034"/>
              <a:gd name="connsiteX3" fmla="*/ 11456 w 11456"/>
              <a:gd name="connsiteY3" fmla="*/ 10034 h 10034"/>
              <a:gd name="connsiteX0" fmla="*/ 0 w 11456"/>
              <a:gd name="connsiteY0" fmla="*/ 0 h 10034"/>
              <a:gd name="connsiteX1" fmla="*/ 2846 w 11456"/>
              <a:gd name="connsiteY1" fmla="*/ 4378 h 10034"/>
              <a:gd name="connsiteX2" fmla="*/ 6162 w 11456"/>
              <a:gd name="connsiteY2" fmla="*/ 7450 h 10034"/>
              <a:gd name="connsiteX3" fmla="*/ 11456 w 11456"/>
              <a:gd name="connsiteY3" fmla="*/ 10034 h 10034"/>
              <a:gd name="connsiteX0" fmla="*/ 0 w 11456"/>
              <a:gd name="connsiteY0" fmla="*/ 0 h 10034"/>
              <a:gd name="connsiteX1" fmla="*/ 2846 w 11456"/>
              <a:gd name="connsiteY1" fmla="*/ 4378 h 10034"/>
              <a:gd name="connsiteX2" fmla="*/ 5730 w 11456"/>
              <a:gd name="connsiteY2" fmla="*/ 7280 h 10034"/>
              <a:gd name="connsiteX3" fmla="*/ 11456 w 11456"/>
              <a:gd name="connsiteY3" fmla="*/ 10034 h 10034"/>
              <a:gd name="connsiteX0" fmla="*/ 0 w 11456"/>
              <a:gd name="connsiteY0" fmla="*/ 0 h 10034"/>
              <a:gd name="connsiteX1" fmla="*/ 2846 w 11456"/>
              <a:gd name="connsiteY1" fmla="*/ 4378 h 10034"/>
              <a:gd name="connsiteX2" fmla="*/ 5730 w 11456"/>
              <a:gd name="connsiteY2" fmla="*/ 7280 h 10034"/>
              <a:gd name="connsiteX3" fmla="*/ 11456 w 11456"/>
              <a:gd name="connsiteY3" fmla="*/ 10034 h 10034"/>
              <a:gd name="connsiteX0" fmla="*/ 0 w 11456"/>
              <a:gd name="connsiteY0" fmla="*/ 0 h 10034"/>
              <a:gd name="connsiteX1" fmla="*/ 2846 w 11456"/>
              <a:gd name="connsiteY1" fmla="*/ 4378 h 10034"/>
              <a:gd name="connsiteX2" fmla="*/ 5730 w 11456"/>
              <a:gd name="connsiteY2" fmla="*/ 7280 h 10034"/>
              <a:gd name="connsiteX3" fmla="*/ 11456 w 11456"/>
              <a:gd name="connsiteY3" fmla="*/ 10034 h 10034"/>
              <a:gd name="connsiteX0" fmla="*/ 0 w 11456"/>
              <a:gd name="connsiteY0" fmla="*/ 0 h 10000"/>
              <a:gd name="connsiteX1" fmla="*/ 2846 w 11456"/>
              <a:gd name="connsiteY1" fmla="*/ 4378 h 10000"/>
              <a:gd name="connsiteX2" fmla="*/ 5730 w 11456"/>
              <a:gd name="connsiteY2" fmla="*/ 7280 h 10000"/>
              <a:gd name="connsiteX3" fmla="*/ 11456 w 11456"/>
              <a:gd name="connsiteY3" fmla="*/ 10000 h 10000"/>
              <a:gd name="connsiteX0" fmla="*/ 0 w 12311"/>
              <a:gd name="connsiteY0" fmla="*/ 0 h 9961"/>
              <a:gd name="connsiteX1" fmla="*/ 2846 w 12311"/>
              <a:gd name="connsiteY1" fmla="*/ 4378 h 9961"/>
              <a:gd name="connsiteX2" fmla="*/ 5730 w 12311"/>
              <a:gd name="connsiteY2" fmla="*/ 7280 h 9961"/>
              <a:gd name="connsiteX3" fmla="*/ 12311 w 12311"/>
              <a:gd name="connsiteY3" fmla="*/ 9961 h 9961"/>
              <a:gd name="connsiteX0" fmla="*/ 0 w 10000"/>
              <a:gd name="connsiteY0" fmla="*/ 0 h 10000"/>
              <a:gd name="connsiteX1" fmla="*/ 2312 w 10000"/>
              <a:gd name="connsiteY1" fmla="*/ 4395 h 10000"/>
              <a:gd name="connsiteX2" fmla="*/ 5175 w 10000"/>
              <a:gd name="connsiteY2" fmla="*/ 7813 h 10000"/>
              <a:gd name="connsiteX3" fmla="*/ 10000 w 10000"/>
              <a:gd name="connsiteY3" fmla="*/ 10000 h 10000"/>
              <a:gd name="connsiteX0" fmla="*/ 0 w 10000"/>
              <a:gd name="connsiteY0" fmla="*/ 0 h 10000"/>
              <a:gd name="connsiteX1" fmla="*/ 2312 w 10000"/>
              <a:gd name="connsiteY1" fmla="*/ 4395 h 10000"/>
              <a:gd name="connsiteX2" fmla="*/ 5175 w 10000"/>
              <a:gd name="connsiteY2" fmla="*/ 7813 h 10000"/>
              <a:gd name="connsiteX3" fmla="*/ 10000 w 10000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668" y="1554"/>
                  <a:pt x="1450" y="3093"/>
                  <a:pt x="2312" y="4395"/>
                </a:cubicBezTo>
                <a:cubicBezTo>
                  <a:pt x="3175" y="5697"/>
                  <a:pt x="4098" y="6911"/>
                  <a:pt x="5175" y="7813"/>
                </a:cubicBezTo>
                <a:cubicBezTo>
                  <a:pt x="6330" y="8635"/>
                  <a:pt x="9136" y="9745"/>
                  <a:pt x="10000" y="10000"/>
                </a:cubicBezTo>
              </a:path>
            </a:pathLst>
          </a:custGeom>
          <a:noFill/>
          <a:ln w="317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EE744C-F982-8E4A-90D5-1B8064F90680}"/>
              </a:ext>
            </a:extLst>
          </p:cNvPr>
          <p:cNvSpPr/>
          <p:nvPr/>
        </p:nvSpPr>
        <p:spPr>
          <a:xfrm>
            <a:off x="3429000" y="3739087"/>
            <a:ext cx="205438" cy="194298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F97A12A5-6A7B-B84B-95C1-3974ECA56C84}"/>
              </a:ext>
            </a:extLst>
          </p:cNvPr>
          <p:cNvSpPr txBox="1"/>
          <p:nvPr/>
        </p:nvSpPr>
        <p:spPr>
          <a:xfrm>
            <a:off x="2953474" y="5972584"/>
            <a:ext cx="1197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y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26184E27-1927-9F4C-8686-1CAF681E8905}"/>
              </a:ext>
            </a:extLst>
          </p:cNvPr>
          <p:cNvSpPr txBox="1"/>
          <p:nvPr/>
        </p:nvSpPr>
        <p:spPr>
          <a:xfrm>
            <a:off x="1964474" y="3594124"/>
            <a:ext cx="489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y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3C0C4F91-BD5E-1141-B156-7185DA8C3862}"/>
              </a:ext>
            </a:extLst>
          </p:cNvPr>
          <p:cNvSpPr txBox="1"/>
          <p:nvPr/>
        </p:nvSpPr>
        <p:spPr>
          <a:xfrm>
            <a:off x="390531" y="4361682"/>
            <a:ext cx="20073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i="1" dirty="0">
                <a:solidFill>
                  <a:srgbClr val="0432FF"/>
                </a:solidFill>
              </a:rPr>
              <a:t>h </a:t>
            </a:r>
            <a:r>
              <a:rPr lang="en-US" sz="2000" dirty="0">
                <a:solidFill>
                  <a:srgbClr val="0432FF"/>
                </a:solidFill>
              </a:rPr>
              <a:t>= cost of accessing high returns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6742F00-27FF-D14A-836A-827E73CAE387}"/>
                  </a:ext>
                </a:extLst>
              </p:cNvPr>
              <p:cNvSpPr/>
              <p:nvPr/>
            </p:nvSpPr>
            <p:spPr>
              <a:xfrm>
                <a:off x="4864117" y="3712152"/>
                <a:ext cx="3362908" cy="5253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6742F00-27FF-D14A-836A-827E73CAE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117" y="3712152"/>
                <a:ext cx="3362908" cy="525337"/>
              </a:xfrm>
              <a:prstGeom prst="rect">
                <a:avLst/>
              </a:prstGeom>
              <a:blipFill>
                <a:blip r:embed="rId3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E3599E1-C957-094D-AC3F-260710572731}"/>
                  </a:ext>
                </a:extLst>
              </p:cNvPr>
              <p:cNvSpPr/>
              <p:nvPr/>
            </p:nvSpPr>
            <p:spPr>
              <a:xfrm>
                <a:off x="4864117" y="3720383"/>
                <a:ext cx="4327018" cy="5253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99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99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99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99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99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en-US" sz="1800" dirty="0">
                  <a:solidFill>
                    <a:srgbClr val="009900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E3599E1-C957-094D-AC3F-2607105727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117" y="3720383"/>
                <a:ext cx="4327018" cy="525337"/>
              </a:xfrm>
              <a:prstGeom prst="rect">
                <a:avLst/>
              </a:prstGeom>
              <a:blipFill>
                <a:blip r:embed="rId4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5">
                <a:extLst>
                  <a:ext uri="{FF2B5EF4-FFF2-40B4-BE49-F238E27FC236}">
                    <a16:creationId xmlns:a16="http://schemas.microsoft.com/office/drawing/2014/main" id="{2EF59C18-91E0-4346-82D8-85B4108E42AA}"/>
                  </a:ext>
                </a:extLst>
              </p:cNvPr>
              <p:cNvSpPr txBox="1"/>
              <p:nvPr/>
            </p:nvSpPr>
            <p:spPr>
              <a:xfrm>
                <a:off x="4392498" y="4731532"/>
                <a:ext cx="17278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9900"/>
                  </a:solidFill>
                </a:endParaRPr>
              </a:p>
            </p:txBody>
          </p:sp>
        </mc:Choice>
        <mc:Fallback xmlns="">
          <p:sp>
            <p:nvSpPr>
              <p:cNvPr id="40" name="TextBox 5">
                <a:extLst>
                  <a:ext uri="{FF2B5EF4-FFF2-40B4-BE49-F238E27FC236}">
                    <a16:creationId xmlns:a16="http://schemas.microsoft.com/office/drawing/2014/main" id="{2EF59C18-91E0-4346-82D8-85B4108E4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498" y="4731532"/>
                <a:ext cx="1727823" cy="400110"/>
              </a:xfrm>
              <a:prstGeom prst="rect">
                <a:avLst/>
              </a:prstGeom>
              <a:blipFill>
                <a:blip r:embed="rId5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0">
            <a:extLst>
              <a:ext uri="{FF2B5EF4-FFF2-40B4-BE49-F238E27FC236}">
                <a16:creationId xmlns:a16="http://schemas.microsoft.com/office/drawing/2014/main" id="{CA5AE146-0296-5D47-B677-15C27E056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50" y="5370158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5106F05D-8E07-D04A-ABF0-9EF3E86F57F6}"/>
              </a:ext>
            </a:extLst>
          </p:cNvPr>
          <p:cNvSpPr txBox="1"/>
          <p:nvPr/>
        </p:nvSpPr>
        <p:spPr>
          <a:xfrm>
            <a:off x="4501091" y="5386621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23993E-2EB8-B840-B909-FD24EDAC0F77}"/>
              </a:ext>
            </a:extLst>
          </p:cNvPr>
          <p:cNvSpPr/>
          <p:nvPr/>
        </p:nvSpPr>
        <p:spPr>
          <a:xfrm>
            <a:off x="6810702" y="5636336"/>
            <a:ext cx="2104698" cy="786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2137E9-5AA8-2C4A-B59B-DD9EE64DCC81}"/>
              </a:ext>
            </a:extLst>
          </p:cNvPr>
          <p:cNvSpPr/>
          <p:nvPr/>
        </p:nvSpPr>
        <p:spPr>
          <a:xfrm>
            <a:off x="1342337" y="1352266"/>
            <a:ext cx="2104698" cy="786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14320825-EEC5-890A-21EA-D7F6E3768247}"/>
              </a:ext>
            </a:extLst>
          </p:cNvPr>
          <p:cNvSpPr/>
          <p:nvPr/>
        </p:nvSpPr>
        <p:spPr>
          <a:xfrm>
            <a:off x="3346773" y="3906388"/>
            <a:ext cx="125416" cy="825144"/>
          </a:xfrm>
          <a:prstGeom prst="leftBrac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85FEB11-45BD-BBC9-4EF7-7DFE65F3BCEF}"/>
              </a:ext>
            </a:extLst>
          </p:cNvPr>
          <p:cNvCxnSpPr>
            <a:cxnSpLocks/>
          </p:cNvCxnSpPr>
          <p:nvPr/>
        </p:nvCxnSpPr>
        <p:spPr>
          <a:xfrm flipV="1">
            <a:off x="2118479" y="4318960"/>
            <a:ext cx="1188107" cy="412572"/>
          </a:xfrm>
          <a:prstGeom prst="straightConnector1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02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" grpId="0" animBg="1"/>
      <p:bldP spid="24" grpId="0"/>
      <p:bldP spid="34" grpId="0"/>
      <p:bldP spid="36" grpId="0"/>
      <p:bldP spid="14" grpId="0"/>
      <p:bldP spid="14" grpId="1"/>
      <p:bldP spid="39" grpId="0"/>
      <p:bldP spid="40" grpId="0"/>
      <p:bldP spid="23" grpId="0" animBg="1"/>
      <p:bldP spid="27" grpId="0"/>
      <p:bldP spid="30" grpId="0" animBg="1"/>
      <p:bldP spid="33" grpId="0" animBg="1"/>
      <p:bldP spid="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2415915" y="2133600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>
            <a:off x="2424113" y="6037262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65" name="Line 12"/>
          <p:cNvSpPr>
            <a:spLocks noChangeShapeType="1"/>
          </p:cNvSpPr>
          <p:nvPr/>
        </p:nvSpPr>
        <p:spPr bwMode="auto">
          <a:xfrm>
            <a:off x="2449371" y="3573694"/>
            <a:ext cx="3904936" cy="2445765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Labor Supply and Human Capital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5">
                <a:extLst>
                  <a:ext uri="{FF2B5EF4-FFF2-40B4-BE49-F238E27FC236}">
                    <a16:creationId xmlns:a16="http://schemas.microsoft.com/office/drawing/2014/main" id="{C4F465D3-18CC-BA47-8968-8FCB85FAC88B}"/>
                  </a:ext>
                </a:extLst>
              </p:cNvPr>
              <p:cNvSpPr txBox="1"/>
              <p:nvPr/>
            </p:nvSpPr>
            <p:spPr>
              <a:xfrm>
                <a:off x="6792770" y="5774700"/>
                <a:ext cx="1202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𝑐𝑜𝑛𝑠𝑢𝑚𝑝𝑡𝑖𝑜𝑛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5">
                <a:extLst>
                  <a:ext uri="{FF2B5EF4-FFF2-40B4-BE49-F238E27FC236}">
                    <a16:creationId xmlns:a16="http://schemas.microsoft.com/office/drawing/2014/main" id="{C4F465D3-18CC-BA47-8968-8FCB85FAC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770" y="5774700"/>
                <a:ext cx="1202267" cy="461665"/>
              </a:xfrm>
              <a:prstGeom prst="rect">
                <a:avLst/>
              </a:prstGeom>
              <a:blipFill>
                <a:blip r:embed="rId3"/>
                <a:stretch>
                  <a:fillRect l="-3125" r="-6562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5">
            <a:extLst>
              <a:ext uri="{FF2B5EF4-FFF2-40B4-BE49-F238E27FC236}">
                <a16:creationId xmlns:a16="http://schemas.microsoft.com/office/drawing/2014/main" id="{1BF528DB-1EB4-A043-A440-F970089C68CE}"/>
              </a:ext>
            </a:extLst>
          </p:cNvPr>
          <p:cNvSpPr txBox="1"/>
          <p:nvPr/>
        </p:nvSpPr>
        <p:spPr>
          <a:xfrm>
            <a:off x="1678785" y="1541916"/>
            <a:ext cx="1474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Leisure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554147" y="5972584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</a:p>
        </p:txBody>
      </p:sp>
      <p:sp>
        <p:nvSpPr>
          <p:cNvPr id="21" name="Line 15">
            <a:extLst>
              <a:ext uri="{FF2B5EF4-FFF2-40B4-BE49-F238E27FC236}">
                <a16:creationId xmlns:a16="http://schemas.microsoft.com/office/drawing/2014/main" id="{815CD01A-9474-D046-881C-1E5CF2D3C95C}"/>
              </a:ext>
            </a:extLst>
          </p:cNvPr>
          <p:cNvSpPr>
            <a:spLocks noChangeShapeType="1"/>
          </p:cNvSpPr>
          <p:nvPr/>
        </p:nvSpPr>
        <p:spPr bwMode="auto">
          <a:xfrm rot="1035838">
            <a:off x="1998345" y="3249754"/>
            <a:ext cx="3762594" cy="2298112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733434EE-6278-5542-AA15-4371AB168794}"/>
              </a:ext>
            </a:extLst>
          </p:cNvPr>
          <p:cNvSpPr>
            <a:spLocks/>
          </p:cNvSpPr>
          <p:nvPr/>
        </p:nvSpPr>
        <p:spPr bwMode="auto">
          <a:xfrm>
            <a:off x="2780097" y="2369982"/>
            <a:ext cx="3374092" cy="3091986"/>
          </a:xfrm>
          <a:custGeom>
            <a:avLst/>
            <a:gdLst>
              <a:gd name="T0" fmla="*/ 12 w 2124"/>
              <a:gd name="T1" fmla="*/ 0 h 2112"/>
              <a:gd name="T2" fmla="*/ 77 w 2124"/>
              <a:gd name="T3" fmla="*/ 234 h 2112"/>
              <a:gd name="T4" fmla="*/ 476 w 2124"/>
              <a:gd name="T5" fmla="*/ 978 h 2112"/>
              <a:gd name="T6" fmla="*/ 761 w 2124"/>
              <a:gd name="T7" fmla="*/ 1402 h 2112"/>
              <a:gd name="T8" fmla="*/ 1054 w 2124"/>
              <a:gd name="T9" fmla="*/ 1642 h 2112"/>
              <a:gd name="T10" fmla="*/ 1550 w 2124"/>
              <a:gd name="T11" fmla="*/ 1899 h 2112"/>
              <a:gd name="T12" fmla="*/ 2124 w 2124"/>
              <a:gd name="T13" fmla="*/ 2112 h 2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24"/>
              <a:gd name="T22" fmla="*/ 0 h 2112"/>
              <a:gd name="T23" fmla="*/ 2124 w 2124"/>
              <a:gd name="T24" fmla="*/ 2112 h 2112"/>
              <a:gd name="connsiteX0" fmla="*/ 0 w 9944"/>
              <a:gd name="connsiteY0" fmla="*/ 0 h 10000"/>
              <a:gd name="connsiteX1" fmla="*/ 307 w 9944"/>
              <a:gd name="connsiteY1" fmla="*/ 1108 h 10000"/>
              <a:gd name="connsiteX2" fmla="*/ 1624 w 9944"/>
              <a:gd name="connsiteY2" fmla="*/ 3879 h 10000"/>
              <a:gd name="connsiteX3" fmla="*/ 3527 w 9944"/>
              <a:gd name="connsiteY3" fmla="*/ 6638 h 10000"/>
              <a:gd name="connsiteX4" fmla="*/ 4906 w 9944"/>
              <a:gd name="connsiteY4" fmla="*/ 7775 h 10000"/>
              <a:gd name="connsiteX5" fmla="*/ 7242 w 9944"/>
              <a:gd name="connsiteY5" fmla="*/ 8991 h 10000"/>
              <a:gd name="connsiteX6" fmla="*/ 9944 w 9944"/>
              <a:gd name="connsiteY6" fmla="*/ 10000 h 10000"/>
              <a:gd name="connsiteX0" fmla="*/ 0 w 10063"/>
              <a:gd name="connsiteY0" fmla="*/ 0 h 9969"/>
              <a:gd name="connsiteX1" fmla="*/ 372 w 10063"/>
              <a:gd name="connsiteY1" fmla="*/ 1077 h 9969"/>
              <a:gd name="connsiteX2" fmla="*/ 1696 w 10063"/>
              <a:gd name="connsiteY2" fmla="*/ 3848 h 9969"/>
              <a:gd name="connsiteX3" fmla="*/ 3610 w 10063"/>
              <a:gd name="connsiteY3" fmla="*/ 6607 h 9969"/>
              <a:gd name="connsiteX4" fmla="*/ 4997 w 10063"/>
              <a:gd name="connsiteY4" fmla="*/ 7744 h 9969"/>
              <a:gd name="connsiteX5" fmla="*/ 7346 w 10063"/>
              <a:gd name="connsiteY5" fmla="*/ 8960 h 9969"/>
              <a:gd name="connsiteX6" fmla="*/ 10063 w 10063"/>
              <a:gd name="connsiteY6" fmla="*/ 9969 h 9969"/>
              <a:gd name="connsiteX0" fmla="*/ 0 w 10000"/>
              <a:gd name="connsiteY0" fmla="*/ 0 h 10000"/>
              <a:gd name="connsiteX1" fmla="*/ 370 w 10000"/>
              <a:gd name="connsiteY1" fmla="*/ 1080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2964 w 10000"/>
              <a:gd name="connsiteY3" fmla="*/ 6030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52" y="186"/>
                  <a:pt x="151" y="1029"/>
                  <a:pt x="401" y="1709"/>
                </a:cubicBezTo>
                <a:cubicBezTo>
                  <a:pt x="651" y="2389"/>
                  <a:pt x="1071" y="3360"/>
                  <a:pt x="1498" y="4080"/>
                </a:cubicBezTo>
                <a:cubicBezTo>
                  <a:pt x="1925" y="4800"/>
                  <a:pt x="2386" y="5415"/>
                  <a:pt x="2964" y="6030"/>
                </a:cubicBezTo>
                <a:cubicBezTo>
                  <a:pt x="3542" y="6645"/>
                  <a:pt x="4244" y="7275"/>
                  <a:pt x="4966" y="7768"/>
                </a:cubicBezTo>
                <a:cubicBezTo>
                  <a:pt x="5688" y="8261"/>
                  <a:pt x="6462" y="8618"/>
                  <a:pt x="7300" y="8988"/>
                </a:cubicBezTo>
                <a:cubicBezTo>
                  <a:pt x="8138" y="9359"/>
                  <a:pt x="9441" y="9791"/>
                  <a:pt x="10000" y="10000"/>
                </a:cubicBezTo>
              </a:path>
            </a:pathLst>
          </a:custGeom>
          <a:noFill/>
          <a:ln w="31750">
            <a:solidFill>
              <a:srgbClr val="0432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51" name="Oval 20">
            <a:extLst>
              <a:ext uri="{FF2B5EF4-FFF2-40B4-BE49-F238E27FC236}">
                <a16:creationId xmlns:a16="http://schemas.microsoft.com/office/drawing/2014/main" id="{0A68A827-F287-A24C-8C36-B6384FFD7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9069" y="4691317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30" name="Oval 20">
            <a:extLst>
              <a:ext uri="{FF2B5EF4-FFF2-40B4-BE49-F238E27FC236}">
                <a16:creationId xmlns:a16="http://schemas.microsoft.com/office/drawing/2014/main" id="{6F3BCEBF-CD49-BD4C-A42C-403B665A2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754" y="3982334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092A6-8C3C-E74D-8350-69BB8BC211AF}"/>
              </a:ext>
            </a:extLst>
          </p:cNvPr>
          <p:cNvCxnSpPr>
            <a:cxnSpLocks/>
          </p:cNvCxnSpPr>
          <p:nvPr/>
        </p:nvCxnSpPr>
        <p:spPr>
          <a:xfrm>
            <a:off x="5678459" y="2911366"/>
            <a:ext cx="951459" cy="0"/>
          </a:xfrm>
          <a:prstGeom prst="straightConnector1">
            <a:avLst/>
          </a:prstGeom>
          <a:ln w="317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>
            <a:extLst>
              <a:ext uri="{FF2B5EF4-FFF2-40B4-BE49-F238E27FC236}">
                <a16:creationId xmlns:a16="http://schemas.microsoft.com/office/drawing/2014/main" id="{410CA92F-65E1-1D46-A6D0-E74B2EEEC378}"/>
              </a:ext>
            </a:extLst>
          </p:cNvPr>
          <p:cNvSpPr txBox="1"/>
          <p:nvPr/>
        </p:nvSpPr>
        <p:spPr>
          <a:xfrm>
            <a:off x="6457234" y="2726700"/>
            <a:ext cx="20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No investment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211D463-783F-0844-BE13-12DA261228D8}"/>
              </a:ext>
            </a:extLst>
          </p:cNvPr>
          <p:cNvCxnSpPr>
            <a:cxnSpLocks/>
          </p:cNvCxnSpPr>
          <p:nvPr/>
        </p:nvCxnSpPr>
        <p:spPr>
          <a:xfrm>
            <a:off x="5678459" y="3242742"/>
            <a:ext cx="951459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5">
            <a:extLst>
              <a:ext uri="{FF2B5EF4-FFF2-40B4-BE49-F238E27FC236}">
                <a16:creationId xmlns:a16="http://schemas.microsoft.com/office/drawing/2014/main" id="{46C45D9C-E267-1A48-853A-CC1AD6A255C0}"/>
              </a:ext>
            </a:extLst>
          </p:cNvPr>
          <p:cNvSpPr txBox="1"/>
          <p:nvPr/>
        </p:nvSpPr>
        <p:spPr>
          <a:xfrm>
            <a:off x="6457234" y="3058076"/>
            <a:ext cx="1772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Investment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A1C8CC8-B09C-3640-9613-F751B177B47D}"/>
              </a:ext>
            </a:extLst>
          </p:cNvPr>
          <p:cNvCxnSpPr>
            <a:cxnSpLocks/>
          </p:cNvCxnSpPr>
          <p:nvPr/>
        </p:nvCxnSpPr>
        <p:spPr>
          <a:xfrm>
            <a:off x="5678459" y="3581400"/>
            <a:ext cx="951459" cy="0"/>
          </a:xfrm>
          <a:prstGeom prst="straightConnector1">
            <a:avLst/>
          </a:prstGeom>
          <a:ln w="31750">
            <a:solidFill>
              <a:srgbClr val="0432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5">
            <a:extLst>
              <a:ext uri="{FF2B5EF4-FFF2-40B4-BE49-F238E27FC236}">
                <a16:creationId xmlns:a16="http://schemas.microsoft.com/office/drawing/2014/main" id="{AB0902A3-5125-DC47-9B56-76E72901417F}"/>
              </a:ext>
            </a:extLst>
          </p:cNvPr>
          <p:cNvSpPr txBox="1"/>
          <p:nvPr/>
        </p:nvSpPr>
        <p:spPr>
          <a:xfrm>
            <a:off x="6451959" y="3398401"/>
            <a:ext cx="238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Indifference curve</a:t>
            </a: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D2CEA9F2-DB04-F64F-927F-D4D25058E11E}"/>
              </a:ext>
            </a:extLst>
          </p:cNvPr>
          <p:cNvSpPr txBox="1"/>
          <p:nvPr/>
        </p:nvSpPr>
        <p:spPr>
          <a:xfrm>
            <a:off x="5586189" y="2273285"/>
            <a:ext cx="256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LEGEND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7DA2C119-A7D9-7047-8544-90D24DD67C0C}"/>
              </a:ext>
            </a:extLst>
          </p:cNvPr>
          <p:cNvSpPr txBox="1"/>
          <p:nvPr/>
        </p:nvSpPr>
        <p:spPr>
          <a:xfrm>
            <a:off x="3528380" y="3656152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</a:t>
            </a: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69E2ECE2-ABDD-6843-A2C4-74581791B5C0}"/>
              </a:ext>
            </a:extLst>
          </p:cNvPr>
          <p:cNvSpPr txBox="1"/>
          <p:nvPr/>
        </p:nvSpPr>
        <p:spPr>
          <a:xfrm>
            <a:off x="4315171" y="4305852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</a:t>
            </a: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E3E90CC9-8328-1740-93FB-7F589738A36C}"/>
              </a:ext>
            </a:extLst>
          </p:cNvPr>
          <p:cNvSpPr txBox="1"/>
          <p:nvPr/>
        </p:nvSpPr>
        <p:spPr>
          <a:xfrm>
            <a:off x="625535" y="2804057"/>
            <a:ext cx="1727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Investment cost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C78BB016-5263-5341-AE35-27B4B081EE43}"/>
              </a:ext>
            </a:extLst>
          </p:cNvPr>
          <p:cNvSpPr/>
          <p:nvPr/>
        </p:nvSpPr>
        <p:spPr>
          <a:xfrm>
            <a:off x="2239767" y="2742502"/>
            <a:ext cx="155448" cy="830997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/>
              <p:nvPr/>
            </p:nvSpPr>
            <p:spPr>
              <a:xfrm>
                <a:off x="1554147" y="2333490"/>
                <a:ext cx="1202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147" y="2333490"/>
                <a:ext cx="12022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16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BAF768-17D3-AE8D-73A8-77242C0E3492}"/>
              </a:ext>
            </a:extLst>
          </p:cNvPr>
          <p:cNvCxnSpPr>
            <a:cxnSpLocks/>
          </p:cNvCxnSpPr>
          <p:nvPr/>
        </p:nvCxnSpPr>
        <p:spPr>
          <a:xfrm>
            <a:off x="3468499" y="2657311"/>
            <a:ext cx="2389695" cy="304501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2415915" y="2133600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>
            <a:off x="2424113" y="6037262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1e.  Personal increasing returns</a:t>
            </a:r>
            <a:br>
              <a:rPr lang="en-US" sz="3600" dirty="0"/>
            </a:br>
            <a:r>
              <a:rPr lang="en-US" sz="2800" dirty="0"/>
              <a:t>human capital version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6792770" y="5774700"/>
            <a:ext cx="1611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Leisure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q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BF528DB-1EB4-A043-A440-F970089C68CE}"/>
              </a:ext>
            </a:extLst>
          </p:cNvPr>
          <p:cNvSpPr txBox="1"/>
          <p:nvPr/>
        </p:nvSpPr>
        <p:spPr>
          <a:xfrm>
            <a:off x="1658085" y="1321545"/>
            <a:ext cx="1474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All other goods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554147" y="5972584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733434EE-6278-5542-AA15-4371AB168794}"/>
              </a:ext>
            </a:extLst>
          </p:cNvPr>
          <p:cNvSpPr>
            <a:spLocks/>
          </p:cNvSpPr>
          <p:nvPr/>
        </p:nvSpPr>
        <p:spPr bwMode="auto">
          <a:xfrm>
            <a:off x="2424113" y="2348107"/>
            <a:ext cx="3408156" cy="3309990"/>
          </a:xfrm>
          <a:custGeom>
            <a:avLst/>
            <a:gdLst>
              <a:gd name="T0" fmla="*/ 12 w 2124"/>
              <a:gd name="T1" fmla="*/ 0 h 2112"/>
              <a:gd name="T2" fmla="*/ 77 w 2124"/>
              <a:gd name="T3" fmla="*/ 234 h 2112"/>
              <a:gd name="T4" fmla="*/ 476 w 2124"/>
              <a:gd name="T5" fmla="*/ 978 h 2112"/>
              <a:gd name="T6" fmla="*/ 761 w 2124"/>
              <a:gd name="T7" fmla="*/ 1402 h 2112"/>
              <a:gd name="T8" fmla="*/ 1054 w 2124"/>
              <a:gd name="T9" fmla="*/ 1642 h 2112"/>
              <a:gd name="T10" fmla="*/ 1550 w 2124"/>
              <a:gd name="T11" fmla="*/ 1899 h 2112"/>
              <a:gd name="T12" fmla="*/ 2124 w 2124"/>
              <a:gd name="T13" fmla="*/ 2112 h 2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24"/>
              <a:gd name="T22" fmla="*/ 0 h 2112"/>
              <a:gd name="T23" fmla="*/ 2124 w 2124"/>
              <a:gd name="T24" fmla="*/ 2112 h 2112"/>
              <a:gd name="connsiteX0" fmla="*/ 0 w 9944"/>
              <a:gd name="connsiteY0" fmla="*/ 0 h 10000"/>
              <a:gd name="connsiteX1" fmla="*/ 307 w 9944"/>
              <a:gd name="connsiteY1" fmla="*/ 1108 h 10000"/>
              <a:gd name="connsiteX2" fmla="*/ 1624 w 9944"/>
              <a:gd name="connsiteY2" fmla="*/ 3879 h 10000"/>
              <a:gd name="connsiteX3" fmla="*/ 3527 w 9944"/>
              <a:gd name="connsiteY3" fmla="*/ 6638 h 10000"/>
              <a:gd name="connsiteX4" fmla="*/ 4906 w 9944"/>
              <a:gd name="connsiteY4" fmla="*/ 7775 h 10000"/>
              <a:gd name="connsiteX5" fmla="*/ 7242 w 9944"/>
              <a:gd name="connsiteY5" fmla="*/ 8991 h 10000"/>
              <a:gd name="connsiteX6" fmla="*/ 9944 w 9944"/>
              <a:gd name="connsiteY6" fmla="*/ 10000 h 10000"/>
              <a:gd name="connsiteX0" fmla="*/ 0 w 10063"/>
              <a:gd name="connsiteY0" fmla="*/ 0 h 9969"/>
              <a:gd name="connsiteX1" fmla="*/ 372 w 10063"/>
              <a:gd name="connsiteY1" fmla="*/ 1077 h 9969"/>
              <a:gd name="connsiteX2" fmla="*/ 1696 w 10063"/>
              <a:gd name="connsiteY2" fmla="*/ 3848 h 9969"/>
              <a:gd name="connsiteX3" fmla="*/ 3610 w 10063"/>
              <a:gd name="connsiteY3" fmla="*/ 6607 h 9969"/>
              <a:gd name="connsiteX4" fmla="*/ 4997 w 10063"/>
              <a:gd name="connsiteY4" fmla="*/ 7744 h 9969"/>
              <a:gd name="connsiteX5" fmla="*/ 7346 w 10063"/>
              <a:gd name="connsiteY5" fmla="*/ 8960 h 9969"/>
              <a:gd name="connsiteX6" fmla="*/ 10063 w 10063"/>
              <a:gd name="connsiteY6" fmla="*/ 9969 h 9969"/>
              <a:gd name="connsiteX0" fmla="*/ 0 w 10000"/>
              <a:gd name="connsiteY0" fmla="*/ 0 h 10000"/>
              <a:gd name="connsiteX1" fmla="*/ 370 w 10000"/>
              <a:gd name="connsiteY1" fmla="*/ 1080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2964 w 10000"/>
              <a:gd name="connsiteY3" fmla="*/ 6030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276"/>
              <a:gd name="connsiteY0" fmla="*/ 0 h 10037"/>
              <a:gd name="connsiteX1" fmla="*/ 677 w 10276"/>
              <a:gd name="connsiteY1" fmla="*/ 1746 h 10037"/>
              <a:gd name="connsiteX2" fmla="*/ 1774 w 10276"/>
              <a:gd name="connsiteY2" fmla="*/ 4117 h 10037"/>
              <a:gd name="connsiteX3" fmla="*/ 3240 w 10276"/>
              <a:gd name="connsiteY3" fmla="*/ 6067 h 10037"/>
              <a:gd name="connsiteX4" fmla="*/ 5242 w 10276"/>
              <a:gd name="connsiteY4" fmla="*/ 7805 h 10037"/>
              <a:gd name="connsiteX5" fmla="*/ 7576 w 10276"/>
              <a:gd name="connsiteY5" fmla="*/ 9025 h 10037"/>
              <a:gd name="connsiteX6" fmla="*/ 10276 w 10276"/>
              <a:gd name="connsiteY6" fmla="*/ 10037 h 1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76" h="10037">
                <a:moveTo>
                  <a:pt x="0" y="0"/>
                </a:moveTo>
                <a:cubicBezTo>
                  <a:pt x="52" y="186"/>
                  <a:pt x="381" y="1060"/>
                  <a:pt x="677" y="1746"/>
                </a:cubicBezTo>
                <a:cubicBezTo>
                  <a:pt x="973" y="2432"/>
                  <a:pt x="1347" y="3397"/>
                  <a:pt x="1774" y="4117"/>
                </a:cubicBezTo>
                <a:cubicBezTo>
                  <a:pt x="2201" y="4837"/>
                  <a:pt x="2662" y="5452"/>
                  <a:pt x="3240" y="6067"/>
                </a:cubicBezTo>
                <a:cubicBezTo>
                  <a:pt x="3818" y="6682"/>
                  <a:pt x="4520" y="7312"/>
                  <a:pt x="5242" y="7805"/>
                </a:cubicBezTo>
                <a:cubicBezTo>
                  <a:pt x="5964" y="8298"/>
                  <a:pt x="6738" y="8655"/>
                  <a:pt x="7576" y="9025"/>
                </a:cubicBezTo>
                <a:cubicBezTo>
                  <a:pt x="8414" y="9396"/>
                  <a:pt x="9717" y="9828"/>
                  <a:pt x="10276" y="10037"/>
                </a:cubicBezTo>
              </a:path>
            </a:pathLst>
          </a:custGeom>
          <a:noFill/>
          <a:ln w="317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092A6-8C3C-E74D-8350-69BB8BC211AF}"/>
              </a:ext>
            </a:extLst>
          </p:cNvPr>
          <p:cNvCxnSpPr>
            <a:cxnSpLocks/>
          </p:cNvCxnSpPr>
          <p:nvPr/>
        </p:nvCxnSpPr>
        <p:spPr>
          <a:xfrm>
            <a:off x="5678459" y="2911366"/>
            <a:ext cx="951459" cy="0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>
            <a:extLst>
              <a:ext uri="{FF2B5EF4-FFF2-40B4-BE49-F238E27FC236}">
                <a16:creationId xmlns:a16="http://schemas.microsoft.com/office/drawing/2014/main" id="{410CA92F-65E1-1D46-A6D0-E74B2EEEC378}"/>
              </a:ext>
            </a:extLst>
          </p:cNvPr>
          <p:cNvSpPr txBox="1"/>
          <p:nvPr/>
        </p:nvSpPr>
        <p:spPr>
          <a:xfrm>
            <a:off x="6608410" y="2715451"/>
            <a:ext cx="20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Budget constraint</a:t>
            </a: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D2CEA9F2-DB04-F64F-927F-D4D25058E11E}"/>
              </a:ext>
            </a:extLst>
          </p:cNvPr>
          <p:cNvSpPr txBox="1"/>
          <p:nvPr/>
        </p:nvSpPr>
        <p:spPr>
          <a:xfrm>
            <a:off x="5586189" y="2273285"/>
            <a:ext cx="256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LEGEND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/>
              <p:nvPr/>
            </p:nvSpPr>
            <p:spPr>
              <a:xfrm>
                <a:off x="5234265" y="6022568"/>
                <a:ext cx="1202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265" y="6022568"/>
                <a:ext cx="120226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B38266-5D36-1544-B52D-AFD77EBBBC55}"/>
              </a:ext>
            </a:extLst>
          </p:cNvPr>
          <p:cNvCxnSpPr>
            <a:cxnSpLocks/>
          </p:cNvCxnSpPr>
          <p:nvPr/>
        </p:nvCxnSpPr>
        <p:spPr>
          <a:xfrm>
            <a:off x="3489421" y="4345004"/>
            <a:ext cx="1073303" cy="1360814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64612BB-09EB-1F40-A9A7-AFACB6CE8313}"/>
              </a:ext>
            </a:extLst>
          </p:cNvPr>
          <p:cNvSpPr/>
          <p:nvPr/>
        </p:nvSpPr>
        <p:spPr>
          <a:xfrm>
            <a:off x="5729550" y="5596161"/>
            <a:ext cx="205438" cy="194298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93ED23-6F06-A04D-840A-A61313F8ED1A}"/>
              </a:ext>
            </a:extLst>
          </p:cNvPr>
          <p:cNvCxnSpPr>
            <a:cxnSpLocks/>
          </p:cNvCxnSpPr>
          <p:nvPr/>
        </p:nvCxnSpPr>
        <p:spPr>
          <a:xfrm>
            <a:off x="2428519" y="5694994"/>
            <a:ext cx="3249940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5">
            <a:extLst>
              <a:ext uri="{FF2B5EF4-FFF2-40B4-BE49-F238E27FC236}">
                <a16:creationId xmlns:a16="http://schemas.microsoft.com/office/drawing/2014/main" id="{72D830EF-B90C-3C43-B720-5EA71CAF6C39}"/>
              </a:ext>
            </a:extLst>
          </p:cNvPr>
          <p:cNvSpPr txBox="1"/>
          <p:nvPr/>
        </p:nvSpPr>
        <p:spPr>
          <a:xfrm>
            <a:off x="1645203" y="5441696"/>
            <a:ext cx="1197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C1AD14F-762A-ED48-BF98-D22587BC85E1}"/>
                  </a:ext>
                </a:extLst>
              </p:cNvPr>
              <p:cNvSpPr/>
              <p:nvPr/>
            </p:nvSpPr>
            <p:spPr>
              <a:xfrm>
                <a:off x="4469231" y="3506671"/>
                <a:ext cx="3934603" cy="5253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𝐸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≡</m:t>
                      </m:r>
                      <m:func>
                        <m:func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min</m:t>
                              </m:r>
                            </m:e>
                            <m:lim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h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h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𝑞𝑝</m:t>
                              </m:r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&gt;0</m:t>
                      </m:r>
                    </m:oMath>
                  </m:oMathPara>
                </a14:m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MS PGothic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C1AD14F-762A-ED48-BF98-D22587BC85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231" y="3506671"/>
                <a:ext cx="3934603" cy="525337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60794EA-F7B4-B447-93B2-AE8F3D544246}"/>
                  </a:ext>
                </a:extLst>
              </p:cNvPr>
              <p:cNvSpPr/>
              <p:nvPr/>
            </p:nvSpPr>
            <p:spPr>
              <a:xfrm>
                <a:off x="4469231" y="3525119"/>
                <a:ext cx="4735335" cy="5253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𝐸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99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99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≡</m:t>
                      </m:r>
                      <m:func>
                        <m:func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99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99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99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min</m:t>
                              </m:r>
                            </m:e>
                            <m:lim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99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h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99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99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99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h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99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99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99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𝑞</m:t>
                                  </m:r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99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99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99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99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&lt;0</m:t>
                      </m:r>
                    </m:oMath>
                  </m:oMathPara>
                </a14:m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Times New Roman" pitchFamily="18" charset="0"/>
                  <a:ea typeface="MS PGothic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60794EA-F7B4-B447-93B2-AE8F3D544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231" y="3525119"/>
                <a:ext cx="4735335" cy="525337"/>
              </a:xfrm>
              <a:prstGeom prst="rect">
                <a:avLst/>
              </a:prstGeom>
              <a:blipFill>
                <a:blip r:embed="rId5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70F9AB54-FAA8-E04B-BEBC-C53610E3B9AF}"/>
                  </a:ext>
                </a:extLst>
              </p:cNvPr>
              <p:cNvSpPr txBox="1"/>
              <p:nvPr/>
            </p:nvSpPr>
            <p:spPr>
              <a:xfrm>
                <a:off x="3799434" y="4529480"/>
                <a:ext cx="17278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70F9AB54-FAA8-E04B-BEBC-C53610E3B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434" y="4529480"/>
                <a:ext cx="1727823" cy="400110"/>
              </a:xfrm>
              <a:prstGeom prst="rect">
                <a:avLst/>
              </a:prstGeom>
              <a:blipFill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5">
            <a:extLst>
              <a:ext uri="{FF2B5EF4-FFF2-40B4-BE49-F238E27FC236}">
                <a16:creationId xmlns:a16="http://schemas.microsoft.com/office/drawing/2014/main" id="{D9FD9680-FA5B-FE47-9A85-FBD975122608}"/>
              </a:ext>
            </a:extLst>
          </p:cNvPr>
          <p:cNvSpPr txBox="1"/>
          <p:nvPr/>
        </p:nvSpPr>
        <p:spPr>
          <a:xfrm>
            <a:off x="4388249" y="5374590"/>
            <a:ext cx="1197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h/p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</p:txBody>
      </p:sp>
      <p:sp>
        <p:nvSpPr>
          <p:cNvPr id="30" name="Oval 20">
            <a:extLst>
              <a:ext uri="{FF2B5EF4-FFF2-40B4-BE49-F238E27FC236}">
                <a16:creationId xmlns:a16="http://schemas.microsoft.com/office/drawing/2014/main" id="{7E990BD6-ED3D-5A49-81C1-4AEEA89EE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394" y="4224216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4855B56C-BB69-BB4C-9519-D79493F01B2D}"/>
              </a:ext>
            </a:extLst>
          </p:cNvPr>
          <p:cNvSpPr txBox="1"/>
          <p:nvPr/>
        </p:nvSpPr>
        <p:spPr>
          <a:xfrm>
            <a:off x="3444020" y="3898034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9140CA3B-D733-9D37-0A10-69EFA324BB86}"/>
              </a:ext>
            </a:extLst>
          </p:cNvPr>
          <p:cNvSpPr txBox="1"/>
          <p:nvPr/>
        </p:nvSpPr>
        <p:spPr>
          <a:xfrm>
            <a:off x="4053489" y="3142586"/>
            <a:ext cx="349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Investment cost at allocation A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346A4313-0249-6911-58DD-4AF12AC8DD0F}"/>
              </a:ext>
            </a:extLst>
          </p:cNvPr>
          <p:cNvSpPr/>
          <p:nvPr/>
        </p:nvSpPr>
        <p:spPr>
          <a:xfrm rot="10800000">
            <a:off x="3578338" y="2690450"/>
            <a:ext cx="613323" cy="1591162"/>
          </a:xfrm>
          <a:prstGeom prst="leftBrace">
            <a:avLst>
              <a:gd name="adj1" fmla="val 8333"/>
              <a:gd name="adj2" fmla="val 59932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177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8" grpId="0"/>
      <p:bldP spid="28" grpId="1"/>
      <p:bldP spid="29" grpId="0"/>
      <p:bldP spid="34" grpId="0"/>
      <p:bldP spid="36" grpId="0"/>
      <p:bldP spid="30" grpId="0" animBg="1"/>
      <p:bldP spid="33" grpId="0"/>
      <p:bldP spid="7" grpId="0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42F5B60F-6299-6149-8994-E8ECC5AF448E}"/>
              </a:ext>
            </a:extLst>
          </p:cNvPr>
          <p:cNvSpPr/>
          <p:nvPr/>
        </p:nvSpPr>
        <p:spPr>
          <a:xfrm>
            <a:off x="2994303" y="2818636"/>
            <a:ext cx="3576577" cy="3183038"/>
          </a:xfrm>
          <a:custGeom>
            <a:avLst/>
            <a:gdLst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636607 w 3576577"/>
              <a:gd name="connsiteY2" fmla="*/ 1898248 h 3183038"/>
              <a:gd name="connsiteX3" fmla="*/ 1632030 w 3576577"/>
              <a:gd name="connsiteY3" fmla="*/ 2708476 h 3183038"/>
              <a:gd name="connsiteX4" fmla="*/ 3576577 w 3576577"/>
              <a:gd name="connsiteY4" fmla="*/ 3183038 h 318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6577" h="3183038">
                <a:moveTo>
                  <a:pt x="0" y="0"/>
                </a:moveTo>
                <a:cubicBezTo>
                  <a:pt x="39547" y="322161"/>
                  <a:pt x="79094" y="644323"/>
                  <a:pt x="185195" y="960698"/>
                </a:cubicBezTo>
                <a:cubicBezTo>
                  <a:pt x="291296" y="1277073"/>
                  <a:pt x="395468" y="1606952"/>
                  <a:pt x="636607" y="1898248"/>
                </a:cubicBezTo>
                <a:cubicBezTo>
                  <a:pt x="877746" y="2189544"/>
                  <a:pt x="1142035" y="2494344"/>
                  <a:pt x="1632030" y="2708476"/>
                </a:cubicBezTo>
                <a:cubicBezTo>
                  <a:pt x="2122025" y="2922608"/>
                  <a:pt x="2849301" y="3052823"/>
                  <a:pt x="3576577" y="3183038"/>
                </a:cubicBezTo>
              </a:path>
            </a:pathLst>
          </a:custGeom>
          <a:noFill/>
          <a:ln w="38100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2415915" y="2133600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>
            <a:off x="2424113" y="6037262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1.  Personal increasing returns</a:t>
            </a:r>
            <a:br>
              <a:rPr lang="en-US" sz="3600" dirty="0"/>
            </a:br>
            <a:r>
              <a:rPr lang="en-US" sz="2800" dirty="0"/>
              <a:t>unique optimum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6792770" y="5774700"/>
            <a:ext cx="1474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Quantity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BF528DB-1EB4-A043-A440-F970089C68CE}"/>
              </a:ext>
            </a:extLst>
          </p:cNvPr>
          <p:cNvSpPr txBox="1"/>
          <p:nvPr/>
        </p:nvSpPr>
        <p:spPr>
          <a:xfrm>
            <a:off x="1658085" y="1321545"/>
            <a:ext cx="1474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All other goods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554147" y="5972584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733434EE-6278-5542-AA15-4371AB168794}"/>
              </a:ext>
            </a:extLst>
          </p:cNvPr>
          <p:cNvSpPr>
            <a:spLocks/>
          </p:cNvSpPr>
          <p:nvPr/>
        </p:nvSpPr>
        <p:spPr bwMode="auto">
          <a:xfrm>
            <a:off x="2434203" y="2744430"/>
            <a:ext cx="3408156" cy="3309990"/>
          </a:xfrm>
          <a:custGeom>
            <a:avLst/>
            <a:gdLst>
              <a:gd name="T0" fmla="*/ 12 w 2124"/>
              <a:gd name="T1" fmla="*/ 0 h 2112"/>
              <a:gd name="T2" fmla="*/ 77 w 2124"/>
              <a:gd name="T3" fmla="*/ 234 h 2112"/>
              <a:gd name="T4" fmla="*/ 476 w 2124"/>
              <a:gd name="T5" fmla="*/ 978 h 2112"/>
              <a:gd name="T6" fmla="*/ 761 w 2124"/>
              <a:gd name="T7" fmla="*/ 1402 h 2112"/>
              <a:gd name="T8" fmla="*/ 1054 w 2124"/>
              <a:gd name="T9" fmla="*/ 1642 h 2112"/>
              <a:gd name="T10" fmla="*/ 1550 w 2124"/>
              <a:gd name="T11" fmla="*/ 1899 h 2112"/>
              <a:gd name="T12" fmla="*/ 2124 w 2124"/>
              <a:gd name="T13" fmla="*/ 2112 h 2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24"/>
              <a:gd name="T22" fmla="*/ 0 h 2112"/>
              <a:gd name="T23" fmla="*/ 2124 w 2124"/>
              <a:gd name="T24" fmla="*/ 2112 h 2112"/>
              <a:gd name="connsiteX0" fmla="*/ 0 w 9944"/>
              <a:gd name="connsiteY0" fmla="*/ 0 h 10000"/>
              <a:gd name="connsiteX1" fmla="*/ 307 w 9944"/>
              <a:gd name="connsiteY1" fmla="*/ 1108 h 10000"/>
              <a:gd name="connsiteX2" fmla="*/ 1624 w 9944"/>
              <a:gd name="connsiteY2" fmla="*/ 3879 h 10000"/>
              <a:gd name="connsiteX3" fmla="*/ 3527 w 9944"/>
              <a:gd name="connsiteY3" fmla="*/ 6638 h 10000"/>
              <a:gd name="connsiteX4" fmla="*/ 4906 w 9944"/>
              <a:gd name="connsiteY4" fmla="*/ 7775 h 10000"/>
              <a:gd name="connsiteX5" fmla="*/ 7242 w 9944"/>
              <a:gd name="connsiteY5" fmla="*/ 8991 h 10000"/>
              <a:gd name="connsiteX6" fmla="*/ 9944 w 9944"/>
              <a:gd name="connsiteY6" fmla="*/ 10000 h 10000"/>
              <a:gd name="connsiteX0" fmla="*/ 0 w 10063"/>
              <a:gd name="connsiteY0" fmla="*/ 0 h 9969"/>
              <a:gd name="connsiteX1" fmla="*/ 372 w 10063"/>
              <a:gd name="connsiteY1" fmla="*/ 1077 h 9969"/>
              <a:gd name="connsiteX2" fmla="*/ 1696 w 10063"/>
              <a:gd name="connsiteY2" fmla="*/ 3848 h 9969"/>
              <a:gd name="connsiteX3" fmla="*/ 3610 w 10063"/>
              <a:gd name="connsiteY3" fmla="*/ 6607 h 9969"/>
              <a:gd name="connsiteX4" fmla="*/ 4997 w 10063"/>
              <a:gd name="connsiteY4" fmla="*/ 7744 h 9969"/>
              <a:gd name="connsiteX5" fmla="*/ 7346 w 10063"/>
              <a:gd name="connsiteY5" fmla="*/ 8960 h 9969"/>
              <a:gd name="connsiteX6" fmla="*/ 10063 w 10063"/>
              <a:gd name="connsiteY6" fmla="*/ 9969 h 9969"/>
              <a:gd name="connsiteX0" fmla="*/ 0 w 10000"/>
              <a:gd name="connsiteY0" fmla="*/ 0 h 10000"/>
              <a:gd name="connsiteX1" fmla="*/ 370 w 10000"/>
              <a:gd name="connsiteY1" fmla="*/ 1080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2964 w 10000"/>
              <a:gd name="connsiteY3" fmla="*/ 6030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276"/>
              <a:gd name="connsiteY0" fmla="*/ 0 h 10037"/>
              <a:gd name="connsiteX1" fmla="*/ 677 w 10276"/>
              <a:gd name="connsiteY1" fmla="*/ 1746 h 10037"/>
              <a:gd name="connsiteX2" fmla="*/ 1774 w 10276"/>
              <a:gd name="connsiteY2" fmla="*/ 4117 h 10037"/>
              <a:gd name="connsiteX3" fmla="*/ 3240 w 10276"/>
              <a:gd name="connsiteY3" fmla="*/ 6067 h 10037"/>
              <a:gd name="connsiteX4" fmla="*/ 5242 w 10276"/>
              <a:gd name="connsiteY4" fmla="*/ 7805 h 10037"/>
              <a:gd name="connsiteX5" fmla="*/ 7576 w 10276"/>
              <a:gd name="connsiteY5" fmla="*/ 9025 h 10037"/>
              <a:gd name="connsiteX6" fmla="*/ 10276 w 10276"/>
              <a:gd name="connsiteY6" fmla="*/ 10037 h 1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76" h="10037">
                <a:moveTo>
                  <a:pt x="0" y="0"/>
                </a:moveTo>
                <a:cubicBezTo>
                  <a:pt x="52" y="186"/>
                  <a:pt x="381" y="1060"/>
                  <a:pt x="677" y="1746"/>
                </a:cubicBezTo>
                <a:cubicBezTo>
                  <a:pt x="973" y="2432"/>
                  <a:pt x="1347" y="3397"/>
                  <a:pt x="1774" y="4117"/>
                </a:cubicBezTo>
                <a:cubicBezTo>
                  <a:pt x="2201" y="4837"/>
                  <a:pt x="2662" y="5452"/>
                  <a:pt x="3240" y="6067"/>
                </a:cubicBezTo>
                <a:cubicBezTo>
                  <a:pt x="3818" y="6682"/>
                  <a:pt x="4520" y="7312"/>
                  <a:pt x="5242" y="7805"/>
                </a:cubicBezTo>
                <a:cubicBezTo>
                  <a:pt x="5964" y="8298"/>
                  <a:pt x="6738" y="8655"/>
                  <a:pt x="7576" y="9025"/>
                </a:cubicBezTo>
                <a:cubicBezTo>
                  <a:pt x="8414" y="9396"/>
                  <a:pt x="9717" y="9828"/>
                  <a:pt x="10276" y="10037"/>
                </a:cubicBezTo>
              </a:path>
            </a:pathLst>
          </a:custGeom>
          <a:noFill/>
          <a:ln w="317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Oval 20">
            <a:extLst>
              <a:ext uri="{FF2B5EF4-FFF2-40B4-BE49-F238E27FC236}">
                <a16:creationId xmlns:a16="http://schemas.microsoft.com/office/drawing/2014/main" id="{6F3BCEBF-CD49-BD4C-A42C-403B665A2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443" y="535645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092A6-8C3C-E74D-8350-69BB8BC211AF}"/>
              </a:ext>
            </a:extLst>
          </p:cNvPr>
          <p:cNvCxnSpPr>
            <a:cxnSpLocks/>
          </p:cNvCxnSpPr>
          <p:nvPr/>
        </p:nvCxnSpPr>
        <p:spPr>
          <a:xfrm>
            <a:off x="5678459" y="2911366"/>
            <a:ext cx="951459" cy="0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>
            <a:extLst>
              <a:ext uri="{FF2B5EF4-FFF2-40B4-BE49-F238E27FC236}">
                <a16:creationId xmlns:a16="http://schemas.microsoft.com/office/drawing/2014/main" id="{410CA92F-65E1-1D46-A6D0-E74B2EEEC378}"/>
              </a:ext>
            </a:extLst>
          </p:cNvPr>
          <p:cNvSpPr txBox="1"/>
          <p:nvPr/>
        </p:nvSpPr>
        <p:spPr>
          <a:xfrm>
            <a:off x="6608410" y="2715451"/>
            <a:ext cx="20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9900"/>
                </a:solidFill>
              </a:rPr>
              <a:t>Budget constraint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A1C8CC8-B09C-3640-9613-F751B177B47D}"/>
              </a:ext>
            </a:extLst>
          </p:cNvPr>
          <p:cNvCxnSpPr>
            <a:cxnSpLocks/>
          </p:cNvCxnSpPr>
          <p:nvPr/>
        </p:nvCxnSpPr>
        <p:spPr>
          <a:xfrm>
            <a:off x="5698363" y="3366445"/>
            <a:ext cx="951459" cy="0"/>
          </a:xfrm>
          <a:prstGeom prst="straightConnector1">
            <a:avLst/>
          </a:prstGeom>
          <a:ln w="31750">
            <a:solidFill>
              <a:srgbClr val="0432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5">
            <a:extLst>
              <a:ext uri="{FF2B5EF4-FFF2-40B4-BE49-F238E27FC236}">
                <a16:creationId xmlns:a16="http://schemas.microsoft.com/office/drawing/2014/main" id="{AB0902A3-5125-DC47-9B56-76E72901417F}"/>
              </a:ext>
            </a:extLst>
          </p:cNvPr>
          <p:cNvSpPr txBox="1"/>
          <p:nvPr/>
        </p:nvSpPr>
        <p:spPr>
          <a:xfrm>
            <a:off x="6471863" y="3183446"/>
            <a:ext cx="238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432FF"/>
                </a:solidFill>
              </a:rPr>
              <a:t>Indifference curve</a:t>
            </a: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D2CEA9F2-DB04-F64F-927F-D4D25058E11E}"/>
              </a:ext>
            </a:extLst>
          </p:cNvPr>
          <p:cNvSpPr txBox="1"/>
          <p:nvPr/>
        </p:nvSpPr>
        <p:spPr>
          <a:xfrm>
            <a:off x="5586189" y="2273285"/>
            <a:ext cx="256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LEGEND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7DA2C119-A7D9-7047-8544-90D24DD67C0C}"/>
              </a:ext>
            </a:extLst>
          </p:cNvPr>
          <p:cNvSpPr txBox="1"/>
          <p:nvPr/>
        </p:nvSpPr>
        <p:spPr>
          <a:xfrm>
            <a:off x="4339069" y="5030268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DCB437E-BF77-DE0F-38AE-03173BCB9FF2}"/>
                  </a:ext>
                </a:extLst>
              </p:cNvPr>
              <p:cNvSpPr/>
              <p:nvPr/>
            </p:nvSpPr>
            <p:spPr>
              <a:xfrm>
                <a:off x="5835516" y="4369081"/>
                <a:ext cx="2774093" cy="5637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DCB437E-BF77-DE0F-38AE-03173BCB9F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516" y="4369081"/>
                <a:ext cx="2774093" cy="563744"/>
              </a:xfrm>
              <a:prstGeom prst="rect">
                <a:avLst/>
              </a:prstGeom>
              <a:blipFill>
                <a:blip r:embed="rId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5E0E941A-D657-BB74-DB30-BCF62E44A0FA}"/>
                  </a:ext>
                </a:extLst>
              </p:cNvPr>
              <p:cNvSpPr txBox="1"/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5E0E941A-D657-BB74-DB30-BCF62E44A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880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42F5B60F-6299-6149-8994-E8ECC5AF448E}"/>
              </a:ext>
            </a:extLst>
          </p:cNvPr>
          <p:cNvSpPr/>
          <p:nvPr/>
        </p:nvSpPr>
        <p:spPr>
          <a:xfrm>
            <a:off x="2647789" y="2726105"/>
            <a:ext cx="3757501" cy="3163478"/>
          </a:xfrm>
          <a:custGeom>
            <a:avLst/>
            <a:gdLst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636607 w 3576577"/>
              <a:gd name="connsiteY2" fmla="*/ 1898248 h 3183038"/>
              <a:gd name="connsiteX3" fmla="*/ 1632030 w 3576577"/>
              <a:gd name="connsiteY3" fmla="*/ 2708476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694481 w 3576577"/>
              <a:gd name="connsiteY2" fmla="*/ 1875099 h 3183038"/>
              <a:gd name="connsiteX3" fmla="*/ 1632030 w 3576577"/>
              <a:gd name="connsiteY3" fmla="*/ 2708476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694481 w 3576577"/>
              <a:gd name="connsiteY2" fmla="*/ 1875099 h 3183038"/>
              <a:gd name="connsiteX3" fmla="*/ 1724628 w 3576577"/>
              <a:gd name="connsiteY3" fmla="*/ 2627453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740780 w 3576577"/>
              <a:gd name="connsiteY2" fmla="*/ 1840374 h 3183038"/>
              <a:gd name="connsiteX3" fmla="*/ 1724628 w 3576577"/>
              <a:gd name="connsiteY3" fmla="*/ 2627453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789678 w 3576577"/>
              <a:gd name="connsiteY2" fmla="*/ 1825704 h 3183038"/>
              <a:gd name="connsiteX3" fmla="*/ 1724628 w 3576577"/>
              <a:gd name="connsiteY3" fmla="*/ 2627453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789678 w 3576577"/>
              <a:gd name="connsiteY2" fmla="*/ 1825704 h 3183038"/>
              <a:gd name="connsiteX3" fmla="*/ 2027798 w 3576577"/>
              <a:gd name="connsiteY3" fmla="*/ 2691021 h 3183038"/>
              <a:gd name="connsiteX4" fmla="*/ 3576577 w 3576577"/>
              <a:gd name="connsiteY4" fmla="*/ 3183038 h 3183038"/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789678 w 3576577"/>
              <a:gd name="connsiteY2" fmla="*/ 1825704 h 3183038"/>
              <a:gd name="connsiteX3" fmla="*/ 2091366 w 3576577"/>
              <a:gd name="connsiteY3" fmla="*/ 2808378 h 3183038"/>
              <a:gd name="connsiteX4" fmla="*/ 3576577 w 3576577"/>
              <a:gd name="connsiteY4" fmla="*/ 3183038 h 3183038"/>
              <a:gd name="connsiteX0" fmla="*/ 0 w 3757501"/>
              <a:gd name="connsiteY0" fmla="*/ 0 h 3163478"/>
              <a:gd name="connsiteX1" fmla="*/ 185195 w 3757501"/>
              <a:gd name="connsiteY1" fmla="*/ 960698 h 3163478"/>
              <a:gd name="connsiteX2" fmla="*/ 789678 w 3757501"/>
              <a:gd name="connsiteY2" fmla="*/ 1825704 h 3163478"/>
              <a:gd name="connsiteX3" fmla="*/ 2091366 w 3757501"/>
              <a:gd name="connsiteY3" fmla="*/ 2808378 h 3163478"/>
              <a:gd name="connsiteX4" fmla="*/ 3757501 w 3757501"/>
              <a:gd name="connsiteY4" fmla="*/ 3163478 h 3163478"/>
              <a:gd name="connsiteX0" fmla="*/ 0 w 3757501"/>
              <a:gd name="connsiteY0" fmla="*/ 0 h 3163478"/>
              <a:gd name="connsiteX1" fmla="*/ 185195 w 3757501"/>
              <a:gd name="connsiteY1" fmla="*/ 960698 h 3163478"/>
              <a:gd name="connsiteX2" fmla="*/ 789678 w 3757501"/>
              <a:gd name="connsiteY2" fmla="*/ 1825704 h 3163478"/>
              <a:gd name="connsiteX3" fmla="*/ 2091366 w 3757501"/>
              <a:gd name="connsiteY3" fmla="*/ 2808378 h 3163478"/>
              <a:gd name="connsiteX4" fmla="*/ 3757501 w 3757501"/>
              <a:gd name="connsiteY4" fmla="*/ 3163478 h 3163478"/>
              <a:gd name="connsiteX0" fmla="*/ 0 w 3757501"/>
              <a:gd name="connsiteY0" fmla="*/ 0 h 3163478"/>
              <a:gd name="connsiteX1" fmla="*/ 185195 w 3757501"/>
              <a:gd name="connsiteY1" fmla="*/ 960698 h 3163478"/>
              <a:gd name="connsiteX2" fmla="*/ 789678 w 3757501"/>
              <a:gd name="connsiteY2" fmla="*/ 1825704 h 3163478"/>
              <a:gd name="connsiteX3" fmla="*/ 2081586 w 3757501"/>
              <a:gd name="connsiteY3" fmla="*/ 2852387 h 3163478"/>
              <a:gd name="connsiteX4" fmla="*/ 3757501 w 3757501"/>
              <a:gd name="connsiteY4" fmla="*/ 3163478 h 3163478"/>
              <a:gd name="connsiteX0" fmla="*/ 0 w 3757501"/>
              <a:gd name="connsiteY0" fmla="*/ 0 h 3163478"/>
              <a:gd name="connsiteX1" fmla="*/ 185195 w 3757501"/>
              <a:gd name="connsiteY1" fmla="*/ 960698 h 3163478"/>
              <a:gd name="connsiteX2" fmla="*/ 887475 w 3757501"/>
              <a:gd name="connsiteY2" fmla="*/ 1952840 h 3163478"/>
              <a:gd name="connsiteX3" fmla="*/ 2081586 w 3757501"/>
              <a:gd name="connsiteY3" fmla="*/ 2852387 h 3163478"/>
              <a:gd name="connsiteX4" fmla="*/ 3757501 w 3757501"/>
              <a:gd name="connsiteY4" fmla="*/ 3163478 h 3163478"/>
              <a:gd name="connsiteX0" fmla="*/ 0 w 3757501"/>
              <a:gd name="connsiteY0" fmla="*/ 0 h 3163478"/>
              <a:gd name="connsiteX1" fmla="*/ 185195 w 3757501"/>
              <a:gd name="connsiteY1" fmla="*/ 960698 h 3163478"/>
              <a:gd name="connsiteX2" fmla="*/ 887475 w 3757501"/>
              <a:gd name="connsiteY2" fmla="*/ 1952840 h 3163478"/>
              <a:gd name="connsiteX3" fmla="*/ 2024710 w 3757501"/>
              <a:gd name="connsiteY3" fmla="*/ 2843636 h 3163478"/>
              <a:gd name="connsiteX4" fmla="*/ 3757501 w 3757501"/>
              <a:gd name="connsiteY4" fmla="*/ 3163478 h 3163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57501" h="3163478">
                <a:moveTo>
                  <a:pt x="0" y="0"/>
                </a:moveTo>
                <a:cubicBezTo>
                  <a:pt x="39547" y="322161"/>
                  <a:pt x="37283" y="635225"/>
                  <a:pt x="185195" y="960698"/>
                </a:cubicBezTo>
                <a:cubicBezTo>
                  <a:pt x="333107" y="1286171"/>
                  <a:pt x="580889" y="1639017"/>
                  <a:pt x="887475" y="1952840"/>
                </a:cubicBezTo>
                <a:cubicBezTo>
                  <a:pt x="1194061" y="2266663"/>
                  <a:pt x="1534715" y="2629504"/>
                  <a:pt x="2024710" y="2843636"/>
                </a:cubicBezTo>
                <a:cubicBezTo>
                  <a:pt x="2514705" y="3057768"/>
                  <a:pt x="3015556" y="3077272"/>
                  <a:pt x="3757501" y="3163478"/>
                </a:cubicBezTo>
              </a:path>
            </a:pathLst>
          </a:custGeom>
          <a:noFill/>
          <a:ln w="38100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2415915" y="2133600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>
            <a:off x="2424113" y="6037262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1.  Personal increasing returns</a:t>
            </a:r>
            <a:br>
              <a:rPr lang="en-US" sz="3600" dirty="0"/>
            </a:br>
            <a:r>
              <a:rPr lang="en-US" sz="2400" dirty="0"/>
              <a:t>Allocations A and C are on the same indifference curve, and dominate B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6792770" y="5774700"/>
            <a:ext cx="1474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Quantity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BF528DB-1EB4-A043-A440-F970089C68CE}"/>
              </a:ext>
            </a:extLst>
          </p:cNvPr>
          <p:cNvSpPr txBox="1"/>
          <p:nvPr/>
        </p:nvSpPr>
        <p:spPr>
          <a:xfrm>
            <a:off x="1658085" y="1321545"/>
            <a:ext cx="1474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All other goods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554147" y="5972584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733434EE-6278-5542-AA15-4371AB168794}"/>
              </a:ext>
            </a:extLst>
          </p:cNvPr>
          <p:cNvSpPr>
            <a:spLocks/>
          </p:cNvSpPr>
          <p:nvPr/>
        </p:nvSpPr>
        <p:spPr bwMode="auto">
          <a:xfrm>
            <a:off x="2434203" y="2744430"/>
            <a:ext cx="3408156" cy="3309990"/>
          </a:xfrm>
          <a:custGeom>
            <a:avLst/>
            <a:gdLst>
              <a:gd name="T0" fmla="*/ 12 w 2124"/>
              <a:gd name="T1" fmla="*/ 0 h 2112"/>
              <a:gd name="T2" fmla="*/ 77 w 2124"/>
              <a:gd name="T3" fmla="*/ 234 h 2112"/>
              <a:gd name="T4" fmla="*/ 476 w 2124"/>
              <a:gd name="T5" fmla="*/ 978 h 2112"/>
              <a:gd name="T6" fmla="*/ 761 w 2124"/>
              <a:gd name="T7" fmla="*/ 1402 h 2112"/>
              <a:gd name="T8" fmla="*/ 1054 w 2124"/>
              <a:gd name="T9" fmla="*/ 1642 h 2112"/>
              <a:gd name="T10" fmla="*/ 1550 w 2124"/>
              <a:gd name="T11" fmla="*/ 1899 h 2112"/>
              <a:gd name="T12" fmla="*/ 2124 w 2124"/>
              <a:gd name="T13" fmla="*/ 2112 h 2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24"/>
              <a:gd name="T22" fmla="*/ 0 h 2112"/>
              <a:gd name="T23" fmla="*/ 2124 w 2124"/>
              <a:gd name="T24" fmla="*/ 2112 h 2112"/>
              <a:gd name="connsiteX0" fmla="*/ 0 w 9944"/>
              <a:gd name="connsiteY0" fmla="*/ 0 h 10000"/>
              <a:gd name="connsiteX1" fmla="*/ 307 w 9944"/>
              <a:gd name="connsiteY1" fmla="*/ 1108 h 10000"/>
              <a:gd name="connsiteX2" fmla="*/ 1624 w 9944"/>
              <a:gd name="connsiteY2" fmla="*/ 3879 h 10000"/>
              <a:gd name="connsiteX3" fmla="*/ 3527 w 9944"/>
              <a:gd name="connsiteY3" fmla="*/ 6638 h 10000"/>
              <a:gd name="connsiteX4" fmla="*/ 4906 w 9944"/>
              <a:gd name="connsiteY4" fmla="*/ 7775 h 10000"/>
              <a:gd name="connsiteX5" fmla="*/ 7242 w 9944"/>
              <a:gd name="connsiteY5" fmla="*/ 8991 h 10000"/>
              <a:gd name="connsiteX6" fmla="*/ 9944 w 9944"/>
              <a:gd name="connsiteY6" fmla="*/ 10000 h 10000"/>
              <a:gd name="connsiteX0" fmla="*/ 0 w 10063"/>
              <a:gd name="connsiteY0" fmla="*/ 0 h 9969"/>
              <a:gd name="connsiteX1" fmla="*/ 372 w 10063"/>
              <a:gd name="connsiteY1" fmla="*/ 1077 h 9969"/>
              <a:gd name="connsiteX2" fmla="*/ 1696 w 10063"/>
              <a:gd name="connsiteY2" fmla="*/ 3848 h 9969"/>
              <a:gd name="connsiteX3" fmla="*/ 3610 w 10063"/>
              <a:gd name="connsiteY3" fmla="*/ 6607 h 9969"/>
              <a:gd name="connsiteX4" fmla="*/ 4997 w 10063"/>
              <a:gd name="connsiteY4" fmla="*/ 7744 h 9969"/>
              <a:gd name="connsiteX5" fmla="*/ 7346 w 10063"/>
              <a:gd name="connsiteY5" fmla="*/ 8960 h 9969"/>
              <a:gd name="connsiteX6" fmla="*/ 10063 w 10063"/>
              <a:gd name="connsiteY6" fmla="*/ 9969 h 9969"/>
              <a:gd name="connsiteX0" fmla="*/ 0 w 10000"/>
              <a:gd name="connsiteY0" fmla="*/ 0 h 10000"/>
              <a:gd name="connsiteX1" fmla="*/ 370 w 10000"/>
              <a:gd name="connsiteY1" fmla="*/ 1080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2964 w 10000"/>
              <a:gd name="connsiteY3" fmla="*/ 6030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276"/>
              <a:gd name="connsiteY0" fmla="*/ 0 h 10037"/>
              <a:gd name="connsiteX1" fmla="*/ 677 w 10276"/>
              <a:gd name="connsiteY1" fmla="*/ 1746 h 10037"/>
              <a:gd name="connsiteX2" fmla="*/ 1774 w 10276"/>
              <a:gd name="connsiteY2" fmla="*/ 4117 h 10037"/>
              <a:gd name="connsiteX3" fmla="*/ 3240 w 10276"/>
              <a:gd name="connsiteY3" fmla="*/ 6067 h 10037"/>
              <a:gd name="connsiteX4" fmla="*/ 5242 w 10276"/>
              <a:gd name="connsiteY4" fmla="*/ 7805 h 10037"/>
              <a:gd name="connsiteX5" fmla="*/ 7576 w 10276"/>
              <a:gd name="connsiteY5" fmla="*/ 9025 h 10037"/>
              <a:gd name="connsiteX6" fmla="*/ 10276 w 10276"/>
              <a:gd name="connsiteY6" fmla="*/ 10037 h 1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76" h="10037">
                <a:moveTo>
                  <a:pt x="0" y="0"/>
                </a:moveTo>
                <a:cubicBezTo>
                  <a:pt x="52" y="186"/>
                  <a:pt x="381" y="1060"/>
                  <a:pt x="677" y="1746"/>
                </a:cubicBezTo>
                <a:cubicBezTo>
                  <a:pt x="973" y="2432"/>
                  <a:pt x="1347" y="3397"/>
                  <a:pt x="1774" y="4117"/>
                </a:cubicBezTo>
                <a:cubicBezTo>
                  <a:pt x="2201" y="4837"/>
                  <a:pt x="2662" y="5452"/>
                  <a:pt x="3240" y="6067"/>
                </a:cubicBezTo>
                <a:cubicBezTo>
                  <a:pt x="3818" y="6682"/>
                  <a:pt x="4520" y="7312"/>
                  <a:pt x="5242" y="7805"/>
                </a:cubicBezTo>
                <a:cubicBezTo>
                  <a:pt x="5964" y="8298"/>
                  <a:pt x="6738" y="8655"/>
                  <a:pt x="7576" y="9025"/>
                </a:cubicBezTo>
                <a:cubicBezTo>
                  <a:pt x="8414" y="9396"/>
                  <a:pt x="9717" y="9828"/>
                  <a:pt x="10276" y="10037"/>
                </a:cubicBezTo>
              </a:path>
            </a:pathLst>
          </a:custGeom>
          <a:noFill/>
          <a:ln w="317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Oval 20">
            <a:extLst>
              <a:ext uri="{FF2B5EF4-FFF2-40B4-BE49-F238E27FC236}">
                <a16:creationId xmlns:a16="http://schemas.microsoft.com/office/drawing/2014/main" id="{6F3BCEBF-CD49-BD4C-A42C-403B665A2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8174" y="5439663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092A6-8C3C-E74D-8350-69BB8BC211AF}"/>
              </a:ext>
            </a:extLst>
          </p:cNvPr>
          <p:cNvCxnSpPr>
            <a:cxnSpLocks/>
          </p:cNvCxnSpPr>
          <p:nvPr/>
        </p:nvCxnSpPr>
        <p:spPr>
          <a:xfrm>
            <a:off x="5678459" y="2911366"/>
            <a:ext cx="951459" cy="0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>
            <a:extLst>
              <a:ext uri="{FF2B5EF4-FFF2-40B4-BE49-F238E27FC236}">
                <a16:creationId xmlns:a16="http://schemas.microsoft.com/office/drawing/2014/main" id="{410CA92F-65E1-1D46-A6D0-E74B2EEEC378}"/>
              </a:ext>
            </a:extLst>
          </p:cNvPr>
          <p:cNvSpPr txBox="1"/>
          <p:nvPr/>
        </p:nvSpPr>
        <p:spPr>
          <a:xfrm>
            <a:off x="6608410" y="2715451"/>
            <a:ext cx="20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9900"/>
                </a:solidFill>
              </a:rPr>
              <a:t>Budget constraint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A1C8CC8-B09C-3640-9613-F751B177B47D}"/>
              </a:ext>
            </a:extLst>
          </p:cNvPr>
          <p:cNvCxnSpPr>
            <a:cxnSpLocks/>
          </p:cNvCxnSpPr>
          <p:nvPr/>
        </p:nvCxnSpPr>
        <p:spPr>
          <a:xfrm>
            <a:off x="5698363" y="3366445"/>
            <a:ext cx="951459" cy="0"/>
          </a:xfrm>
          <a:prstGeom prst="straightConnector1">
            <a:avLst/>
          </a:prstGeom>
          <a:ln w="31750">
            <a:solidFill>
              <a:srgbClr val="0432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5">
            <a:extLst>
              <a:ext uri="{FF2B5EF4-FFF2-40B4-BE49-F238E27FC236}">
                <a16:creationId xmlns:a16="http://schemas.microsoft.com/office/drawing/2014/main" id="{AB0902A3-5125-DC47-9B56-76E72901417F}"/>
              </a:ext>
            </a:extLst>
          </p:cNvPr>
          <p:cNvSpPr txBox="1"/>
          <p:nvPr/>
        </p:nvSpPr>
        <p:spPr>
          <a:xfrm>
            <a:off x="6471863" y="3183446"/>
            <a:ext cx="238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432FF"/>
                </a:solidFill>
              </a:rPr>
              <a:t>Indifference curve</a:t>
            </a: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D2CEA9F2-DB04-F64F-927F-D4D25058E11E}"/>
              </a:ext>
            </a:extLst>
          </p:cNvPr>
          <p:cNvSpPr txBox="1"/>
          <p:nvPr/>
        </p:nvSpPr>
        <p:spPr>
          <a:xfrm>
            <a:off x="5586189" y="2273285"/>
            <a:ext cx="256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LEGEND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7DA2C119-A7D9-7047-8544-90D24DD67C0C}"/>
              </a:ext>
            </a:extLst>
          </p:cNvPr>
          <p:cNvSpPr txBox="1"/>
          <p:nvPr/>
        </p:nvSpPr>
        <p:spPr>
          <a:xfrm>
            <a:off x="4495800" y="5113481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/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C7F8B9E-6824-BF40-AD4A-0ACFB83A5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247" y="2400255"/>
                <a:ext cx="1202267" cy="461665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099FFE1B-BC55-D64E-BB79-D85268536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9" y="3679321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E930CFC9-5761-3246-91B9-C52D02FD20C2}"/>
              </a:ext>
            </a:extLst>
          </p:cNvPr>
          <p:cNvSpPr txBox="1"/>
          <p:nvPr/>
        </p:nvSpPr>
        <p:spPr>
          <a:xfrm>
            <a:off x="2813695" y="3353139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/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2ABA6-5765-B74F-8ECB-F7FAD1BB4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3774" y="4821982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1D5B3960-900A-CB45-B9E4-4C5E05DAB4C6}"/>
              </a:ext>
            </a:extLst>
          </p:cNvPr>
          <p:cNvSpPr txBox="1"/>
          <p:nvPr/>
        </p:nvSpPr>
        <p:spPr>
          <a:xfrm>
            <a:off x="3581400" y="4495800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9570886-9438-FFF6-011C-9CDE83D96886}"/>
                  </a:ext>
                </a:extLst>
              </p:cNvPr>
              <p:cNvSpPr/>
              <p:nvPr/>
            </p:nvSpPr>
            <p:spPr>
              <a:xfrm>
                <a:off x="5835516" y="4369081"/>
                <a:ext cx="2774093" cy="5637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9570886-9438-FFF6-011C-9CDE83D96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516" y="4369081"/>
                <a:ext cx="2774093" cy="563744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556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6200" y="1291942"/>
            <a:ext cx="8458200" cy="552844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685800" y="3200400"/>
            <a:ext cx="3784877" cy="2874127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4" name="Text Box 39"/>
          <p:cNvSpPr txBox="1">
            <a:spLocks noChangeArrowheads="1"/>
          </p:cNvSpPr>
          <p:nvPr/>
        </p:nvSpPr>
        <p:spPr bwMode="auto">
          <a:xfrm>
            <a:off x="3886200" y="1638415"/>
            <a:ext cx="2840738" cy="830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0" tIns="45700" rIns="91400" bIns="457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3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Complementary inputs</a:t>
            </a: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1417423" y="4100829"/>
            <a:ext cx="2299138" cy="12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0" tIns="45700" rIns="91400" bIns="457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3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MC intersects MB multiple times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143000"/>
          </a:xfrm>
        </p:spPr>
        <p:txBody>
          <a:bodyPr/>
          <a:lstStyle/>
          <a:p>
            <a:r>
              <a:rPr lang="en-US" dirty="0"/>
              <a:t>Degrees of complementarity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9185C8-2288-9A48-8446-A1DBDC9416D0}"/>
              </a:ext>
            </a:extLst>
          </p:cNvPr>
          <p:cNvSpPr/>
          <p:nvPr/>
        </p:nvSpPr>
        <p:spPr>
          <a:xfrm>
            <a:off x="381000" y="2469372"/>
            <a:ext cx="6705600" cy="4017130"/>
          </a:xfrm>
          <a:prstGeom prst="ellipse">
            <a:avLst/>
          </a:prstGeom>
          <a:noFill/>
          <a:ln>
            <a:solidFill>
              <a:srgbClr val="4896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Text Box 39">
            <a:extLst>
              <a:ext uri="{FF2B5EF4-FFF2-40B4-BE49-F238E27FC236}">
                <a16:creationId xmlns:a16="http://schemas.microsoft.com/office/drawing/2014/main" id="{74F65EE6-2C74-7C46-BCD1-8AECC3905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5862" y="3640684"/>
            <a:ext cx="2840738" cy="830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0" tIns="45700" rIns="91400" bIns="457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3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Falling marginal cost</a:t>
            </a:r>
          </a:p>
        </p:txBody>
      </p:sp>
    </p:spTree>
    <p:extLst>
      <p:ext uri="{BB962C8B-B14F-4D97-AF65-F5344CB8AC3E}">
        <p14:creationId xmlns:p14="http://schemas.microsoft.com/office/powerpoint/2010/main" val="2744821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Relaxing the non-rival assumption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What if the marginal cost of </a:t>
                </a:r>
                <a:r>
                  <a:rPr lang="en-US" altLang="en-US" sz="2800" i="1" dirty="0"/>
                  <a:t>h</a:t>
                </a:r>
                <a:r>
                  <a:rPr lang="en-US" altLang="en-US" sz="2800" dirty="0"/>
                  <a:t> is </a:t>
                </a:r>
                <a:r>
                  <a:rPr lang="en-US" altLang="en-US" sz="2800" i="1" dirty="0"/>
                  <a:t>g</a:t>
                </a:r>
                <a:r>
                  <a:rPr lang="en-US" altLang="en-US" sz="2800" dirty="0"/>
                  <a:t>(</a:t>
                </a:r>
                <a:r>
                  <a:rPr lang="en-US" altLang="en-US" sz="2800" i="1" dirty="0"/>
                  <a:t>q</a:t>
                </a:r>
                <a:r>
                  <a:rPr lang="en-US" altLang="en-US" sz="2800" dirty="0"/>
                  <a:t>) &gt; 0 rather than 1?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If </a:t>
                </a:r>
                <a:r>
                  <a:rPr lang="en-US" altLang="en-US" sz="2800" i="1" dirty="0"/>
                  <a:t>g</a:t>
                </a:r>
                <a:r>
                  <a:rPr lang="en-US" altLang="en-US" sz="2800" dirty="0"/>
                  <a:t>(</a:t>
                </a:r>
                <a:r>
                  <a:rPr lang="en-US" altLang="en-US" sz="2800" i="1" dirty="0"/>
                  <a:t>q</a:t>
                </a:r>
                <a:r>
                  <a:rPr lang="en-US" altLang="en-US" sz="2800" dirty="0"/>
                  <a:t>) is strictly concave, then </a:t>
                </a:r>
                <a:r>
                  <a:rPr lang="en-US" altLang="en-US" sz="2800" i="1" dirty="0"/>
                  <a:t>E</a:t>
                </a:r>
                <a:r>
                  <a:rPr lang="en-US" altLang="en-US" sz="2800" dirty="0"/>
                  <a:t>(</a:t>
                </a:r>
                <a:r>
                  <a:rPr lang="en-US" altLang="en-US" sz="2800" i="1" dirty="0"/>
                  <a:t>q</a:t>
                </a:r>
                <a:r>
                  <a:rPr lang="en-US" altLang="en-US" sz="2800" dirty="0"/>
                  <a:t>) is strictly concave too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400" dirty="0"/>
                  <a:t>Same multiplier analytics</a:t>
                </a:r>
                <a:endParaRPr lang="en-US" altLang="en-US" sz="2400" i="1" dirty="0"/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400" dirty="0"/>
                  <a:t>Same analytics of multiple solutions</a:t>
                </a:r>
                <a:endParaRPr lang="en-US" altLang="en-US" sz="2400" i="1" dirty="0"/>
              </a:p>
              <a:p>
                <a:pPr lvl="1" eaLnBrk="1" hangingPunct="1">
                  <a:lnSpc>
                    <a:spcPct val="90000"/>
                  </a:lnSpc>
                </a:pPr>
                <a:endParaRPr lang="en-US" altLang="en-US" sz="2400" i="1" dirty="0"/>
              </a:p>
            </p:txBody>
          </p:sp>
        </mc:Choice>
        <mc:Fallback xmlns="">
          <p:sp>
            <p:nvSpPr>
              <p:cNvPr id="27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  <a:blipFill>
                <a:blip r:embed="rId3"/>
                <a:stretch>
                  <a:fillRect l="-1111" t="-2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2A4C887-D351-454D-B0EA-A09868FC2B71}"/>
                  </a:ext>
                </a:extLst>
              </p:cNvPr>
              <p:cNvSpPr/>
              <p:nvPr/>
            </p:nvSpPr>
            <p:spPr>
              <a:xfrm>
                <a:off x="3352800" y="1905000"/>
                <a:ext cx="4621586" cy="6536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𝑞𝑝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2A4C887-D351-454D-B0EA-A09868FC2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1905000"/>
                <a:ext cx="4621586" cy="653640"/>
              </a:xfrm>
              <a:prstGeom prst="rect">
                <a:avLst/>
              </a:prstGeom>
              <a:blipFill>
                <a:blip r:embed="rId4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45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“Demand” = “Supply”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First-order condition describing </a:t>
                </a:r>
                <a:r>
                  <a:rPr lang="en-US" altLang="en-US" sz="2800" i="1" dirty="0"/>
                  <a:t>q</a:t>
                </a:r>
                <a:r>
                  <a:rPr lang="en-US" altLang="en-US" sz="2800" dirty="0"/>
                  <a:t>: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i="1" dirty="0"/>
                  <a:t>M</a:t>
                </a:r>
                <a:r>
                  <a:rPr lang="en-US" altLang="en-US" sz="2800" dirty="0"/>
                  <a:t> = MRS function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400" dirty="0"/>
                  <a:t>Quasi-concave </a:t>
                </a:r>
                <a:r>
                  <a:rPr lang="en-US" altLang="en-US" sz="2400" i="1" dirty="0"/>
                  <a:t>u</a:t>
                </a:r>
                <a:r>
                  <a:rPr lang="en-US" altLang="en-US" sz="2400" dirty="0"/>
                  <a:t>: </a:t>
                </a:r>
                <a:r>
                  <a:rPr lang="en-US" altLang="en-US" sz="2400" i="1" dirty="0"/>
                  <a:t>M</a:t>
                </a:r>
                <a:r>
                  <a:rPr lang="en-US" altLang="en-US" sz="2400" dirty="0"/>
                  <a:t> slopes down in </a:t>
                </a:r>
                <a:r>
                  <a:rPr lang="en-US" altLang="en-US" sz="2400" i="1" dirty="0"/>
                  <a:t>q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400" dirty="0"/>
                  <a:t>If </a:t>
                </a:r>
                <a:r>
                  <a:rPr lang="en-US" altLang="en-US" sz="2400" i="1" dirty="0"/>
                  <a:t>q</a:t>
                </a:r>
                <a:r>
                  <a:rPr lang="en-US" altLang="en-US" sz="2400" dirty="0"/>
                  <a:t> is either normal or inferior, </a:t>
                </a:r>
                <a:r>
                  <a:rPr lang="en-US" altLang="en-US" sz="2400" i="1" dirty="0"/>
                  <a:t>M</a:t>
                </a:r>
                <a:r>
                  <a:rPr lang="en-US" altLang="en-US" sz="2400" dirty="0"/>
                  <a:t> is not the inverse of </a:t>
                </a:r>
                <a:r>
                  <a:rPr lang="en-US" altLang="en-US" sz="2400" dirty="0" err="1"/>
                  <a:t>Hicksian</a:t>
                </a:r>
                <a:r>
                  <a:rPr lang="en-US" altLang="en-US" sz="2400" dirty="0"/>
                  <a:t> demand (from </a:t>
                </a:r>
                <a:r>
                  <a:rPr lang="en-US" altLang="en-US" sz="2400" i="1" dirty="0"/>
                  <a:t>u</a:t>
                </a:r>
                <a:r>
                  <a:rPr lang="en-US" altLang="en-US" sz="2400" dirty="0"/>
                  <a:t>), although the two demand curves intersect each other and are tangent at the optimal </a:t>
                </a:r>
                <a:r>
                  <a:rPr lang="en-US" altLang="en-US" sz="2400" i="1" dirty="0"/>
                  <a:t>q</a:t>
                </a:r>
              </a:p>
              <a:p>
                <a:pPr lvl="1" eaLnBrk="1" hangingPunct="1">
                  <a:lnSpc>
                    <a:spcPct val="90000"/>
                  </a:lnSpc>
                </a:pPr>
                <a:endParaRPr lang="en-US" altLang="en-US" sz="2400" i="1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“Supply”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800" dirty="0"/>
                  <a:t>also slopes down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800" b="0" i="0" smtClean="0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800" b="0" i="0" smtClean="0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en-US" sz="28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en-US" sz="2800" dirty="0"/>
                  <a:t>, respectively, denote the point elasticities.</a:t>
                </a:r>
              </a:p>
            </p:txBody>
          </p:sp>
        </mc:Choice>
        <mc:Fallback xmlns="">
          <p:sp>
            <p:nvSpPr>
              <p:cNvPr id="27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  <a:blipFill>
                <a:blip r:embed="rId3"/>
                <a:stretch>
                  <a:fillRect l="-1250" t="-2228" b="-10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429FC10-07A4-FA9A-F9C5-F5E18029C70D}"/>
              </a:ext>
            </a:extLst>
          </p:cNvPr>
          <p:cNvSpPr/>
          <p:nvPr/>
        </p:nvSpPr>
        <p:spPr>
          <a:xfrm>
            <a:off x="5562600" y="1981201"/>
            <a:ext cx="11430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0B86DD-C96F-ABD2-E07D-9998AC894114}"/>
              </a:ext>
            </a:extLst>
          </p:cNvPr>
          <p:cNvSpPr/>
          <p:nvPr/>
        </p:nvSpPr>
        <p:spPr>
          <a:xfrm>
            <a:off x="3733800" y="1950721"/>
            <a:ext cx="838200" cy="786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9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  <p:bldP spid="4" grpId="0" animBg="1"/>
      <p:bldP spid="4" grpId="1" animBg="1"/>
      <p:bldP spid="5" grpId="0" animBg="1"/>
      <p:bldP spid="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Line 15">
            <a:extLst>
              <a:ext uri="{FF2B5EF4-FFF2-40B4-BE49-F238E27FC236}">
                <a16:creationId xmlns:a16="http://schemas.microsoft.com/office/drawing/2014/main" id="{395C6A45-DBFC-178A-C10D-F9E2A1270272}"/>
              </a:ext>
            </a:extLst>
          </p:cNvPr>
          <p:cNvSpPr>
            <a:spLocks noChangeShapeType="1"/>
          </p:cNvSpPr>
          <p:nvPr/>
        </p:nvSpPr>
        <p:spPr bwMode="auto">
          <a:xfrm rot="467023">
            <a:off x="5568429" y="3605982"/>
            <a:ext cx="3526406" cy="1778447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533004 w 3679690"/>
              <a:gd name="connsiteY2" fmla="*/ 1447018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544401"/>
              <a:gd name="connsiteY0" fmla="*/ 0 h 1974699"/>
              <a:gd name="connsiteX1" fmla="*/ 1482280 w 3544401"/>
              <a:gd name="connsiteY1" fmla="*/ 935396 h 1974699"/>
              <a:gd name="connsiteX2" fmla="*/ 2397715 w 3544401"/>
              <a:gd name="connsiteY2" fmla="*/ 1355440 h 1974699"/>
              <a:gd name="connsiteX3" fmla="*/ 2970622 w 3544401"/>
              <a:gd name="connsiteY3" fmla="*/ 1698506 h 1974699"/>
              <a:gd name="connsiteX4" fmla="*/ 3544401 w 3544401"/>
              <a:gd name="connsiteY4" fmla="*/ 1974699 h 1974699"/>
              <a:gd name="connsiteX0" fmla="*/ 0 w 3544401"/>
              <a:gd name="connsiteY0" fmla="*/ 0 h 1974699"/>
              <a:gd name="connsiteX1" fmla="*/ 1457913 w 3544401"/>
              <a:gd name="connsiteY1" fmla="*/ 942961 h 1974699"/>
              <a:gd name="connsiteX2" fmla="*/ 2397715 w 3544401"/>
              <a:gd name="connsiteY2" fmla="*/ 1355440 h 1974699"/>
              <a:gd name="connsiteX3" fmla="*/ 2970622 w 3544401"/>
              <a:gd name="connsiteY3" fmla="*/ 1698506 h 1974699"/>
              <a:gd name="connsiteX4" fmla="*/ 3544401 w 3544401"/>
              <a:gd name="connsiteY4" fmla="*/ 1974699 h 1974699"/>
              <a:gd name="connsiteX0" fmla="*/ 0 w 3544401"/>
              <a:gd name="connsiteY0" fmla="*/ 0 h 1974699"/>
              <a:gd name="connsiteX1" fmla="*/ 1457913 w 3544401"/>
              <a:gd name="connsiteY1" fmla="*/ 942961 h 1974699"/>
              <a:gd name="connsiteX2" fmla="*/ 2437508 w 3544401"/>
              <a:gd name="connsiteY2" fmla="*/ 1323505 h 1974699"/>
              <a:gd name="connsiteX3" fmla="*/ 2970622 w 3544401"/>
              <a:gd name="connsiteY3" fmla="*/ 1698506 h 1974699"/>
              <a:gd name="connsiteX4" fmla="*/ 3544401 w 3544401"/>
              <a:gd name="connsiteY4" fmla="*/ 1974699 h 1974699"/>
              <a:gd name="connsiteX0" fmla="*/ 0 w 3544401"/>
              <a:gd name="connsiteY0" fmla="*/ 0 h 1974699"/>
              <a:gd name="connsiteX1" fmla="*/ 1457913 w 3544401"/>
              <a:gd name="connsiteY1" fmla="*/ 942961 h 1974699"/>
              <a:gd name="connsiteX2" fmla="*/ 2437508 w 3544401"/>
              <a:gd name="connsiteY2" fmla="*/ 1323505 h 1974699"/>
              <a:gd name="connsiteX3" fmla="*/ 3034240 w 3544401"/>
              <a:gd name="connsiteY3" fmla="*/ 1614741 h 1974699"/>
              <a:gd name="connsiteX4" fmla="*/ 3544401 w 3544401"/>
              <a:gd name="connsiteY4" fmla="*/ 1974699 h 1974699"/>
              <a:gd name="connsiteX0" fmla="*/ 0 w 3549484"/>
              <a:gd name="connsiteY0" fmla="*/ 0 h 1850361"/>
              <a:gd name="connsiteX1" fmla="*/ 1457913 w 3549484"/>
              <a:gd name="connsiteY1" fmla="*/ 942961 h 1850361"/>
              <a:gd name="connsiteX2" fmla="*/ 2437508 w 3549484"/>
              <a:gd name="connsiteY2" fmla="*/ 1323505 h 1850361"/>
              <a:gd name="connsiteX3" fmla="*/ 3034240 w 3549484"/>
              <a:gd name="connsiteY3" fmla="*/ 1614741 h 1850361"/>
              <a:gd name="connsiteX4" fmla="*/ 3549484 w 3549484"/>
              <a:gd name="connsiteY4" fmla="*/ 1850361 h 1850361"/>
              <a:gd name="connsiteX0" fmla="*/ 0 w 3549484"/>
              <a:gd name="connsiteY0" fmla="*/ 0 h 1850361"/>
              <a:gd name="connsiteX1" fmla="*/ 1457913 w 3549484"/>
              <a:gd name="connsiteY1" fmla="*/ 942961 h 1850361"/>
              <a:gd name="connsiteX2" fmla="*/ 2437508 w 3549484"/>
              <a:gd name="connsiteY2" fmla="*/ 1323505 h 1850361"/>
              <a:gd name="connsiteX3" fmla="*/ 3040728 w 3549484"/>
              <a:gd name="connsiteY3" fmla="*/ 1565281 h 1850361"/>
              <a:gd name="connsiteX4" fmla="*/ 3549484 w 3549484"/>
              <a:gd name="connsiteY4" fmla="*/ 1850361 h 1850361"/>
              <a:gd name="connsiteX0" fmla="*/ 0 w 3549484"/>
              <a:gd name="connsiteY0" fmla="*/ 0 h 1850361"/>
              <a:gd name="connsiteX1" fmla="*/ 1457913 w 3549484"/>
              <a:gd name="connsiteY1" fmla="*/ 942961 h 1850361"/>
              <a:gd name="connsiteX2" fmla="*/ 2506865 w 3549484"/>
              <a:gd name="connsiteY2" fmla="*/ 1314024 h 1850361"/>
              <a:gd name="connsiteX3" fmla="*/ 3040728 w 3549484"/>
              <a:gd name="connsiteY3" fmla="*/ 1565281 h 1850361"/>
              <a:gd name="connsiteX4" fmla="*/ 3549484 w 3549484"/>
              <a:gd name="connsiteY4" fmla="*/ 1850361 h 1850361"/>
              <a:gd name="connsiteX0" fmla="*/ 0 w 3549484"/>
              <a:gd name="connsiteY0" fmla="*/ 0 h 1850361"/>
              <a:gd name="connsiteX1" fmla="*/ 1457913 w 3549484"/>
              <a:gd name="connsiteY1" fmla="*/ 942961 h 1850361"/>
              <a:gd name="connsiteX2" fmla="*/ 2506865 w 3549484"/>
              <a:gd name="connsiteY2" fmla="*/ 1314024 h 1850361"/>
              <a:gd name="connsiteX3" fmla="*/ 3040728 w 3549484"/>
              <a:gd name="connsiteY3" fmla="*/ 1565281 h 1850361"/>
              <a:gd name="connsiteX4" fmla="*/ 3549484 w 3549484"/>
              <a:gd name="connsiteY4" fmla="*/ 1850361 h 1850361"/>
              <a:gd name="connsiteX0" fmla="*/ 0 w 3526406"/>
              <a:gd name="connsiteY0" fmla="*/ 0 h 1778447"/>
              <a:gd name="connsiteX1" fmla="*/ 1457913 w 3526406"/>
              <a:gd name="connsiteY1" fmla="*/ 942961 h 1778447"/>
              <a:gd name="connsiteX2" fmla="*/ 2506865 w 3526406"/>
              <a:gd name="connsiteY2" fmla="*/ 1314024 h 1778447"/>
              <a:gd name="connsiteX3" fmla="*/ 3040728 w 3526406"/>
              <a:gd name="connsiteY3" fmla="*/ 1565281 h 1778447"/>
              <a:gd name="connsiteX4" fmla="*/ 3526406 w 3526406"/>
              <a:gd name="connsiteY4" fmla="*/ 1778447 h 1778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6406" h="1778447">
                <a:moveTo>
                  <a:pt x="0" y="0"/>
                </a:moveTo>
                <a:cubicBezTo>
                  <a:pt x="564207" y="313271"/>
                  <a:pt x="893706" y="629690"/>
                  <a:pt x="1457913" y="942961"/>
                </a:cubicBezTo>
                <a:cubicBezTo>
                  <a:pt x="1870075" y="1182594"/>
                  <a:pt x="2076887" y="1187929"/>
                  <a:pt x="2506865" y="1314024"/>
                </a:cubicBezTo>
                <a:cubicBezTo>
                  <a:pt x="2758331" y="1431638"/>
                  <a:pt x="2863366" y="1461663"/>
                  <a:pt x="3040728" y="1565281"/>
                </a:cubicBezTo>
                <a:cubicBezTo>
                  <a:pt x="3218090" y="1668899"/>
                  <a:pt x="3434185" y="1722844"/>
                  <a:pt x="3526406" y="1778447"/>
                </a:cubicBezTo>
              </a:path>
            </a:pathLst>
          </a:cu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43" name="Line 15">
            <a:extLst>
              <a:ext uri="{FF2B5EF4-FFF2-40B4-BE49-F238E27FC236}">
                <a16:creationId xmlns:a16="http://schemas.microsoft.com/office/drawing/2014/main" id="{FC802C93-039D-A508-2877-F73AB93EE64B}"/>
              </a:ext>
            </a:extLst>
          </p:cNvPr>
          <p:cNvSpPr>
            <a:spLocks noChangeShapeType="1"/>
          </p:cNvSpPr>
          <p:nvPr/>
        </p:nvSpPr>
        <p:spPr bwMode="auto">
          <a:xfrm rot="21186752">
            <a:off x="5873633" y="3907410"/>
            <a:ext cx="2865387" cy="2036472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533004 w 3679690"/>
              <a:gd name="connsiteY2" fmla="*/ 1447018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126564"/>
              <a:gd name="connsiteY0" fmla="*/ 0 h 1698440"/>
              <a:gd name="connsiteX1" fmla="*/ 1064443 w 3126564"/>
              <a:gd name="connsiteY1" fmla="*/ 659137 h 1698440"/>
              <a:gd name="connsiteX2" fmla="*/ 1979878 w 3126564"/>
              <a:gd name="connsiteY2" fmla="*/ 1079181 h 1698440"/>
              <a:gd name="connsiteX3" fmla="*/ 2552785 w 3126564"/>
              <a:gd name="connsiteY3" fmla="*/ 1422247 h 1698440"/>
              <a:gd name="connsiteX4" fmla="*/ 3126564 w 3126564"/>
              <a:gd name="connsiteY4" fmla="*/ 1698440 h 1698440"/>
              <a:gd name="connsiteX0" fmla="*/ 0 w 3126564"/>
              <a:gd name="connsiteY0" fmla="*/ 0 h 1698440"/>
              <a:gd name="connsiteX1" fmla="*/ 1063373 w 3126564"/>
              <a:gd name="connsiteY1" fmla="*/ 667994 h 1698440"/>
              <a:gd name="connsiteX2" fmla="*/ 1979878 w 3126564"/>
              <a:gd name="connsiteY2" fmla="*/ 1079181 h 1698440"/>
              <a:gd name="connsiteX3" fmla="*/ 2552785 w 3126564"/>
              <a:gd name="connsiteY3" fmla="*/ 1422247 h 1698440"/>
              <a:gd name="connsiteX4" fmla="*/ 3126564 w 3126564"/>
              <a:gd name="connsiteY4" fmla="*/ 1698440 h 1698440"/>
              <a:gd name="connsiteX0" fmla="*/ 0 w 3126564"/>
              <a:gd name="connsiteY0" fmla="*/ 0 h 1698440"/>
              <a:gd name="connsiteX1" fmla="*/ 1063373 w 3126564"/>
              <a:gd name="connsiteY1" fmla="*/ 667994 h 1698440"/>
              <a:gd name="connsiteX2" fmla="*/ 1979878 w 3126564"/>
              <a:gd name="connsiteY2" fmla="*/ 1079181 h 1698440"/>
              <a:gd name="connsiteX3" fmla="*/ 2565385 w 3126564"/>
              <a:gd name="connsiteY3" fmla="*/ 1392319 h 1698440"/>
              <a:gd name="connsiteX4" fmla="*/ 3126564 w 3126564"/>
              <a:gd name="connsiteY4" fmla="*/ 1698440 h 1698440"/>
              <a:gd name="connsiteX0" fmla="*/ 0 w 3130308"/>
              <a:gd name="connsiteY0" fmla="*/ 0 h 1667442"/>
              <a:gd name="connsiteX1" fmla="*/ 1063373 w 3130308"/>
              <a:gd name="connsiteY1" fmla="*/ 667994 h 1667442"/>
              <a:gd name="connsiteX2" fmla="*/ 1979878 w 3130308"/>
              <a:gd name="connsiteY2" fmla="*/ 1079181 h 1667442"/>
              <a:gd name="connsiteX3" fmla="*/ 2565385 w 3130308"/>
              <a:gd name="connsiteY3" fmla="*/ 1392319 h 1667442"/>
              <a:gd name="connsiteX4" fmla="*/ 3130308 w 3130308"/>
              <a:gd name="connsiteY4" fmla="*/ 1667442 h 1667442"/>
              <a:gd name="connsiteX0" fmla="*/ 0 w 3130308"/>
              <a:gd name="connsiteY0" fmla="*/ 0 h 1667442"/>
              <a:gd name="connsiteX1" fmla="*/ 1063373 w 3130308"/>
              <a:gd name="connsiteY1" fmla="*/ 667994 h 1667442"/>
              <a:gd name="connsiteX2" fmla="*/ 2063480 w 3130308"/>
              <a:gd name="connsiteY2" fmla="*/ 1093773 h 1667442"/>
              <a:gd name="connsiteX3" fmla="*/ 2565385 w 3130308"/>
              <a:gd name="connsiteY3" fmla="*/ 1392319 h 1667442"/>
              <a:gd name="connsiteX4" fmla="*/ 3130308 w 3130308"/>
              <a:gd name="connsiteY4" fmla="*/ 1667442 h 1667442"/>
              <a:gd name="connsiteX0" fmla="*/ 0 w 3130308"/>
              <a:gd name="connsiteY0" fmla="*/ 0 h 1667442"/>
              <a:gd name="connsiteX1" fmla="*/ 1063373 w 3130308"/>
              <a:gd name="connsiteY1" fmla="*/ 667994 h 1667442"/>
              <a:gd name="connsiteX2" fmla="*/ 2011651 w 3130308"/>
              <a:gd name="connsiteY2" fmla="*/ 1158024 h 1667442"/>
              <a:gd name="connsiteX3" fmla="*/ 2565385 w 3130308"/>
              <a:gd name="connsiteY3" fmla="*/ 1392319 h 1667442"/>
              <a:gd name="connsiteX4" fmla="*/ 3130308 w 3130308"/>
              <a:gd name="connsiteY4" fmla="*/ 1667442 h 1667442"/>
              <a:gd name="connsiteX0" fmla="*/ 0 w 3130308"/>
              <a:gd name="connsiteY0" fmla="*/ 0 h 1667442"/>
              <a:gd name="connsiteX1" fmla="*/ 1063373 w 3130308"/>
              <a:gd name="connsiteY1" fmla="*/ 667994 h 1667442"/>
              <a:gd name="connsiteX2" fmla="*/ 2011651 w 3130308"/>
              <a:gd name="connsiteY2" fmla="*/ 1158024 h 1667442"/>
              <a:gd name="connsiteX3" fmla="*/ 2495656 w 3130308"/>
              <a:gd name="connsiteY3" fmla="*/ 1458814 h 1667442"/>
              <a:gd name="connsiteX4" fmla="*/ 3130308 w 3130308"/>
              <a:gd name="connsiteY4" fmla="*/ 1667442 h 1667442"/>
              <a:gd name="connsiteX0" fmla="*/ 0 w 3007700"/>
              <a:gd name="connsiteY0" fmla="*/ 0 h 1806874"/>
              <a:gd name="connsiteX1" fmla="*/ 1063373 w 3007700"/>
              <a:gd name="connsiteY1" fmla="*/ 667994 h 1806874"/>
              <a:gd name="connsiteX2" fmla="*/ 2011651 w 3007700"/>
              <a:gd name="connsiteY2" fmla="*/ 1158024 h 1806874"/>
              <a:gd name="connsiteX3" fmla="*/ 2495656 w 3007700"/>
              <a:gd name="connsiteY3" fmla="*/ 1458814 h 1806874"/>
              <a:gd name="connsiteX4" fmla="*/ 3007700 w 3007700"/>
              <a:gd name="connsiteY4" fmla="*/ 1806874 h 1806874"/>
              <a:gd name="connsiteX0" fmla="*/ 0 w 3007700"/>
              <a:gd name="connsiteY0" fmla="*/ 0 h 1806874"/>
              <a:gd name="connsiteX1" fmla="*/ 1063373 w 3007700"/>
              <a:gd name="connsiteY1" fmla="*/ 667994 h 1806874"/>
              <a:gd name="connsiteX2" fmla="*/ 1590119 w 3007700"/>
              <a:gd name="connsiteY2" fmla="*/ 926422 h 1806874"/>
              <a:gd name="connsiteX3" fmla="*/ 2495656 w 3007700"/>
              <a:gd name="connsiteY3" fmla="*/ 1458814 h 1806874"/>
              <a:gd name="connsiteX4" fmla="*/ 3007700 w 3007700"/>
              <a:gd name="connsiteY4" fmla="*/ 1806874 h 1806874"/>
              <a:gd name="connsiteX0" fmla="*/ 0 w 3007700"/>
              <a:gd name="connsiteY0" fmla="*/ 0 h 1806874"/>
              <a:gd name="connsiteX1" fmla="*/ 1068620 w 3007700"/>
              <a:gd name="connsiteY1" fmla="*/ 624559 h 1806874"/>
              <a:gd name="connsiteX2" fmla="*/ 1590119 w 3007700"/>
              <a:gd name="connsiteY2" fmla="*/ 926422 h 1806874"/>
              <a:gd name="connsiteX3" fmla="*/ 2495656 w 3007700"/>
              <a:gd name="connsiteY3" fmla="*/ 1458814 h 1806874"/>
              <a:gd name="connsiteX4" fmla="*/ 3007700 w 3007700"/>
              <a:gd name="connsiteY4" fmla="*/ 1806874 h 1806874"/>
              <a:gd name="connsiteX0" fmla="*/ 0 w 3007700"/>
              <a:gd name="connsiteY0" fmla="*/ 0 h 1806874"/>
              <a:gd name="connsiteX1" fmla="*/ 1068620 w 3007700"/>
              <a:gd name="connsiteY1" fmla="*/ 624559 h 1806874"/>
              <a:gd name="connsiteX2" fmla="*/ 1590119 w 3007700"/>
              <a:gd name="connsiteY2" fmla="*/ 926422 h 1806874"/>
              <a:gd name="connsiteX3" fmla="*/ 2290984 w 3007700"/>
              <a:gd name="connsiteY3" fmla="*/ 1438498 h 1806874"/>
              <a:gd name="connsiteX4" fmla="*/ 3007700 w 3007700"/>
              <a:gd name="connsiteY4" fmla="*/ 1806874 h 1806874"/>
              <a:gd name="connsiteX0" fmla="*/ 0 w 2890631"/>
              <a:gd name="connsiteY0" fmla="*/ 0 h 1973417"/>
              <a:gd name="connsiteX1" fmla="*/ 1068620 w 2890631"/>
              <a:gd name="connsiteY1" fmla="*/ 624559 h 1973417"/>
              <a:gd name="connsiteX2" fmla="*/ 1590119 w 2890631"/>
              <a:gd name="connsiteY2" fmla="*/ 926422 h 1973417"/>
              <a:gd name="connsiteX3" fmla="*/ 2290984 w 2890631"/>
              <a:gd name="connsiteY3" fmla="*/ 1438498 h 1973417"/>
              <a:gd name="connsiteX4" fmla="*/ 2890631 w 2890631"/>
              <a:gd name="connsiteY4" fmla="*/ 1973417 h 1973417"/>
              <a:gd name="connsiteX0" fmla="*/ 0 w 2865387"/>
              <a:gd name="connsiteY0" fmla="*/ 0 h 2036472"/>
              <a:gd name="connsiteX1" fmla="*/ 1068620 w 2865387"/>
              <a:gd name="connsiteY1" fmla="*/ 624559 h 2036472"/>
              <a:gd name="connsiteX2" fmla="*/ 1590119 w 2865387"/>
              <a:gd name="connsiteY2" fmla="*/ 926422 h 2036472"/>
              <a:gd name="connsiteX3" fmla="*/ 2290984 w 2865387"/>
              <a:gd name="connsiteY3" fmla="*/ 1438498 h 2036472"/>
              <a:gd name="connsiteX4" fmla="*/ 2865387 w 2865387"/>
              <a:gd name="connsiteY4" fmla="*/ 2036472 h 2036472"/>
              <a:gd name="connsiteX0" fmla="*/ 0 w 2865387"/>
              <a:gd name="connsiteY0" fmla="*/ 0 h 2036472"/>
              <a:gd name="connsiteX1" fmla="*/ 1068620 w 2865387"/>
              <a:gd name="connsiteY1" fmla="*/ 624559 h 2036472"/>
              <a:gd name="connsiteX2" fmla="*/ 1590119 w 2865387"/>
              <a:gd name="connsiteY2" fmla="*/ 926422 h 2036472"/>
              <a:gd name="connsiteX3" fmla="*/ 2290984 w 2865387"/>
              <a:gd name="connsiteY3" fmla="*/ 1438498 h 2036472"/>
              <a:gd name="connsiteX4" fmla="*/ 2865387 w 2865387"/>
              <a:gd name="connsiteY4" fmla="*/ 2036472 h 2036472"/>
              <a:gd name="connsiteX0" fmla="*/ 0 w 2865387"/>
              <a:gd name="connsiteY0" fmla="*/ 0 h 2036472"/>
              <a:gd name="connsiteX1" fmla="*/ 1068620 w 2865387"/>
              <a:gd name="connsiteY1" fmla="*/ 624559 h 2036472"/>
              <a:gd name="connsiteX2" fmla="*/ 1590119 w 2865387"/>
              <a:gd name="connsiteY2" fmla="*/ 926422 h 2036472"/>
              <a:gd name="connsiteX3" fmla="*/ 2264924 w 2865387"/>
              <a:gd name="connsiteY3" fmla="*/ 1435350 h 2036472"/>
              <a:gd name="connsiteX4" fmla="*/ 2865387 w 2865387"/>
              <a:gd name="connsiteY4" fmla="*/ 2036472 h 2036472"/>
              <a:gd name="connsiteX0" fmla="*/ 0 w 2865387"/>
              <a:gd name="connsiteY0" fmla="*/ 0 h 2036472"/>
              <a:gd name="connsiteX1" fmla="*/ 1068620 w 2865387"/>
              <a:gd name="connsiteY1" fmla="*/ 624559 h 2036472"/>
              <a:gd name="connsiteX2" fmla="*/ 1590119 w 2865387"/>
              <a:gd name="connsiteY2" fmla="*/ 926422 h 2036472"/>
              <a:gd name="connsiteX3" fmla="*/ 2264924 w 2865387"/>
              <a:gd name="connsiteY3" fmla="*/ 1435350 h 2036472"/>
              <a:gd name="connsiteX4" fmla="*/ 2865387 w 2865387"/>
              <a:gd name="connsiteY4" fmla="*/ 2036472 h 2036472"/>
              <a:gd name="connsiteX0" fmla="*/ 0 w 2865387"/>
              <a:gd name="connsiteY0" fmla="*/ 0 h 2036472"/>
              <a:gd name="connsiteX1" fmla="*/ 1068620 w 2865387"/>
              <a:gd name="connsiteY1" fmla="*/ 624559 h 2036472"/>
              <a:gd name="connsiteX2" fmla="*/ 1590119 w 2865387"/>
              <a:gd name="connsiteY2" fmla="*/ 926422 h 2036472"/>
              <a:gd name="connsiteX3" fmla="*/ 2264924 w 2865387"/>
              <a:gd name="connsiteY3" fmla="*/ 1435350 h 2036472"/>
              <a:gd name="connsiteX4" fmla="*/ 2865387 w 2865387"/>
              <a:gd name="connsiteY4" fmla="*/ 2036472 h 2036472"/>
              <a:gd name="connsiteX0" fmla="*/ 0 w 2865387"/>
              <a:gd name="connsiteY0" fmla="*/ 0 h 2036472"/>
              <a:gd name="connsiteX1" fmla="*/ 1068620 w 2865387"/>
              <a:gd name="connsiteY1" fmla="*/ 624559 h 2036472"/>
              <a:gd name="connsiteX2" fmla="*/ 1570499 w 2865387"/>
              <a:gd name="connsiteY2" fmla="*/ 906424 h 2036472"/>
              <a:gd name="connsiteX3" fmla="*/ 2264924 w 2865387"/>
              <a:gd name="connsiteY3" fmla="*/ 1435350 h 2036472"/>
              <a:gd name="connsiteX4" fmla="*/ 2865387 w 2865387"/>
              <a:gd name="connsiteY4" fmla="*/ 2036472 h 2036472"/>
              <a:gd name="connsiteX0" fmla="*/ 0 w 2865387"/>
              <a:gd name="connsiteY0" fmla="*/ 0 h 2036472"/>
              <a:gd name="connsiteX1" fmla="*/ 1068620 w 2865387"/>
              <a:gd name="connsiteY1" fmla="*/ 624559 h 2036472"/>
              <a:gd name="connsiteX2" fmla="*/ 1570499 w 2865387"/>
              <a:gd name="connsiteY2" fmla="*/ 906424 h 2036472"/>
              <a:gd name="connsiteX3" fmla="*/ 2264924 w 2865387"/>
              <a:gd name="connsiteY3" fmla="*/ 1435350 h 2036472"/>
              <a:gd name="connsiteX4" fmla="*/ 2865387 w 2865387"/>
              <a:gd name="connsiteY4" fmla="*/ 2036472 h 2036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5387" h="2036472">
                <a:moveTo>
                  <a:pt x="0" y="0"/>
                </a:moveTo>
                <a:cubicBezTo>
                  <a:pt x="564207" y="313271"/>
                  <a:pt x="504413" y="311288"/>
                  <a:pt x="1068620" y="624559"/>
                </a:cubicBezTo>
                <a:cubicBezTo>
                  <a:pt x="1480782" y="864192"/>
                  <a:pt x="1231534" y="694115"/>
                  <a:pt x="1570499" y="906424"/>
                </a:cubicBezTo>
                <a:cubicBezTo>
                  <a:pt x="1821965" y="1024038"/>
                  <a:pt x="2103216" y="1311587"/>
                  <a:pt x="2264924" y="1435350"/>
                </a:cubicBezTo>
                <a:cubicBezTo>
                  <a:pt x="2425584" y="1567799"/>
                  <a:pt x="2784476" y="1960202"/>
                  <a:pt x="2865387" y="2036472"/>
                </a:cubicBezTo>
              </a:path>
            </a:pathLst>
          </a:custGeom>
          <a:noFill/>
          <a:ln w="34925">
            <a:solidFill>
              <a:srgbClr val="0432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5624B5-CEC7-01AB-B838-54BDFE2F1EC3}"/>
              </a:ext>
            </a:extLst>
          </p:cNvPr>
          <p:cNvCxnSpPr>
            <a:cxnSpLocks/>
          </p:cNvCxnSpPr>
          <p:nvPr/>
        </p:nvCxnSpPr>
        <p:spPr>
          <a:xfrm>
            <a:off x="2168267" y="4495800"/>
            <a:ext cx="0" cy="178320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9">
            <a:extLst>
              <a:ext uri="{FF2B5EF4-FFF2-40B4-BE49-F238E27FC236}">
                <a16:creationId xmlns:a16="http://schemas.microsoft.com/office/drawing/2014/main" id="{733434EE-6278-5542-AA15-4371AB168794}"/>
              </a:ext>
            </a:extLst>
          </p:cNvPr>
          <p:cNvSpPr>
            <a:spLocks/>
          </p:cNvSpPr>
          <p:nvPr/>
        </p:nvSpPr>
        <p:spPr bwMode="auto">
          <a:xfrm>
            <a:off x="810414" y="2985745"/>
            <a:ext cx="3408156" cy="3309990"/>
          </a:xfrm>
          <a:custGeom>
            <a:avLst/>
            <a:gdLst>
              <a:gd name="T0" fmla="*/ 12 w 2124"/>
              <a:gd name="T1" fmla="*/ 0 h 2112"/>
              <a:gd name="T2" fmla="*/ 77 w 2124"/>
              <a:gd name="T3" fmla="*/ 234 h 2112"/>
              <a:gd name="T4" fmla="*/ 476 w 2124"/>
              <a:gd name="T5" fmla="*/ 978 h 2112"/>
              <a:gd name="T6" fmla="*/ 761 w 2124"/>
              <a:gd name="T7" fmla="*/ 1402 h 2112"/>
              <a:gd name="T8" fmla="*/ 1054 w 2124"/>
              <a:gd name="T9" fmla="*/ 1642 h 2112"/>
              <a:gd name="T10" fmla="*/ 1550 w 2124"/>
              <a:gd name="T11" fmla="*/ 1899 h 2112"/>
              <a:gd name="T12" fmla="*/ 2124 w 2124"/>
              <a:gd name="T13" fmla="*/ 2112 h 2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24"/>
              <a:gd name="T22" fmla="*/ 0 h 2112"/>
              <a:gd name="T23" fmla="*/ 2124 w 2124"/>
              <a:gd name="T24" fmla="*/ 2112 h 2112"/>
              <a:gd name="connsiteX0" fmla="*/ 0 w 9944"/>
              <a:gd name="connsiteY0" fmla="*/ 0 h 10000"/>
              <a:gd name="connsiteX1" fmla="*/ 307 w 9944"/>
              <a:gd name="connsiteY1" fmla="*/ 1108 h 10000"/>
              <a:gd name="connsiteX2" fmla="*/ 1624 w 9944"/>
              <a:gd name="connsiteY2" fmla="*/ 3879 h 10000"/>
              <a:gd name="connsiteX3" fmla="*/ 3527 w 9944"/>
              <a:gd name="connsiteY3" fmla="*/ 6638 h 10000"/>
              <a:gd name="connsiteX4" fmla="*/ 4906 w 9944"/>
              <a:gd name="connsiteY4" fmla="*/ 7775 h 10000"/>
              <a:gd name="connsiteX5" fmla="*/ 7242 w 9944"/>
              <a:gd name="connsiteY5" fmla="*/ 8991 h 10000"/>
              <a:gd name="connsiteX6" fmla="*/ 9944 w 9944"/>
              <a:gd name="connsiteY6" fmla="*/ 10000 h 10000"/>
              <a:gd name="connsiteX0" fmla="*/ 0 w 10063"/>
              <a:gd name="connsiteY0" fmla="*/ 0 h 9969"/>
              <a:gd name="connsiteX1" fmla="*/ 372 w 10063"/>
              <a:gd name="connsiteY1" fmla="*/ 1077 h 9969"/>
              <a:gd name="connsiteX2" fmla="*/ 1696 w 10063"/>
              <a:gd name="connsiteY2" fmla="*/ 3848 h 9969"/>
              <a:gd name="connsiteX3" fmla="*/ 3610 w 10063"/>
              <a:gd name="connsiteY3" fmla="*/ 6607 h 9969"/>
              <a:gd name="connsiteX4" fmla="*/ 4997 w 10063"/>
              <a:gd name="connsiteY4" fmla="*/ 7744 h 9969"/>
              <a:gd name="connsiteX5" fmla="*/ 7346 w 10063"/>
              <a:gd name="connsiteY5" fmla="*/ 8960 h 9969"/>
              <a:gd name="connsiteX6" fmla="*/ 10063 w 10063"/>
              <a:gd name="connsiteY6" fmla="*/ 9969 h 9969"/>
              <a:gd name="connsiteX0" fmla="*/ 0 w 10000"/>
              <a:gd name="connsiteY0" fmla="*/ 0 h 10000"/>
              <a:gd name="connsiteX1" fmla="*/ 370 w 10000"/>
              <a:gd name="connsiteY1" fmla="*/ 1080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2964 w 10000"/>
              <a:gd name="connsiteY3" fmla="*/ 6030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276"/>
              <a:gd name="connsiteY0" fmla="*/ 0 h 10037"/>
              <a:gd name="connsiteX1" fmla="*/ 677 w 10276"/>
              <a:gd name="connsiteY1" fmla="*/ 1746 h 10037"/>
              <a:gd name="connsiteX2" fmla="*/ 1774 w 10276"/>
              <a:gd name="connsiteY2" fmla="*/ 4117 h 10037"/>
              <a:gd name="connsiteX3" fmla="*/ 3240 w 10276"/>
              <a:gd name="connsiteY3" fmla="*/ 6067 h 10037"/>
              <a:gd name="connsiteX4" fmla="*/ 5242 w 10276"/>
              <a:gd name="connsiteY4" fmla="*/ 7805 h 10037"/>
              <a:gd name="connsiteX5" fmla="*/ 7576 w 10276"/>
              <a:gd name="connsiteY5" fmla="*/ 9025 h 10037"/>
              <a:gd name="connsiteX6" fmla="*/ 10276 w 10276"/>
              <a:gd name="connsiteY6" fmla="*/ 10037 h 1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76" h="10037">
                <a:moveTo>
                  <a:pt x="0" y="0"/>
                </a:moveTo>
                <a:cubicBezTo>
                  <a:pt x="52" y="186"/>
                  <a:pt x="381" y="1060"/>
                  <a:pt x="677" y="1746"/>
                </a:cubicBezTo>
                <a:cubicBezTo>
                  <a:pt x="973" y="2432"/>
                  <a:pt x="1347" y="3397"/>
                  <a:pt x="1774" y="4117"/>
                </a:cubicBezTo>
                <a:cubicBezTo>
                  <a:pt x="2201" y="4837"/>
                  <a:pt x="2662" y="5452"/>
                  <a:pt x="3240" y="6067"/>
                </a:cubicBezTo>
                <a:cubicBezTo>
                  <a:pt x="3818" y="6682"/>
                  <a:pt x="4520" y="7312"/>
                  <a:pt x="5242" y="7805"/>
                </a:cubicBezTo>
                <a:cubicBezTo>
                  <a:pt x="5964" y="8298"/>
                  <a:pt x="6738" y="8655"/>
                  <a:pt x="7576" y="9025"/>
                </a:cubicBezTo>
                <a:cubicBezTo>
                  <a:pt x="8414" y="9396"/>
                  <a:pt x="9717" y="9828"/>
                  <a:pt x="10276" y="10037"/>
                </a:cubicBezTo>
              </a:path>
            </a:pathLst>
          </a:custGeom>
          <a:noFill/>
          <a:ln w="317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9CE8F9B-2AAD-BFA0-8235-6B06312233C9}"/>
              </a:ext>
            </a:extLst>
          </p:cNvPr>
          <p:cNvSpPr/>
          <p:nvPr/>
        </p:nvSpPr>
        <p:spPr>
          <a:xfrm>
            <a:off x="1382330" y="4094855"/>
            <a:ext cx="451412" cy="937550"/>
          </a:xfrm>
          <a:custGeom>
            <a:avLst/>
            <a:gdLst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636607 w 3576577"/>
              <a:gd name="connsiteY2" fmla="*/ 1898248 h 3183038"/>
              <a:gd name="connsiteX3" fmla="*/ 1632030 w 3576577"/>
              <a:gd name="connsiteY3" fmla="*/ 2708476 h 3183038"/>
              <a:gd name="connsiteX4" fmla="*/ 3576577 w 3576577"/>
              <a:gd name="connsiteY4" fmla="*/ 3183038 h 3183038"/>
              <a:gd name="connsiteX0" fmla="*/ 0 w 1632030"/>
              <a:gd name="connsiteY0" fmla="*/ 0 h 2708476"/>
              <a:gd name="connsiteX1" fmla="*/ 185195 w 1632030"/>
              <a:gd name="connsiteY1" fmla="*/ 960698 h 2708476"/>
              <a:gd name="connsiteX2" fmla="*/ 636607 w 1632030"/>
              <a:gd name="connsiteY2" fmla="*/ 1898248 h 2708476"/>
              <a:gd name="connsiteX3" fmla="*/ 1632030 w 1632030"/>
              <a:gd name="connsiteY3" fmla="*/ 2708476 h 2708476"/>
              <a:gd name="connsiteX0" fmla="*/ 0 w 636607"/>
              <a:gd name="connsiteY0" fmla="*/ 0 h 1898248"/>
              <a:gd name="connsiteX1" fmla="*/ 185195 w 636607"/>
              <a:gd name="connsiteY1" fmla="*/ 960698 h 1898248"/>
              <a:gd name="connsiteX2" fmla="*/ 636607 w 636607"/>
              <a:gd name="connsiteY2" fmla="*/ 1898248 h 1898248"/>
              <a:gd name="connsiteX0" fmla="*/ 0 w 451412"/>
              <a:gd name="connsiteY0" fmla="*/ 0 h 937550"/>
              <a:gd name="connsiteX1" fmla="*/ 451412 w 451412"/>
              <a:gd name="connsiteY1" fmla="*/ 937550 h 93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1412" h="937550">
                <a:moveTo>
                  <a:pt x="0" y="0"/>
                </a:moveTo>
                <a:cubicBezTo>
                  <a:pt x="106101" y="316375"/>
                  <a:pt x="210273" y="646254"/>
                  <a:pt x="451412" y="93755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7DA2C119-A7D9-7047-8544-90D24DD67C0C}"/>
              </a:ext>
            </a:extLst>
          </p:cNvPr>
          <p:cNvSpPr txBox="1"/>
          <p:nvPr/>
        </p:nvSpPr>
        <p:spPr>
          <a:xfrm>
            <a:off x="2715280" y="5271583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2F5B60F-6299-6149-8994-E8ECC5AF448E}"/>
              </a:ext>
            </a:extLst>
          </p:cNvPr>
          <p:cNvSpPr/>
          <p:nvPr/>
        </p:nvSpPr>
        <p:spPr>
          <a:xfrm>
            <a:off x="1370514" y="3059951"/>
            <a:ext cx="3576577" cy="3183038"/>
          </a:xfrm>
          <a:custGeom>
            <a:avLst/>
            <a:gdLst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636607 w 3576577"/>
              <a:gd name="connsiteY2" fmla="*/ 1898248 h 3183038"/>
              <a:gd name="connsiteX3" fmla="*/ 1632030 w 3576577"/>
              <a:gd name="connsiteY3" fmla="*/ 2708476 h 3183038"/>
              <a:gd name="connsiteX4" fmla="*/ 3576577 w 3576577"/>
              <a:gd name="connsiteY4" fmla="*/ 3183038 h 318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6577" h="3183038">
                <a:moveTo>
                  <a:pt x="0" y="0"/>
                </a:moveTo>
                <a:cubicBezTo>
                  <a:pt x="39547" y="322161"/>
                  <a:pt x="79094" y="644323"/>
                  <a:pt x="185195" y="960698"/>
                </a:cubicBezTo>
                <a:cubicBezTo>
                  <a:pt x="291296" y="1277073"/>
                  <a:pt x="395468" y="1606952"/>
                  <a:pt x="636607" y="1898248"/>
                </a:cubicBezTo>
                <a:cubicBezTo>
                  <a:pt x="877746" y="2189544"/>
                  <a:pt x="1142035" y="2494344"/>
                  <a:pt x="1632030" y="2708476"/>
                </a:cubicBezTo>
                <a:cubicBezTo>
                  <a:pt x="2122025" y="2922608"/>
                  <a:pt x="2849301" y="3052823"/>
                  <a:pt x="3576577" y="3183038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792126" y="2374915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>
            <a:off x="800324" y="6278577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1b.  Two demand concepts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4406594" y="6341652"/>
            <a:ext cx="1474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Quantity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BF528DB-1EB4-A043-A440-F970089C68CE}"/>
              </a:ext>
            </a:extLst>
          </p:cNvPr>
          <p:cNvSpPr txBox="1"/>
          <p:nvPr/>
        </p:nvSpPr>
        <p:spPr>
          <a:xfrm>
            <a:off x="34296" y="1562860"/>
            <a:ext cx="1474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All other goods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-69642" y="6213899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sp>
        <p:nvSpPr>
          <p:cNvPr id="30" name="Oval 20">
            <a:extLst>
              <a:ext uri="{FF2B5EF4-FFF2-40B4-BE49-F238E27FC236}">
                <a16:creationId xmlns:a16="http://schemas.microsoft.com/office/drawing/2014/main" id="{6F3BCEBF-CD49-BD4C-A42C-403B665A2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654" y="5597765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092A6-8C3C-E74D-8350-69BB8BC211AF}"/>
              </a:ext>
            </a:extLst>
          </p:cNvPr>
          <p:cNvCxnSpPr>
            <a:cxnSpLocks/>
          </p:cNvCxnSpPr>
          <p:nvPr/>
        </p:nvCxnSpPr>
        <p:spPr>
          <a:xfrm>
            <a:off x="2211924" y="3764870"/>
            <a:ext cx="951459" cy="0"/>
          </a:xfrm>
          <a:prstGeom prst="straightConnector1">
            <a:avLst/>
          </a:prstGeom>
          <a:ln w="31750">
            <a:solidFill>
              <a:srgbClr val="0099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>
            <a:extLst>
              <a:ext uri="{FF2B5EF4-FFF2-40B4-BE49-F238E27FC236}">
                <a16:creationId xmlns:a16="http://schemas.microsoft.com/office/drawing/2014/main" id="{410CA92F-65E1-1D46-A6D0-E74B2EEEC378}"/>
              </a:ext>
            </a:extLst>
          </p:cNvPr>
          <p:cNvSpPr txBox="1"/>
          <p:nvPr/>
        </p:nvSpPr>
        <p:spPr>
          <a:xfrm>
            <a:off x="3141875" y="3568955"/>
            <a:ext cx="20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9900"/>
                </a:solidFill>
              </a:rPr>
              <a:t>Budget constraint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A1C8CC8-B09C-3640-9613-F751B177B47D}"/>
              </a:ext>
            </a:extLst>
          </p:cNvPr>
          <p:cNvCxnSpPr>
            <a:cxnSpLocks/>
          </p:cNvCxnSpPr>
          <p:nvPr/>
        </p:nvCxnSpPr>
        <p:spPr>
          <a:xfrm>
            <a:off x="2239550" y="4113086"/>
            <a:ext cx="951459" cy="0"/>
          </a:xfrm>
          <a:prstGeom prst="straightConnector1">
            <a:avLst/>
          </a:prstGeom>
          <a:ln w="317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5">
            <a:extLst>
              <a:ext uri="{FF2B5EF4-FFF2-40B4-BE49-F238E27FC236}">
                <a16:creationId xmlns:a16="http://schemas.microsoft.com/office/drawing/2014/main" id="{AB0902A3-5125-DC47-9B56-76E72901417F}"/>
              </a:ext>
            </a:extLst>
          </p:cNvPr>
          <p:cNvSpPr txBox="1"/>
          <p:nvPr/>
        </p:nvSpPr>
        <p:spPr>
          <a:xfrm>
            <a:off x="3013050" y="3930087"/>
            <a:ext cx="238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FF0000"/>
                </a:solidFill>
              </a:rPr>
              <a:t>Indifference curve</a:t>
            </a: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D2CEA9F2-DB04-F64F-927F-D4D25058E11E}"/>
              </a:ext>
            </a:extLst>
          </p:cNvPr>
          <p:cNvSpPr txBox="1"/>
          <p:nvPr/>
        </p:nvSpPr>
        <p:spPr>
          <a:xfrm>
            <a:off x="2119654" y="3126789"/>
            <a:ext cx="256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LEGEND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5E0E941A-D657-BB74-DB30-BCF62E44A0FA}"/>
                  </a:ext>
                </a:extLst>
              </p:cNvPr>
              <p:cNvSpPr txBox="1"/>
              <p:nvPr/>
            </p:nvSpPr>
            <p:spPr>
              <a:xfrm>
                <a:off x="-92542" y="2641570"/>
                <a:ext cx="12022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5E0E941A-D657-BB74-DB30-BCF62E44A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2542" y="2641570"/>
                <a:ext cx="1202267" cy="461665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Line 4">
            <a:extLst>
              <a:ext uri="{FF2B5EF4-FFF2-40B4-BE49-F238E27FC236}">
                <a16:creationId xmlns:a16="http://schemas.microsoft.com/office/drawing/2014/main" id="{3E83CC44-EAC2-1F17-D6A2-7B29AC609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6059" y="2374915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E5F51007-250B-3325-E95B-AF63945DE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4257" y="6278577"/>
            <a:ext cx="320474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BD4C4A-876E-28C4-45C7-890743BE521A}"/>
              </a:ext>
            </a:extLst>
          </p:cNvPr>
          <p:cNvSpPr txBox="1"/>
          <p:nvPr/>
        </p:nvSpPr>
        <p:spPr>
          <a:xfrm>
            <a:off x="7924800" y="6317794"/>
            <a:ext cx="1474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Quantity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1BBD062-C48E-BD8F-5ACB-73069B4913DE}"/>
              </a:ext>
            </a:extLst>
          </p:cNvPr>
          <p:cNvSpPr txBox="1"/>
          <p:nvPr/>
        </p:nvSpPr>
        <p:spPr>
          <a:xfrm>
            <a:off x="4947091" y="1654006"/>
            <a:ext cx="1474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MRS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56A9F6-8A9B-ECC2-47D6-D9F938AA4354}"/>
              </a:ext>
            </a:extLst>
          </p:cNvPr>
          <p:cNvCxnSpPr>
            <a:cxnSpLocks/>
          </p:cNvCxnSpPr>
          <p:nvPr/>
        </p:nvCxnSpPr>
        <p:spPr>
          <a:xfrm>
            <a:off x="1573258" y="3594525"/>
            <a:ext cx="0" cy="268405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20">
            <a:extLst>
              <a:ext uri="{FF2B5EF4-FFF2-40B4-BE49-F238E27FC236}">
                <a16:creationId xmlns:a16="http://schemas.microsoft.com/office/drawing/2014/main" id="{B8319FCF-9330-689F-0D12-DA6846F7E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067" y="508803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2" name="Oval 20">
            <a:extLst>
              <a:ext uri="{FF2B5EF4-FFF2-40B4-BE49-F238E27FC236}">
                <a16:creationId xmlns:a16="http://schemas.microsoft.com/office/drawing/2014/main" id="{B41E750A-32C6-7963-65C5-D0CDE2F60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093" y="4530549"/>
            <a:ext cx="152400" cy="152400"/>
          </a:xfrm>
          <a:prstGeom prst="ellipse">
            <a:avLst/>
          </a:prstGeom>
          <a:solidFill>
            <a:srgbClr val="0432FF"/>
          </a:solidFill>
          <a:ln w="9525">
            <a:solidFill>
              <a:srgbClr val="0432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230524ED-E9E4-F148-F5DA-09735B028A91}"/>
              </a:ext>
            </a:extLst>
          </p:cNvPr>
          <p:cNvSpPr txBox="1"/>
          <p:nvPr/>
        </p:nvSpPr>
        <p:spPr>
          <a:xfrm>
            <a:off x="1013984" y="6208071"/>
            <a:ext cx="1197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q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F9824F-147E-0D21-30B7-7E70EB5CD45B}"/>
              </a:ext>
            </a:extLst>
          </p:cNvPr>
          <p:cNvCxnSpPr>
            <a:cxnSpLocks/>
          </p:cNvCxnSpPr>
          <p:nvPr/>
        </p:nvCxnSpPr>
        <p:spPr>
          <a:xfrm>
            <a:off x="6306611" y="3603593"/>
            <a:ext cx="0" cy="268405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5">
            <a:extLst>
              <a:ext uri="{FF2B5EF4-FFF2-40B4-BE49-F238E27FC236}">
                <a16:creationId xmlns:a16="http://schemas.microsoft.com/office/drawing/2014/main" id="{F44C82C9-8B40-B345-D4ED-9A2DB74FAFA5}"/>
              </a:ext>
            </a:extLst>
          </p:cNvPr>
          <p:cNvSpPr txBox="1"/>
          <p:nvPr/>
        </p:nvSpPr>
        <p:spPr>
          <a:xfrm>
            <a:off x="5747337" y="6217139"/>
            <a:ext cx="1197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q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17" name="Oval 20">
            <a:extLst>
              <a:ext uri="{FF2B5EF4-FFF2-40B4-BE49-F238E27FC236}">
                <a16:creationId xmlns:a16="http://schemas.microsoft.com/office/drawing/2014/main" id="{68F654E3-0442-B5D9-C1EA-E9CF8C94D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4" y="3785887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8" name="Oval 20">
            <a:extLst>
              <a:ext uri="{FF2B5EF4-FFF2-40B4-BE49-F238E27FC236}">
                <a16:creationId xmlns:a16="http://schemas.microsoft.com/office/drawing/2014/main" id="{71EBDC30-B40F-EDA2-15A7-607645722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411" y="4229659"/>
            <a:ext cx="152400" cy="152400"/>
          </a:xfrm>
          <a:prstGeom prst="ellipse">
            <a:avLst/>
          </a:prstGeom>
          <a:solidFill>
            <a:srgbClr val="0432FF"/>
          </a:solidFill>
          <a:ln w="9525">
            <a:solidFill>
              <a:srgbClr val="0432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844550F5-9680-2757-6AF2-8A19E8D73B53}"/>
              </a:ext>
            </a:extLst>
          </p:cNvPr>
          <p:cNvSpPr txBox="1"/>
          <p:nvPr/>
        </p:nvSpPr>
        <p:spPr>
          <a:xfrm>
            <a:off x="1608993" y="6208497"/>
            <a:ext cx="1197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q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B83C2D42-6292-8AD8-02B5-899E24B650AA}"/>
              </a:ext>
            </a:extLst>
          </p:cNvPr>
          <p:cNvSpPr/>
          <p:nvPr/>
        </p:nvSpPr>
        <p:spPr>
          <a:xfrm rot="20382698">
            <a:off x="1959133" y="4732938"/>
            <a:ext cx="451412" cy="937550"/>
          </a:xfrm>
          <a:custGeom>
            <a:avLst/>
            <a:gdLst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636607 w 3576577"/>
              <a:gd name="connsiteY2" fmla="*/ 1898248 h 3183038"/>
              <a:gd name="connsiteX3" fmla="*/ 1632030 w 3576577"/>
              <a:gd name="connsiteY3" fmla="*/ 2708476 h 3183038"/>
              <a:gd name="connsiteX4" fmla="*/ 3576577 w 3576577"/>
              <a:gd name="connsiteY4" fmla="*/ 3183038 h 3183038"/>
              <a:gd name="connsiteX0" fmla="*/ 0 w 1632030"/>
              <a:gd name="connsiteY0" fmla="*/ 0 h 2708476"/>
              <a:gd name="connsiteX1" fmla="*/ 185195 w 1632030"/>
              <a:gd name="connsiteY1" fmla="*/ 960698 h 2708476"/>
              <a:gd name="connsiteX2" fmla="*/ 636607 w 1632030"/>
              <a:gd name="connsiteY2" fmla="*/ 1898248 h 2708476"/>
              <a:gd name="connsiteX3" fmla="*/ 1632030 w 1632030"/>
              <a:gd name="connsiteY3" fmla="*/ 2708476 h 2708476"/>
              <a:gd name="connsiteX0" fmla="*/ 0 w 636607"/>
              <a:gd name="connsiteY0" fmla="*/ 0 h 1898248"/>
              <a:gd name="connsiteX1" fmla="*/ 185195 w 636607"/>
              <a:gd name="connsiteY1" fmla="*/ 960698 h 1898248"/>
              <a:gd name="connsiteX2" fmla="*/ 636607 w 636607"/>
              <a:gd name="connsiteY2" fmla="*/ 1898248 h 1898248"/>
              <a:gd name="connsiteX0" fmla="*/ 0 w 451412"/>
              <a:gd name="connsiteY0" fmla="*/ 0 h 937550"/>
              <a:gd name="connsiteX1" fmla="*/ 451412 w 451412"/>
              <a:gd name="connsiteY1" fmla="*/ 937550 h 93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1412" h="937550">
                <a:moveTo>
                  <a:pt x="0" y="0"/>
                </a:moveTo>
                <a:cubicBezTo>
                  <a:pt x="106101" y="316375"/>
                  <a:pt x="210273" y="646254"/>
                  <a:pt x="451412" y="93755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DE0E43-D507-C3E0-1E34-553C68ECC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3102" y="5186860"/>
            <a:ext cx="152400" cy="152400"/>
          </a:xfrm>
          <a:prstGeom prst="ellipse">
            <a:avLst/>
          </a:prstGeom>
          <a:solidFill>
            <a:srgbClr val="0432FF"/>
          </a:solidFill>
          <a:ln w="9525">
            <a:solidFill>
              <a:srgbClr val="0432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F1DFBA5-4F7B-D9F8-1F14-F45D295084A3}"/>
              </a:ext>
            </a:extLst>
          </p:cNvPr>
          <p:cNvCxnSpPr>
            <a:cxnSpLocks/>
          </p:cNvCxnSpPr>
          <p:nvPr/>
        </p:nvCxnSpPr>
        <p:spPr>
          <a:xfrm>
            <a:off x="6894023" y="3594525"/>
            <a:ext cx="0" cy="268405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5">
            <a:extLst>
              <a:ext uri="{FF2B5EF4-FFF2-40B4-BE49-F238E27FC236}">
                <a16:creationId xmlns:a16="http://schemas.microsoft.com/office/drawing/2014/main" id="{F40C6D08-A970-6C6A-D3E9-14CAA2B11D1F}"/>
              </a:ext>
            </a:extLst>
          </p:cNvPr>
          <p:cNvSpPr txBox="1"/>
          <p:nvPr/>
        </p:nvSpPr>
        <p:spPr>
          <a:xfrm>
            <a:off x="6334749" y="6208071"/>
            <a:ext cx="1197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q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34" name="Oval 20">
            <a:extLst>
              <a:ext uri="{FF2B5EF4-FFF2-40B4-BE49-F238E27FC236}">
                <a16:creationId xmlns:a16="http://schemas.microsoft.com/office/drawing/2014/main" id="{B574D219-F285-05C6-A159-E61AB8977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470" y="4326746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" name="Oval 20">
            <a:extLst>
              <a:ext uri="{FF2B5EF4-FFF2-40B4-BE49-F238E27FC236}">
                <a16:creationId xmlns:a16="http://schemas.microsoft.com/office/drawing/2014/main" id="{D8E3940B-8E53-EBBC-E537-0C0F5B5F0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680" y="4496674"/>
            <a:ext cx="152400" cy="152400"/>
          </a:xfrm>
          <a:prstGeom prst="ellipse">
            <a:avLst/>
          </a:prstGeom>
          <a:solidFill>
            <a:srgbClr val="0432FF"/>
          </a:solidFill>
          <a:ln w="9525">
            <a:solidFill>
              <a:srgbClr val="0432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4E418BB-B27A-40E1-6A0C-94F23B1193DF}"/>
              </a:ext>
            </a:extLst>
          </p:cNvPr>
          <p:cNvCxnSpPr>
            <a:cxnSpLocks/>
          </p:cNvCxnSpPr>
          <p:nvPr/>
        </p:nvCxnSpPr>
        <p:spPr>
          <a:xfrm>
            <a:off x="7453298" y="3599523"/>
            <a:ext cx="0" cy="268405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5">
            <a:extLst>
              <a:ext uri="{FF2B5EF4-FFF2-40B4-BE49-F238E27FC236}">
                <a16:creationId xmlns:a16="http://schemas.microsoft.com/office/drawing/2014/main" id="{D9B76ACC-C7B3-985D-0B31-8A9DD44F96F7}"/>
              </a:ext>
            </a:extLst>
          </p:cNvPr>
          <p:cNvSpPr txBox="1"/>
          <p:nvPr/>
        </p:nvSpPr>
        <p:spPr>
          <a:xfrm>
            <a:off x="6894024" y="6213069"/>
            <a:ext cx="1197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q</a:t>
            </a:r>
            <a:r>
              <a:rPr lang="en-US" sz="2400" baseline="-25000" dirty="0"/>
              <a:t>A</a:t>
            </a:r>
            <a:endParaRPr lang="en-US" sz="2400" dirty="0"/>
          </a:p>
        </p:txBody>
      </p:sp>
      <p:sp>
        <p:nvSpPr>
          <p:cNvPr id="42" name="Oval 20">
            <a:extLst>
              <a:ext uri="{FF2B5EF4-FFF2-40B4-BE49-F238E27FC236}">
                <a16:creationId xmlns:a16="http://schemas.microsoft.com/office/drawing/2014/main" id="{5E2B2F2B-29B0-5928-97BD-319C50BA0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8623" y="4702583"/>
            <a:ext cx="152400" cy="152400"/>
          </a:xfrm>
          <a:prstGeom prst="ellipse">
            <a:avLst/>
          </a:prstGeom>
          <a:solidFill>
            <a:srgbClr val="FF0000"/>
          </a:solidFill>
          <a:ln w="22225">
            <a:solidFill>
              <a:srgbClr val="0432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A3AFC48-D188-7112-870C-7DEF983FDD86}"/>
              </a:ext>
            </a:extLst>
          </p:cNvPr>
          <p:cNvCxnSpPr>
            <a:cxnSpLocks/>
          </p:cNvCxnSpPr>
          <p:nvPr/>
        </p:nvCxnSpPr>
        <p:spPr>
          <a:xfrm>
            <a:off x="6274670" y="3112637"/>
            <a:ext cx="951459" cy="0"/>
          </a:xfrm>
          <a:prstGeom prst="straightConnector1">
            <a:avLst/>
          </a:prstGeom>
          <a:ln w="31750">
            <a:solidFill>
              <a:srgbClr val="0432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5">
            <a:extLst>
              <a:ext uri="{FF2B5EF4-FFF2-40B4-BE49-F238E27FC236}">
                <a16:creationId xmlns:a16="http://schemas.microsoft.com/office/drawing/2014/main" id="{EE169682-F8B5-55BC-E1F0-B14636296F14}"/>
              </a:ext>
            </a:extLst>
          </p:cNvPr>
          <p:cNvSpPr txBox="1"/>
          <p:nvPr/>
        </p:nvSpPr>
        <p:spPr>
          <a:xfrm>
            <a:off x="7204622" y="2916722"/>
            <a:ext cx="1736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432FF"/>
                </a:solidFill>
              </a:rPr>
              <a:t>MRS function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DA5DDA7-4B2C-43B7-B652-3A57FFF1D7B6}"/>
              </a:ext>
            </a:extLst>
          </p:cNvPr>
          <p:cNvCxnSpPr>
            <a:cxnSpLocks/>
          </p:cNvCxnSpPr>
          <p:nvPr/>
        </p:nvCxnSpPr>
        <p:spPr>
          <a:xfrm>
            <a:off x="6274670" y="2830014"/>
            <a:ext cx="951459" cy="0"/>
          </a:xfrm>
          <a:prstGeom prst="straightConnector1">
            <a:avLst/>
          </a:prstGeom>
          <a:ln w="317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5">
            <a:extLst>
              <a:ext uri="{FF2B5EF4-FFF2-40B4-BE49-F238E27FC236}">
                <a16:creationId xmlns:a16="http://schemas.microsoft.com/office/drawing/2014/main" id="{A3C23996-7497-1305-3413-CED1C7F784A1}"/>
              </a:ext>
            </a:extLst>
          </p:cNvPr>
          <p:cNvSpPr txBox="1"/>
          <p:nvPr/>
        </p:nvSpPr>
        <p:spPr>
          <a:xfrm>
            <a:off x="7048170" y="2647015"/>
            <a:ext cx="232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FF0000"/>
                </a:solidFill>
              </a:rPr>
              <a:t>Hicksian demand</a:t>
            </a:r>
          </a:p>
        </p:txBody>
      </p:sp>
      <p:sp>
        <p:nvSpPr>
          <p:cNvPr id="49" name="Oval 20">
            <a:extLst>
              <a:ext uri="{FF2B5EF4-FFF2-40B4-BE49-F238E27FC236}">
                <a16:creationId xmlns:a16="http://schemas.microsoft.com/office/drawing/2014/main" id="{A2CD21A4-C283-DC2D-DA55-36091963F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1422" y="3943911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72F7C45-E334-544B-4C13-122B2F3859CA}"/>
              </a:ext>
            </a:extLst>
          </p:cNvPr>
          <p:cNvCxnSpPr>
            <a:cxnSpLocks/>
          </p:cNvCxnSpPr>
          <p:nvPr/>
        </p:nvCxnSpPr>
        <p:spPr>
          <a:xfrm>
            <a:off x="2771198" y="4500625"/>
            <a:ext cx="0" cy="178320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">
            <a:extLst>
              <a:ext uri="{FF2B5EF4-FFF2-40B4-BE49-F238E27FC236}">
                <a16:creationId xmlns:a16="http://schemas.microsoft.com/office/drawing/2014/main" id="{30DC8DD6-4D37-9BF2-BD19-1388FC9F9C2E}"/>
              </a:ext>
            </a:extLst>
          </p:cNvPr>
          <p:cNvSpPr txBox="1"/>
          <p:nvPr/>
        </p:nvSpPr>
        <p:spPr>
          <a:xfrm>
            <a:off x="2211924" y="6213322"/>
            <a:ext cx="1197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q</a:t>
            </a:r>
            <a:r>
              <a:rPr lang="en-US" sz="2400" baseline="-25000" dirty="0"/>
              <a:t>A</a:t>
            </a:r>
            <a:endParaRPr lang="en-US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6B8813-3443-D4AF-0088-3CC3F87A7AC0}"/>
              </a:ext>
            </a:extLst>
          </p:cNvPr>
          <p:cNvCxnSpPr>
            <a:cxnSpLocks/>
          </p:cNvCxnSpPr>
          <p:nvPr/>
        </p:nvCxnSpPr>
        <p:spPr>
          <a:xfrm>
            <a:off x="3344819" y="4495374"/>
            <a:ext cx="0" cy="178320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5">
            <a:extLst>
              <a:ext uri="{FF2B5EF4-FFF2-40B4-BE49-F238E27FC236}">
                <a16:creationId xmlns:a16="http://schemas.microsoft.com/office/drawing/2014/main" id="{5F588B75-BE92-A67E-8A9E-DC19E5C92A33}"/>
              </a:ext>
            </a:extLst>
          </p:cNvPr>
          <p:cNvSpPr txBox="1"/>
          <p:nvPr/>
        </p:nvSpPr>
        <p:spPr>
          <a:xfrm>
            <a:off x="2785545" y="6208071"/>
            <a:ext cx="1197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q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7B4CC807-E87F-F67E-5EFA-93224973D001}"/>
              </a:ext>
            </a:extLst>
          </p:cNvPr>
          <p:cNvSpPr/>
          <p:nvPr/>
        </p:nvSpPr>
        <p:spPr>
          <a:xfrm rot="18465703">
            <a:off x="3171821" y="5455235"/>
            <a:ext cx="391493" cy="967365"/>
          </a:xfrm>
          <a:custGeom>
            <a:avLst/>
            <a:gdLst>
              <a:gd name="connsiteX0" fmla="*/ 0 w 3576577"/>
              <a:gd name="connsiteY0" fmla="*/ 0 h 3183038"/>
              <a:gd name="connsiteX1" fmla="*/ 185195 w 3576577"/>
              <a:gd name="connsiteY1" fmla="*/ 960698 h 3183038"/>
              <a:gd name="connsiteX2" fmla="*/ 636607 w 3576577"/>
              <a:gd name="connsiteY2" fmla="*/ 1898248 h 3183038"/>
              <a:gd name="connsiteX3" fmla="*/ 1632030 w 3576577"/>
              <a:gd name="connsiteY3" fmla="*/ 2708476 h 3183038"/>
              <a:gd name="connsiteX4" fmla="*/ 3576577 w 3576577"/>
              <a:gd name="connsiteY4" fmla="*/ 3183038 h 3183038"/>
              <a:gd name="connsiteX0" fmla="*/ 0 w 1632030"/>
              <a:gd name="connsiteY0" fmla="*/ 0 h 2708476"/>
              <a:gd name="connsiteX1" fmla="*/ 185195 w 1632030"/>
              <a:gd name="connsiteY1" fmla="*/ 960698 h 2708476"/>
              <a:gd name="connsiteX2" fmla="*/ 636607 w 1632030"/>
              <a:gd name="connsiteY2" fmla="*/ 1898248 h 2708476"/>
              <a:gd name="connsiteX3" fmla="*/ 1632030 w 1632030"/>
              <a:gd name="connsiteY3" fmla="*/ 2708476 h 2708476"/>
              <a:gd name="connsiteX0" fmla="*/ 0 w 636607"/>
              <a:gd name="connsiteY0" fmla="*/ 0 h 1898248"/>
              <a:gd name="connsiteX1" fmla="*/ 185195 w 636607"/>
              <a:gd name="connsiteY1" fmla="*/ 960698 h 1898248"/>
              <a:gd name="connsiteX2" fmla="*/ 636607 w 636607"/>
              <a:gd name="connsiteY2" fmla="*/ 1898248 h 1898248"/>
              <a:gd name="connsiteX0" fmla="*/ 0 w 451412"/>
              <a:gd name="connsiteY0" fmla="*/ 0 h 937550"/>
              <a:gd name="connsiteX1" fmla="*/ 451412 w 451412"/>
              <a:gd name="connsiteY1" fmla="*/ 937550 h 937550"/>
              <a:gd name="connsiteX0" fmla="*/ 0 w 434118"/>
              <a:gd name="connsiteY0" fmla="*/ 0 h 950947"/>
              <a:gd name="connsiteX1" fmla="*/ 434118 w 434118"/>
              <a:gd name="connsiteY1" fmla="*/ 950947 h 950947"/>
              <a:gd name="connsiteX0" fmla="*/ 0 w 434118"/>
              <a:gd name="connsiteY0" fmla="*/ 0 h 950947"/>
              <a:gd name="connsiteX1" fmla="*/ 434118 w 434118"/>
              <a:gd name="connsiteY1" fmla="*/ 950947 h 950947"/>
              <a:gd name="connsiteX0" fmla="*/ 0 w 414145"/>
              <a:gd name="connsiteY0" fmla="*/ 0 h 960885"/>
              <a:gd name="connsiteX1" fmla="*/ 414145 w 414145"/>
              <a:gd name="connsiteY1" fmla="*/ 960885 h 960885"/>
              <a:gd name="connsiteX0" fmla="*/ 0 w 414145"/>
              <a:gd name="connsiteY0" fmla="*/ 0 h 960885"/>
              <a:gd name="connsiteX1" fmla="*/ 414145 w 414145"/>
              <a:gd name="connsiteY1" fmla="*/ 960885 h 960885"/>
              <a:gd name="connsiteX0" fmla="*/ 0 w 391493"/>
              <a:gd name="connsiteY0" fmla="*/ 0 h 967365"/>
              <a:gd name="connsiteX1" fmla="*/ 391493 w 391493"/>
              <a:gd name="connsiteY1" fmla="*/ 967365 h 96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1493" h="967365">
                <a:moveTo>
                  <a:pt x="0" y="0"/>
                </a:moveTo>
                <a:cubicBezTo>
                  <a:pt x="106101" y="316375"/>
                  <a:pt x="188400" y="646598"/>
                  <a:pt x="391493" y="96736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DB50DBC-CD89-C0D4-7585-CF674C1028E4}"/>
              </a:ext>
            </a:extLst>
          </p:cNvPr>
          <p:cNvCxnSpPr>
            <a:cxnSpLocks/>
          </p:cNvCxnSpPr>
          <p:nvPr/>
        </p:nvCxnSpPr>
        <p:spPr>
          <a:xfrm>
            <a:off x="7918144" y="4500350"/>
            <a:ext cx="0" cy="178320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">
            <a:extLst>
              <a:ext uri="{FF2B5EF4-FFF2-40B4-BE49-F238E27FC236}">
                <a16:creationId xmlns:a16="http://schemas.microsoft.com/office/drawing/2014/main" id="{A3183A0F-E7D9-5939-D92D-BF5786C8FD46}"/>
              </a:ext>
            </a:extLst>
          </p:cNvPr>
          <p:cNvSpPr txBox="1"/>
          <p:nvPr/>
        </p:nvSpPr>
        <p:spPr>
          <a:xfrm>
            <a:off x="7358870" y="6213047"/>
            <a:ext cx="1197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q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sp>
        <p:nvSpPr>
          <p:cNvPr id="55" name="Oval 20">
            <a:extLst>
              <a:ext uri="{FF2B5EF4-FFF2-40B4-BE49-F238E27FC236}">
                <a16:creationId xmlns:a16="http://schemas.microsoft.com/office/drawing/2014/main" id="{D222798B-1334-B720-2D4E-E5880912D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1944" y="4877187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6" name="Oval 20">
            <a:extLst>
              <a:ext uri="{FF2B5EF4-FFF2-40B4-BE49-F238E27FC236}">
                <a16:creationId xmlns:a16="http://schemas.microsoft.com/office/drawing/2014/main" id="{2A35FA28-1912-BCE9-BFC9-E1E766E95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1944" y="5005739"/>
            <a:ext cx="152400" cy="152400"/>
          </a:xfrm>
          <a:prstGeom prst="ellipse">
            <a:avLst/>
          </a:prstGeom>
          <a:solidFill>
            <a:srgbClr val="0432FF"/>
          </a:solidFill>
          <a:ln w="9525">
            <a:solidFill>
              <a:srgbClr val="0432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7" name="Oval 20">
            <a:extLst>
              <a:ext uri="{FF2B5EF4-FFF2-40B4-BE49-F238E27FC236}">
                <a16:creationId xmlns:a16="http://schemas.microsoft.com/office/drawing/2014/main" id="{3CD7614F-8ABC-331D-480D-51F968219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619" y="5797704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BC01C4F-4F1A-AA86-B05A-0F7719BE1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2392" y="5891251"/>
            <a:ext cx="152400" cy="152400"/>
          </a:xfrm>
          <a:prstGeom prst="ellipse">
            <a:avLst/>
          </a:prstGeom>
          <a:solidFill>
            <a:srgbClr val="0432FF"/>
          </a:solidFill>
          <a:ln w="9525">
            <a:solidFill>
              <a:srgbClr val="0432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60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3" grpId="0" animBg="1"/>
      <p:bldP spid="14" grpId="0" animBg="1"/>
      <p:bldP spid="14" grpId="1" animBg="1"/>
      <p:bldP spid="2" grpId="0" animBg="1"/>
      <p:bldP spid="5" grpId="0" animBg="1"/>
      <p:bldP spid="6" grpId="0"/>
      <p:bldP spid="7" grpId="0"/>
      <p:bldP spid="11" grpId="0" animBg="1"/>
      <p:bldP spid="12" grpId="0" animBg="1"/>
      <p:bldP spid="13" grpId="0"/>
      <p:bldP spid="13" grpId="1"/>
      <p:bldP spid="16" grpId="0"/>
      <p:bldP spid="16" grpId="1"/>
      <p:bldP spid="17" grpId="0" animBg="1"/>
      <p:bldP spid="18" grpId="0" animBg="1"/>
      <p:bldP spid="20" grpId="0"/>
      <p:bldP spid="20" grpId="1"/>
      <p:bldP spid="24" grpId="0" animBg="1"/>
      <p:bldP spid="24" grpId="1" animBg="1"/>
      <p:bldP spid="21" grpId="0" animBg="1"/>
      <p:bldP spid="29" grpId="0"/>
      <p:bldP spid="29" grpId="1"/>
      <p:bldP spid="34" grpId="0" animBg="1"/>
      <p:bldP spid="36" grpId="0" animBg="1"/>
      <p:bldP spid="38" grpId="0"/>
      <p:bldP spid="38" grpId="1"/>
      <p:bldP spid="42" grpId="0" animBg="1"/>
      <p:bldP spid="46" grpId="0"/>
      <p:bldP spid="48" grpId="0"/>
      <p:bldP spid="49" grpId="0" animBg="1"/>
      <p:bldP spid="51" grpId="0"/>
      <p:bldP spid="51" grpId="1"/>
      <p:bldP spid="10" grpId="0"/>
      <p:bldP spid="10" grpId="1"/>
      <p:bldP spid="27" grpId="0" animBg="1"/>
      <p:bldP spid="27" grpId="1" animBg="1"/>
      <p:bldP spid="54" grpId="0"/>
      <p:bldP spid="54" grpId="1"/>
      <p:bldP spid="55" grpId="0" animBg="1"/>
      <p:bldP spid="56" grpId="0" animBg="1"/>
      <p:bldP spid="57" grpId="0" animBg="1"/>
      <p:bldP spid="5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Line 12">
            <a:extLst>
              <a:ext uri="{FF2B5EF4-FFF2-40B4-BE49-F238E27FC236}">
                <a16:creationId xmlns:a16="http://schemas.microsoft.com/office/drawing/2014/main" id="{131C9A63-EED3-6D46-90A7-728AC241DD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4726" y="5228951"/>
            <a:ext cx="4343702" cy="1721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71217528-FE76-4146-88F0-D0711ED9D73B}"/>
              </a:ext>
            </a:extLst>
          </p:cNvPr>
          <p:cNvSpPr txBox="1"/>
          <p:nvPr/>
        </p:nvSpPr>
        <p:spPr>
          <a:xfrm>
            <a:off x="4800600" y="4426096"/>
            <a:ext cx="1035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</a:t>
            </a:r>
          </a:p>
        </p:txBody>
      </p:sp>
      <p:sp>
        <p:nvSpPr>
          <p:cNvPr id="39" name="Line 12">
            <a:extLst>
              <a:ext uri="{FF2B5EF4-FFF2-40B4-BE49-F238E27FC236}">
                <a16:creationId xmlns:a16="http://schemas.microsoft.com/office/drawing/2014/main" id="{D33124B5-F412-3843-9F5F-1617A133F3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4999" y="3843296"/>
            <a:ext cx="3181444" cy="1260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1896802" y="2234043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 flipV="1">
            <a:off x="1905000" y="6136714"/>
            <a:ext cx="4858294" cy="9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2.  Personal increasing returns</a:t>
            </a:r>
            <a:br>
              <a:rPr lang="en-US" sz="3600" dirty="0"/>
            </a:br>
            <a:r>
              <a:rPr lang="en-US" sz="2800" dirty="0"/>
              <a:t>in quantity-price space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6985305" y="5864211"/>
            <a:ext cx="2230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Quantity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035034" y="6073027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id="{E71140D7-3A5F-1144-A48C-ECDD66108499}"/>
              </a:ext>
            </a:extLst>
          </p:cNvPr>
          <p:cNvSpPr>
            <a:spLocks noChangeShapeType="1"/>
          </p:cNvSpPr>
          <p:nvPr/>
        </p:nvSpPr>
        <p:spPr bwMode="auto">
          <a:xfrm rot="1581695">
            <a:off x="2632499" y="2864941"/>
            <a:ext cx="3679690" cy="2066277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533004 w 3679690"/>
              <a:gd name="connsiteY2" fmla="*/ 1447018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9690" h="2066277">
                <a:moveTo>
                  <a:pt x="0" y="0"/>
                </a:moveTo>
                <a:cubicBezTo>
                  <a:pt x="564207" y="313271"/>
                  <a:pt x="1053362" y="713703"/>
                  <a:pt x="1617569" y="1026974"/>
                </a:cubicBezTo>
                <a:cubicBezTo>
                  <a:pt x="2029731" y="1266607"/>
                  <a:pt x="2189317" y="1273801"/>
                  <a:pt x="2533004" y="1447018"/>
                </a:cubicBezTo>
                <a:cubicBezTo>
                  <a:pt x="2784470" y="1564632"/>
                  <a:pt x="2928549" y="1686466"/>
                  <a:pt x="3105911" y="1790084"/>
                </a:cubicBezTo>
                <a:cubicBezTo>
                  <a:pt x="3283273" y="1893702"/>
                  <a:pt x="3587469" y="2010674"/>
                  <a:pt x="3679690" y="2066277"/>
                </a:cubicBezTo>
              </a:path>
            </a:pathLst>
          </a:custGeom>
          <a:noFill/>
          <a:ln w="34925">
            <a:solidFill>
              <a:srgbClr val="0432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5D9CFC32-D2FB-9546-9E85-EDBF7B933039}"/>
              </a:ext>
            </a:extLst>
          </p:cNvPr>
          <p:cNvSpPr txBox="1"/>
          <p:nvPr/>
        </p:nvSpPr>
        <p:spPr>
          <a:xfrm>
            <a:off x="5112977" y="5570449"/>
            <a:ext cx="2238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Demand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D259441-BE3B-474C-AFB1-C33B328E4F32}"/>
              </a:ext>
            </a:extLst>
          </p:cNvPr>
          <p:cNvSpPr/>
          <p:nvPr/>
        </p:nvSpPr>
        <p:spPr>
          <a:xfrm>
            <a:off x="1905000" y="3854451"/>
            <a:ext cx="4914900" cy="1327150"/>
          </a:xfrm>
          <a:custGeom>
            <a:avLst/>
            <a:gdLst>
              <a:gd name="connsiteX0" fmla="*/ 0 w 4349750"/>
              <a:gd name="connsiteY0" fmla="*/ 0 h 1308105"/>
              <a:gd name="connsiteX1" fmla="*/ 565150 w 4349750"/>
              <a:gd name="connsiteY1" fmla="*/ 6350 h 1308105"/>
              <a:gd name="connsiteX2" fmla="*/ 1447800 w 4349750"/>
              <a:gd name="connsiteY2" fmla="*/ 50800 h 1308105"/>
              <a:gd name="connsiteX3" fmla="*/ 2044700 w 4349750"/>
              <a:gd name="connsiteY3" fmla="*/ 196850 h 1308105"/>
              <a:gd name="connsiteX4" fmla="*/ 2520950 w 4349750"/>
              <a:gd name="connsiteY4" fmla="*/ 527050 h 1308105"/>
              <a:gd name="connsiteX5" fmla="*/ 2984500 w 4349750"/>
              <a:gd name="connsiteY5" fmla="*/ 908050 h 1308105"/>
              <a:gd name="connsiteX6" fmla="*/ 3454400 w 4349750"/>
              <a:gd name="connsiteY6" fmla="*/ 1149350 h 1308105"/>
              <a:gd name="connsiteX7" fmla="*/ 3956050 w 4349750"/>
              <a:gd name="connsiteY7" fmla="*/ 1282700 h 1308105"/>
              <a:gd name="connsiteX8" fmla="*/ 4349750 w 4349750"/>
              <a:gd name="connsiteY8" fmla="*/ 1308100 h 1308105"/>
              <a:gd name="connsiteX9" fmla="*/ 4349750 w 4349750"/>
              <a:gd name="connsiteY9" fmla="*/ 1308100 h 1308105"/>
              <a:gd name="connsiteX0" fmla="*/ 0 w 4356100"/>
              <a:gd name="connsiteY0" fmla="*/ 0 h 1308105"/>
              <a:gd name="connsiteX1" fmla="*/ 565150 w 4356100"/>
              <a:gd name="connsiteY1" fmla="*/ 6350 h 1308105"/>
              <a:gd name="connsiteX2" fmla="*/ 1447800 w 4356100"/>
              <a:gd name="connsiteY2" fmla="*/ 50800 h 1308105"/>
              <a:gd name="connsiteX3" fmla="*/ 2044700 w 4356100"/>
              <a:gd name="connsiteY3" fmla="*/ 196850 h 1308105"/>
              <a:gd name="connsiteX4" fmla="*/ 2520950 w 4356100"/>
              <a:gd name="connsiteY4" fmla="*/ 527050 h 1308105"/>
              <a:gd name="connsiteX5" fmla="*/ 2984500 w 4356100"/>
              <a:gd name="connsiteY5" fmla="*/ 908050 h 1308105"/>
              <a:gd name="connsiteX6" fmla="*/ 3454400 w 4356100"/>
              <a:gd name="connsiteY6" fmla="*/ 1149350 h 1308105"/>
              <a:gd name="connsiteX7" fmla="*/ 3956050 w 4356100"/>
              <a:gd name="connsiteY7" fmla="*/ 1282700 h 1308105"/>
              <a:gd name="connsiteX8" fmla="*/ 4349750 w 4356100"/>
              <a:gd name="connsiteY8" fmla="*/ 1308100 h 1308105"/>
              <a:gd name="connsiteX9" fmla="*/ 4349750 w 4356100"/>
              <a:gd name="connsiteY9" fmla="*/ 1308100 h 1308105"/>
              <a:gd name="connsiteX10" fmla="*/ 4356100 w 4356100"/>
              <a:gd name="connsiteY10" fmla="*/ 1301750 h 1308105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20950 w 4914900"/>
              <a:gd name="connsiteY4" fmla="*/ 527050 h 1327150"/>
              <a:gd name="connsiteX5" fmla="*/ 2984500 w 4914900"/>
              <a:gd name="connsiteY5" fmla="*/ 908050 h 1327150"/>
              <a:gd name="connsiteX6" fmla="*/ 3454400 w 4914900"/>
              <a:gd name="connsiteY6" fmla="*/ 1149350 h 1327150"/>
              <a:gd name="connsiteX7" fmla="*/ 3956050 w 4914900"/>
              <a:gd name="connsiteY7" fmla="*/ 1282700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4900" h="1327150">
                <a:moveTo>
                  <a:pt x="0" y="0"/>
                </a:moveTo>
                <a:lnTo>
                  <a:pt x="565150" y="6350"/>
                </a:lnTo>
                <a:cubicBezTo>
                  <a:pt x="806450" y="14817"/>
                  <a:pt x="1201208" y="19050"/>
                  <a:pt x="1447800" y="50800"/>
                </a:cubicBezTo>
                <a:cubicBezTo>
                  <a:pt x="1694392" y="82550"/>
                  <a:pt x="1865842" y="117475"/>
                  <a:pt x="2044700" y="196850"/>
                </a:cubicBezTo>
                <a:cubicBezTo>
                  <a:pt x="2223558" y="276225"/>
                  <a:pt x="2364317" y="408517"/>
                  <a:pt x="2520950" y="527050"/>
                </a:cubicBezTo>
                <a:cubicBezTo>
                  <a:pt x="2677583" y="645583"/>
                  <a:pt x="2828925" y="804333"/>
                  <a:pt x="2984500" y="908050"/>
                </a:cubicBezTo>
                <a:cubicBezTo>
                  <a:pt x="3140075" y="1011767"/>
                  <a:pt x="3292475" y="1086908"/>
                  <a:pt x="3454400" y="1149350"/>
                </a:cubicBezTo>
                <a:cubicBezTo>
                  <a:pt x="3616325" y="1211792"/>
                  <a:pt x="3806825" y="1256242"/>
                  <a:pt x="3956050" y="1282700"/>
                </a:cubicBezTo>
                <a:cubicBezTo>
                  <a:pt x="4105275" y="1309158"/>
                  <a:pt x="4349750" y="1308100"/>
                  <a:pt x="4349750" y="1308100"/>
                </a:cubicBezTo>
                <a:lnTo>
                  <a:pt x="4349750" y="1308100"/>
                </a:lnTo>
                <a:lnTo>
                  <a:pt x="4914900" y="1327150"/>
                </a:lnTo>
              </a:path>
            </a:pathLst>
          </a:custGeom>
          <a:noFill/>
          <a:ln w="317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47091380-21EB-E04A-A8C7-32B7D2054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6807" y="4811561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56" name="TextBox 5">
            <a:extLst>
              <a:ext uri="{FF2B5EF4-FFF2-40B4-BE49-F238E27FC236}">
                <a16:creationId xmlns:a16="http://schemas.microsoft.com/office/drawing/2014/main" id="{F12C7841-3D1C-E545-88A6-E88C1CD68026}"/>
              </a:ext>
            </a:extLst>
          </p:cNvPr>
          <p:cNvSpPr txBox="1"/>
          <p:nvPr/>
        </p:nvSpPr>
        <p:spPr>
          <a:xfrm>
            <a:off x="1137373" y="1457486"/>
            <a:ext cx="1518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Marginal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">
                <a:extLst>
                  <a:ext uri="{FF2B5EF4-FFF2-40B4-BE49-F238E27FC236}">
                    <a16:creationId xmlns:a16="http://schemas.microsoft.com/office/drawing/2014/main" id="{91A232D4-8578-E648-A775-C68EB3BBD10D}"/>
                  </a:ext>
                </a:extLst>
              </p:cNvPr>
              <p:cNvSpPr txBox="1"/>
              <p:nvPr/>
            </p:nvSpPr>
            <p:spPr>
              <a:xfrm>
                <a:off x="6386464" y="4696098"/>
                <a:ext cx="2238956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9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Supply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99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𝐸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</m:d>
                      </m:e>
                    </m:d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">
                <a:extLst>
                  <a:ext uri="{FF2B5EF4-FFF2-40B4-BE49-F238E27FC236}">
                    <a16:creationId xmlns:a16="http://schemas.microsoft.com/office/drawing/2014/main" id="{91A232D4-8578-E648-A775-C68EB3BBD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464" y="4696098"/>
                <a:ext cx="2238956" cy="509178"/>
              </a:xfrm>
              <a:prstGeom prst="rect">
                <a:avLst/>
              </a:prstGeom>
              <a:blipFill>
                <a:blip r:embed="rId3"/>
                <a:stretch>
                  <a:fillRect l="-1695" t="-4878"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5">
                <a:extLst>
                  <a:ext uri="{FF2B5EF4-FFF2-40B4-BE49-F238E27FC236}">
                    <a16:creationId xmlns:a16="http://schemas.microsoft.com/office/drawing/2014/main" id="{06941AF1-3ED2-B245-A42E-DF94517DD32C}"/>
                  </a:ext>
                </a:extLst>
              </p:cNvPr>
              <p:cNvSpPr txBox="1"/>
              <p:nvPr/>
            </p:nvSpPr>
            <p:spPr>
              <a:xfrm>
                <a:off x="1271183" y="3672959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(0)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5">
                <a:extLst>
                  <a:ext uri="{FF2B5EF4-FFF2-40B4-BE49-F238E27FC236}">
                    <a16:creationId xmlns:a16="http://schemas.microsoft.com/office/drawing/2014/main" id="{06941AF1-3ED2-B245-A42E-DF94517DD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183" y="3672959"/>
                <a:ext cx="581049" cy="362984"/>
              </a:xfrm>
              <a:prstGeom prst="rect">
                <a:avLst/>
              </a:prstGeom>
              <a:blipFill>
                <a:blip r:embed="rId4"/>
                <a:stretch>
                  <a:fillRect l="-8696" r="-4348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5">
                <a:extLst>
                  <a:ext uri="{FF2B5EF4-FFF2-40B4-BE49-F238E27FC236}">
                    <a16:creationId xmlns:a16="http://schemas.microsoft.com/office/drawing/2014/main" id="{AF826B57-8A2B-6041-AB82-143F6ABDCE02}"/>
                  </a:ext>
                </a:extLst>
              </p:cNvPr>
              <p:cNvSpPr txBox="1"/>
              <p:nvPr/>
            </p:nvSpPr>
            <p:spPr>
              <a:xfrm>
                <a:off x="1245573" y="5039461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5">
                <a:extLst>
                  <a:ext uri="{FF2B5EF4-FFF2-40B4-BE49-F238E27FC236}">
                    <a16:creationId xmlns:a16="http://schemas.microsoft.com/office/drawing/2014/main" id="{AF826B57-8A2B-6041-AB82-143F6ABDC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573" y="5039461"/>
                <a:ext cx="581049" cy="362984"/>
              </a:xfrm>
              <a:prstGeom prst="rect">
                <a:avLst/>
              </a:prstGeom>
              <a:blipFill>
                <a:blip r:embed="rId5"/>
                <a:stretch>
                  <a:fillRect l="-4255" r="-425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370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5">
            <a:extLst>
              <a:ext uri="{FF2B5EF4-FFF2-40B4-BE49-F238E27FC236}">
                <a16:creationId xmlns:a16="http://schemas.microsoft.com/office/drawing/2014/main" id="{71217528-FE76-4146-88F0-D0711ED9D73B}"/>
              </a:ext>
            </a:extLst>
          </p:cNvPr>
          <p:cNvSpPr txBox="1"/>
          <p:nvPr/>
        </p:nvSpPr>
        <p:spPr>
          <a:xfrm>
            <a:off x="4800600" y="4426096"/>
            <a:ext cx="1035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</a:t>
            </a:r>
          </a:p>
        </p:txBody>
      </p:sp>
      <p:sp>
        <p:nvSpPr>
          <p:cNvPr id="39" name="Line 12">
            <a:extLst>
              <a:ext uri="{FF2B5EF4-FFF2-40B4-BE49-F238E27FC236}">
                <a16:creationId xmlns:a16="http://schemas.microsoft.com/office/drawing/2014/main" id="{D33124B5-F412-3843-9F5F-1617A133F3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4999" y="3843296"/>
            <a:ext cx="3181444" cy="1260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1896802" y="2234043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 flipV="1">
            <a:off x="1905000" y="6136714"/>
            <a:ext cx="4858294" cy="9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2b.  Problem Set 6</a:t>
            </a:r>
            <a:br>
              <a:rPr lang="en-US" sz="3600" dirty="0"/>
            </a:br>
            <a:r>
              <a:rPr lang="en-US" sz="2800" dirty="0"/>
              <a:t>in quantity-price space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6985305" y="5864211"/>
            <a:ext cx="2230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Miles driven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035034" y="6073027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id="{E71140D7-3A5F-1144-A48C-ECDD66108499}"/>
              </a:ext>
            </a:extLst>
          </p:cNvPr>
          <p:cNvSpPr>
            <a:spLocks noChangeShapeType="1"/>
          </p:cNvSpPr>
          <p:nvPr/>
        </p:nvSpPr>
        <p:spPr bwMode="auto">
          <a:xfrm rot="1581695">
            <a:off x="2632499" y="2864941"/>
            <a:ext cx="3679690" cy="2066277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533004 w 3679690"/>
              <a:gd name="connsiteY2" fmla="*/ 1447018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9690" h="2066277">
                <a:moveTo>
                  <a:pt x="0" y="0"/>
                </a:moveTo>
                <a:cubicBezTo>
                  <a:pt x="564207" y="313271"/>
                  <a:pt x="1053362" y="713703"/>
                  <a:pt x="1617569" y="1026974"/>
                </a:cubicBezTo>
                <a:cubicBezTo>
                  <a:pt x="2029731" y="1266607"/>
                  <a:pt x="2189317" y="1273801"/>
                  <a:pt x="2533004" y="1447018"/>
                </a:cubicBezTo>
                <a:cubicBezTo>
                  <a:pt x="2784470" y="1564632"/>
                  <a:pt x="2928549" y="1686466"/>
                  <a:pt x="3105911" y="1790084"/>
                </a:cubicBezTo>
                <a:cubicBezTo>
                  <a:pt x="3283273" y="1893702"/>
                  <a:pt x="3587469" y="2010674"/>
                  <a:pt x="3679690" y="2066277"/>
                </a:cubicBezTo>
              </a:path>
            </a:pathLst>
          </a:custGeom>
          <a:noFill/>
          <a:ln w="34925">
            <a:solidFill>
              <a:srgbClr val="0432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5D9CFC32-D2FB-9546-9E85-EDBF7B933039}"/>
              </a:ext>
            </a:extLst>
          </p:cNvPr>
          <p:cNvSpPr txBox="1"/>
          <p:nvPr/>
        </p:nvSpPr>
        <p:spPr>
          <a:xfrm>
            <a:off x="3938876" y="5570449"/>
            <a:ext cx="2238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Demand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D259441-BE3B-474C-AFB1-C33B328E4F32}"/>
              </a:ext>
            </a:extLst>
          </p:cNvPr>
          <p:cNvSpPr/>
          <p:nvPr/>
        </p:nvSpPr>
        <p:spPr>
          <a:xfrm>
            <a:off x="1905000" y="3854451"/>
            <a:ext cx="4914900" cy="1327150"/>
          </a:xfrm>
          <a:custGeom>
            <a:avLst/>
            <a:gdLst>
              <a:gd name="connsiteX0" fmla="*/ 0 w 4349750"/>
              <a:gd name="connsiteY0" fmla="*/ 0 h 1308105"/>
              <a:gd name="connsiteX1" fmla="*/ 565150 w 4349750"/>
              <a:gd name="connsiteY1" fmla="*/ 6350 h 1308105"/>
              <a:gd name="connsiteX2" fmla="*/ 1447800 w 4349750"/>
              <a:gd name="connsiteY2" fmla="*/ 50800 h 1308105"/>
              <a:gd name="connsiteX3" fmla="*/ 2044700 w 4349750"/>
              <a:gd name="connsiteY3" fmla="*/ 196850 h 1308105"/>
              <a:gd name="connsiteX4" fmla="*/ 2520950 w 4349750"/>
              <a:gd name="connsiteY4" fmla="*/ 527050 h 1308105"/>
              <a:gd name="connsiteX5" fmla="*/ 2984500 w 4349750"/>
              <a:gd name="connsiteY5" fmla="*/ 908050 h 1308105"/>
              <a:gd name="connsiteX6" fmla="*/ 3454400 w 4349750"/>
              <a:gd name="connsiteY6" fmla="*/ 1149350 h 1308105"/>
              <a:gd name="connsiteX7" fmla="*/ 3956050 w 4349750"/>
              <a:gd name="connsiteY7" fmla="*/ 1282700 h 1308105"/>
              <a:gd name="connsiteX8" fmla="*/ 4349750 w 4349750"/>
              <a:gd name="connsiteY8" fmla="*/ 1308100 h 1308105"/>
              <a:gd name="connsiteX9" fmla="*/ 4349750 w 4349750"/>
              <a:gd name="connsiteY9" fmla="*/ 1308100 h 1308105"/>
              <a:gd name="connsiteX0" fmla="*/ 0 w 4356100"/>
              <a:gd name="connsiteY0" fmla="*/ 0 h 1308105"/>
              <a:gd name="connsiteX1" fmla="*/ 565150 w 4356100"/>
              <a:gd name="connsiteY1" fmla="*/ 6350 h 1308105"/>
              <a:gd name="connsiteX2" fmla="*/ 1447800 w 4356100"/>
              <a:gd name="connsiteY2" fmla="*/ 50800 h 1308105"/>
              <a:gd name="connsiteX3" fmla="*/ 2044700 w 4356100"/>
              <a:gd name="connsiteY3" fmla="*/ 196850 h 1308105"/>
              <a:gd name="connsiteX4" fmla="*/ 2520950 w 4356100"/>
              <a:gd name="connsiteY4" fmla="*/ 527050 h 1308105"/>
              <a:gd name="connsiteX5" fmla="*/ 2984500 w 4356100"/>
              <a:gd name="connsiteY5" fmla="*/ 908050 h 1308105"/>
              <a:gd name="connsiteX6" fmla="*/ 3454400 w 4356100"/>
              <a:gd name="connsiteY6" fmla="*/ 1149350 h 1308105"/>
              <a:gd name="connsiteX7" fmla="*/ 3956050 w 4356100"/>
              <a:gd name="connsiteY7" fmla="*/ 1282700 h 1308105"/>
              <a:gd name="connsiteX8" fmla="*/ 4349750 w 4356100"/>
              <a:gd name="connsiteY8" fmla="*/ 1308100 h 1308105"/>
              <a:gd name="connsiteX9" fmla="*/ 4349750 w 4356100"/>
              <a:gd name="connsiteY9" fmla="*/ 1308100 h 1308105"/>
              <a:gd name="connsiteX10" fmla="*/ 4356100 w 4356100"/>
              <a:gd name="connsiteY10" fmla="*/ 1301750 h 1308105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20950 w 4914900"/>
              <a:gd name="connsiteY4" fmla="*/ 527050 h 1327150"/>
              <a:gd name="connsiteX5" fmla="*/ 2984500 w 4914900"/>
              <a:gd name="connsiteY5" fmla="*/ 908050 h 1327150"/>
              <a:gd name="connsiteX6" fmla="*/ 3454400 w 4914900"/>
              <a:gd name="connsiteY6" fmla="*/ 1149350 h 1327150"/>
              <a:gd name="connsiteX7" fmla="*/ 3956050 w 4914900"/>
              <a:gd name="connsiteY7" fmla="*/ 1282700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4900" h="1327150">
                <a:moveTo>
                  <a:pt x="0" y="0"/>
                </a:moveTo>
                <a:lnTo>
                  <a:pt x="565150" y="6350"/>
                </a:lnTo>
                <a:cubicBezTo>
                  <a:pt x="806450" y="14817"/>
                  <a:pt x="1201208" y="19050"/>
                  <a:pt x="1447800" y="50800"/>
                </a:cubicBezTo>
                <a:cubicBezTo>
                  <a:pt x="1694392" y="82550"/>
                  <a:pt x="1865842" y="117475"/>
                  <a:pt x="2044700" y="196850"/>
                </a:cubicBezTo>
                <a:cubicBezTo>
                  <a:pt x="2223558" y="276225"/>
                  <a:pt x="2364317" y="408517"/>
                  <a:pt x="2520950" y="527050"/>
                </a:cubicBezTo>
                <a:cubicBezTo>
                  <a:pt x="2677583" y="645583"/>
                  <a:pt x="2828925" y="804333"/>
                  <a:pt x="2984500" y="908050"/>
                </a:cubicBezTo>
                <a:cubicBezTo>
                  <a:pt x="3140075" y="1011767"/>
                  <a:pt x="3292475" y="1086908"/>
                  <a:pt x="3454400" y="1149350"/>
                </a:cubicBezTo>
                <a:cubicBezTo>
                  <a:pt x="3616325" y="1211792"/>
                  <a:pt x="3806825" y="1256242"/>
                  <a:pt x="3956050" y="1282700"/>
                </a:cubicBezTo>
                <a:cubicBezTo>
                  <a:pt x="4105275" y="1309158"/>
                  <a:pt x="4349750" y="1308100"/>
                  <a:pt x="4349750" y="1308100"/>
                </a:cubicBezTo>
                <a:lnTo>
                  <a:pt x="4349750" y="1308100"/>
                </a:lnTo>
                <a:lnTo>
                  <a:pt x="4914900" y="1327150"/>
                </a:lnTo>
              </a:path>
            </a:pathLst>
          </a:custGeom>
          <a:noFill/>
          <a:ln w="317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47091380-21EB-E04A-A8C7-32B7D2054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6807" y="4811561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56" name="TextBox 5">
            <a:extLst>
              <a:ext uri="{FF2B5EF4-FFF2-40B4-BE49-F238E27FC236}">
                <a16:creationId xmlns:a16="http://schemas.microsoft.com/office/drawing/2014/main" id="{F12C7841-3D1C-E545-88A6-E88C1CD68026}"/>
              </a:ext>
            </a:extLst>
          </p:cNvPr>
          <p:cNvSpPr txBox="1"/>
          <p:nvPr/>
        </p:nvSpPr>
        <p:spPr>
          <a:xfrm>
            <a:off x="1137373" y="1457486"/>
            <a:ext cx="1518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Marginal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">
                <a:extLst>
                  <a:ext uri="{FF2B5EF4-FFF2-40B4-BE49-F238E27FC236}">
                    <a16:creationId xmlns:a16="http://schemas.microsoft.com/office/drawing/2014/main" id="{91A232D4-8578-E648-A775-C68EB3BBD10D}"/>
                  </a:ext>
                </a:extLst>
              </p:cNvPr>
              <p:cNvSpPr txBox="1"/>
              <p:nvPr/>
            </p:nvSpPr>
            <p:spPr>
              <a:xfrm>
                <a:off x="6687837" y="4727712"/>
                <a:ext cx="2238956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9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Supply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99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𝐸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</m:d>
                      </m:e>
                    </m:d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">
                <a:extLst>
                  <a:ext uri="{FF2B5EF4-FFF2-40B4-BE49-F238E27FC236}">
                    <a16:creationId xmlns:a16="http://schemas.microsoft.com/office/drawing/2014/main" id="{91A232D4-8578-E648-A775-C68EB3BBD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37" y="4727712"/>
                <a:ext cx="2238956" cy="509178"/>
              </a:xfrm>
              <a:prstGeom prst="rect">
                <a:avLst/>
              </a:prstGeom>
              <a:blipFill>
                <a:blip r:embed="rId3"/>
                <a:stretch>
                  <a:fillRect l="-1695" t="-50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5">
                <a:extLst>
                  <a:ext uri="{FF2B5EF4-FFF2-40B4-BE49-F238E27FC236}">
                    <a16:creationId xmlns:a16="http://schemas.microsoft.com/office/drawing/2014/main" id="{06941AF1-3ED2-B245-A42E-DF94517DD32C}"/>
                  </a:ext>
                </a:extLst>
              </p:cNvPr>
              <p:cNvSpPr txBox="1"/>
              <p:nvPr/>
            </p:nvSpPr>
            <p:spPr>
              <a:xfrm>
                <a:off x="1271183" y="3672959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E</m:t>
                          </m:r>
                        </m:e>
                        <m:sup>
                          <m: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(0)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5">
                <a:extLst>
                  <a:ext uri="{FF2B5EF4-FFF2-40B4-BE49-F238E27FC236}">
                    <a16:creationId xmlns:a16="http://schemas.microsoft.com/office/drawing/2014/main" id="{06941AF1-3ED2-B245-A42E-DF94517DD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183" y="3672959"/>
                <a:ext cx="581049" cy="362984"/>
              </a:xfrm>
              <a:prstGeom prst="rect">
                <a:avLst/>
              </a:prstGeom>
              <a:blipFill>
                <a:blip r:embed="rId4"/>
                <a:stretch>
                  <a:fillRect l="-10638" r="-8511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690A33-FC54-0F4D-ACB9-5D0A670330F6}"/>
              </a:ext>
            </a:extLst>
          </p:cNvPr>
          <p:cNvCxnSpPr>
            <a:cxnSpLocks/>
          </p:cNvCxnSpPr>
          <p:nvPr/>
        </p:nvCxnSpPr>
        <p:spPr>
          <a:xfrm flipV="1">
            <a:off x="4001100" y="2859604"/>
            <a:ext cx="0" cy="439593"/>
          </a:xfrm>
          <a:prstGeom prst="straightConnector1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C9E7D133-CB7E-B24E-B618-A9F208478B47}"/>
                  </a:ext>
                </a:extLst>
              </p:cNvPr>
              <p:cNvSpPr txBox="1"/>
              <p:nvPr/>
            </p:nvSpPr>
            <p:spPr>
              <a:xfrm>
                <a:off x="4004450" y="2911584"/>
                <a:ext cx="935788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C9E7D133-CB7E-B24E-B618-A9F208478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450" y="2911584"/>
                <a:ext cx="935788" cy="362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556AC0-7D2F-EC42-BD66-EC9D836A4D3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75083" y="5209792"/>
            <a:ext cx="0" cy="439593"/>
          </a:xfrm>
          <a:prstGeom prst="straightConnector1">
            <a:avLst/>
          </a:prstGeom>
          <a:ln w="25400">
            <a:solidFill>
              <a:srgbClr val="0099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5">
                <a:extLst>
                  <a:ext uri="{FF2B5EF4-FFF2-40B4-BE49-F238E27FC236}">
                    <a16:creationId xmlns:a16="http://schemas.microsoft.com/office/drawing/2014/main" id="{A8C9157E-AFD0-6442-9E55-B97D74B64BF8}"/>
                  </a:ext>
                </a:extLst>
              </p:cNvPr>
              <p:cNvSpPr txBox="1"/>
              <p:nvPr/>
            </p:nvSpPr>
            <p:spPr>
              <a:xfrm>
                <a:off x="6179182" y="5271543"/>
                <a:ext cx="935788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𝑑𝑎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5">
                <a:extLst>
                  <a:ext uri="{FF2B5EF4-FFF2-40B4-BE49-F238E27FC236}">
                    <a16:creationId xmlns:a16="http://schemas.microsoft.com/office/drawing/2014/main" id="{A8C9157E-AFD0-6442-9E55-B97D74B64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182" y="5271543"/>
                <a:ext cx="935788" cy="362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C56A2D67-3EE9-0B4D-8580-DBA9E576F140}"/>
                  </a:ext>
                </a:extLst>
              </p:cNvPr>
              <p:cNvSpPr txBox="1"/>
              <p:nvPr/>
            </p:nvSpPr>
            <p:spPr>
              <a:xfrm>
                <a:off x="3956165" y="2911584"/>
                <a:ext cx="1032357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𝑑𝑚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C56A2D67-3EE9-0B4D-8580-DBA9E576F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165" y="2911584"/>
                <a:ext cx="1032357" cy="3629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00F02BA-D121-98C0-2F82-4D18A5FF4B30}"/>
              </a:ext>
            </a:extLst>
          </p:cNvPr>
          <p:cNvCxnSpPr>
            <a:cxnSpLocks/>
          </p:cNvCxnSpPr>
          <p:nvPr/>
        </p:nvCxnSpPr>
        <p:spPr>
          <a:xfrm>
            <a:off x="4001100" y="3296394"/>
            <a:ext cx="418500" cy="0"/>
          </a:xfrm>
          <a:prstGeom prst="straightConnector1">
            <a:avLst/>
          </a:prstGeom>
          <a:ln w="25400">
            <a:solidFill>
              <a:srgbClr val="0432F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B4832A-C473-857F-99B6-3E1110A87610}"/>
                  </a:ext>
                </a:extLst>
              </p:cNvPr>
              <p:cNvSpPr txBox="1"/>
              <p:nvPr/>
            </p:nvSpPr>
            <p:spPr>
              <a:xfrm>
                <a:off x="4184839" y="2262588"/>
                <a:ext cx="4605866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altLang="en-US" sz="18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B4832A-C473-857F-99B6-3E1110A87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839" y="2262588"/>
                <a:ext cx="4605866" cy="424732"/>
              </a:xfrm>
              <a:prstGeom prst="rect">
                <a:avLst/>
              </a:prstGeom>
              <a:blipFill>
                <a:blip r:embed="rId8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59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C07A3D78-8554-EE4C-8126-45AD4BCDF156}"/>
                  </a:ext>
                </a:extLst>
              </p:cNvPr>
              <p:cNvSpPr txBox="1"/>
              <p:nvPr/>
            </p:nvSpPr>
            <p:spPr>
              <a:xfrm>
                <a:off x="1245573" y="5039461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C07A3D78-8554-EE4C-8126-45AD4BCDF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573" y="5039461"/>
                <a:ext cx="581049" cy="362984"/>
              </a:xfrm>
              <a:prstGeom prst="rect">
                <a:avLst/>
              </a:prstGeom>
              <a:blipFill>
                <a:blip r:embed="rId3"/>
                <a:stretch>
                  <a:fillRect l="-4255" r="-2128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ine 12">
            <a:extLst>
              <a:ext uri="{FF2B5EF4-FFF2-40B4-BE49-F238E27FC236}">
                <a16:creationId xmlns:a16="http://schemas.microsoft.com/office/drawing/2014/main" id="{131C9A63-EED3-6D46-90A7-728AC241DD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4726" y="5228951"/>
            <a:ext cx="4343702" cy="1721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71217528-FE76-4146-88F0-D0711ED9D73B}"/>
              </a:ext>
            </a:extLst>
          </p:cNvPr>
          <p:cNvSpPr txBox="1"/>
          <p:nvPr/>
        </p:nvSpPr>
        <p:spPr>
          <a:xfrm>
            <a:off x="3729466" y="4506198"/>
            <a:ext cx="1035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2019</a:t>
            </a:r>
          </a:p>
        </p:txBody>
      </p:sp>
      <p:sp>
        <p:nvSpPr>
          <p:cNvPr id="39" name="Line 12">
            <a:extLst>
              <a:ext uri="{FF2B5EF4-FFF2-40B4-BE49-F238E27FC236}">
                <a16:creationId xmlns:a16="http://schemas.microsoft.com/office/drawing/2014/main" id="{D33124B5-F412-3843-9F5F-1617A133F3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4999" y="3843296"/>
            <a:ext cx="3181444" cy="1260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1896802" y="2234043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 flipV="1">
            <a:off x="1905000" y="6136714"/>
            <a:ext cx="4858294" cy="9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6985305" y="5864211"/>
            <a:ext cx="2230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Quantity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035034" y="6073027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id="{E71140D7-3A5F-1144-A48C-ECDD66108499}"/>
              </a:ext>
            </a:extLst>
          </p:cNvPr>
          <p:cNvSpPr>
            <a:spLocks noChangeShapeType="1"/>
          </p:cNvSpPr>
          <p:nvPr/>
        </p:nvSpPr>
        <p:spPr bwMode="auto">
          <a:xfrm rot="1581695">
            <a:off x="2345995" y="2855442"/>
            <a:ext cx="3679690" cy="2066277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533004 w 3679690"/>
              <a:gd name="connsiteY2" fmla="*/ 1447018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9690" h="2066277">
                <a:moveTo>
                  <a:pt x="0" y="0"/>
                </a:moveTo>
                <a:cubicBezTo>
                  <a:pt x="564207" y="313271"/>
                  <a:pt x="1053362" y="713703"/>
                  <a:pt x="1617569" y="1026974"/>
                </a:cubicBezTo>
                <a:cubicBezTo>
                  <a:pt x="2029731" y="1266607"/>
                  <a:pt x="2189317" y="1273801"/>
                  <a:pt x="2533004" y="1447018"/>
                </a:cubicBezTo>
                <a:cubicBezTo>
                  <a:pt x="2784470" y="1564632"/>
                  <a:pt x="2928549" y="1686466"/>
                  <a:pt x="3105911" y="1790084"/>
                </a:cubicBezTo>
                <a:cubicBezTo>
                  <a:pt x="3283273" y="1893702"/>
                  <a:pt x="3587469" y="2010674"/>
                  <a:pt x="3679690" y="2066277"/>
                </a:cubicBezTo>
              </a:path>
            </a:pathLst>
          </a:cu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4F073BA3-6B6A-6144-BBF3-5C506082CCCB}"/>
              </a:ext>
            </a:extLst>
          </p:cNvPr>
          <p:cNvSpPr txBox="1"/>
          <p:nvPr/>
        </p:nvSpPr>
        <p:spPr>
          <a:xfrm>
            <a:off x="5232195" y="4545309"/>
            <a:ext cx="1056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2020</a:t>
            </a: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5D9CFC32-D2FB-9546-9E85-EDBF7B933039}"/>
              </a:ext>
            </a:extLst>
          </p:cNvPr>
          <p:cNvSpPr txBox="1"/>
          <p:nvPr/>
        </p:nvSpPr>
        <p:spPr>
          <a:xfrm>
            <a:off x="4826473" y="5560950"/>
            <a:ext cx="2238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2019 Demand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D259441-BE3B-474C-AFB1-C33B328E4F32}"/>
              </a:ext>
            </a:extLst>
          </p:cNvPr>
          <p:cNvSpPr/>
          <p:nvPr/>
        </p:nvSpPr>
        <p:spPr>
          <a:xfrm>
            <a:off x="1905000" y="3854451"/>
            <a:ext cx="4914900" cy="1327150"/>
          </a:xfrm>
          <a:custGeom>
            <a:avLst/>
            <a:gdLst>
              <a:gd name="connsiteX0" fmla="*/ 0 w 4349750"/>
              <a:gd name="connsiteY0" fmla="*/ 0 h 1308105"/>
              <a:gd name="connsiteX1" fmla="*/ 565150 w 4349750"/>
              <a:gd name="connsiteY1" fmla="*/ 6350 h 1308105"/>
              <a:gd name="connsiteX2" fmla="*/ 1447800 w 4349750"/>
              <a:gd name="connsiteY2" fmla="*/ 50800 h 1308105"/>
              <a:gd name="connsiteX3" fmla="*/ 2044700 w 4349750"/>
              <a:gd name="connsiteY3" fmla="*/ 196850 h 1308105"/>
              <a:gd name="connsiteX4" fmla="*/ 2520950 w 4349750"/>
              <a:gd name="connsiteY4" fmla="*/ 527050 h 1308105"/>
              <a:gd name="connsiteX5" fmla="*/ 2984500 w 4349750"/>
              <a:gd name="connsiteY5" fmla="*/ 908050 h 1308105"/>
              <a:gd name="connsiteX6" fmla="*/ 3454400 w 4349750"/>
              <a:gd name="connsiteY6" fmla="*/ 1149350 h 1308105"/>
              <a:gd name="connsiteX7" fmla="*/ 3956050 w 4349750"/>
              <a:gd name="connsiteY7" fmla="*/ 1282700 h 1308105"/>
              <a:gd name="connsiteX8" fmla="*/ 4349750 w 4349750"/>
              <a:gd name="connsiteY8" fmla="*/ 1308100 h 1308105"/>
              <a:gd name="connsiteX9" fmla="*/ 4349750 w 4349750"/>
              <a:gd name="connsiteY9" fmla="*/ 1308100 h 1308105"/>
              <a:gd name="connsiteX0" fmla="*/ 0 w 4356100"/>
              <a:gd name="connsiteY0" fmla="*/ 0 h 1308105"/>
              <a:gd name="connsiteX1" fmla="*/ 565150 w 4356100"/>
              <a:gd name="connsiteY1" fmla="*/ 6350 h 1308105"/>
              <a:gd name="connsiteX2" fmla="*/ 1447800 w 4356100"/>
              <a:gd name="connsiteY2" fmla="*/ 50800 h 1308105"/>
              <a:gd name="connsiteX3" fmla="*/ 2044700 w 4356100"/>
              <a:gd name="connsiteY3" fmla="*/ 196850 h 1308105"/>
              <a:gd name="connsiteX4" fmla="*/ 2520950 w 4356100"/>
              <a:gd name="connsiteY4" fmla="*/ 527050 h 1308105"/>
              <a:gd name="connsiteX5" fmla="*/ 2984500 w 4356100"/>
              <a:gd name="connsiteY5" fmla="*/ 908050 h 1308105"/>
              <a:gd name="connsiteX6" fmla="*/ 3454400 w 4356100"/>
              <a:gd name="connsiteY6" fmla="*/ 1149350 h 1308105"/>
              <a:gd name="connsiteX7" fmla="*/ 3956050 w 4356100"/>
              <a:gd name="connsiteY7" fmla="*/ 1282700 h 1308105"/>
              <a:gd name="connsiteX8" fmla="*/ 4349750 w 4356100"/>
              <a:gd name="connsiteY8" fmla="*/ 1308100 h 1308105"/>
              <a:gd name="connsiteX9" fmla="*/ 4349750 w 4356100"/>
              <a:gd name="connsiteY9" fmla="*/ 1308100 h 1308105"/>
              <a:gd name="connsiteX10" fmla="*/ 4356100 w 4356100"/>
              <a:gd name="connsiteY10" fmla="*/ 1301750 h 1308105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20950 w 4914900"/>
              <a:gd name="connsiteY4" fmla="*/ 527050 h 1327150"/>
              <a:gd name="connsiteX5" fmla="*/ 2984500 w 4914900"/>
              <a:gd name="connsiteY5" fmla="*/ 908050 h 1327150"/>
              <a:gd name="connsiteX6" fmla="*/ 3454400 w 4914900"/>
              <a:gd name="connsiteY6" fmla="*/ 1149350 h 1327150"/>
              <a:gd name="connsiteX7" fmla="*/ 3956050 w 4914900"/>
              <a:gd name="connsiteY7" fmla="*/ 1282700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4900" h="1327150">
                <a:moveTo>
                  <a:pt x="0" y="0"/>
                </a:moveTo>
                <a:lnTo>
                  <a:pt x="565150" y="6350"/>
                </a:lnTo>
                <a:cubicBezTo>
                  <a:pt x="806450" y="14817"/>
                  <a:pt x="1201208" y="19050"/>
                  <a:pt x="1447800" y="50800"/>
                </a:cubicBezTo>
                <a:cubicBezTo>
                  <a:pt x="1694392" y="82550"/>
                  <a:pt x="1865842" y="117475"/>
                  <a:pt x="2044700" y="196850"/>
                </a:cubicBezTo>
                <a:cubicBezTo>
                  <a:pt x="2223558" y="276225"/>
                  <a:pt x="2364317" y="408517"/>
                  <a:pt x="2520950" y="527050"/>
                </a:cubicBezTo>
                <a:cubicBezTo>
                  <a:pt x="2677583" y="645583"/>
                  <a:pt x="2828925" y="804333"/>
                  <a:pt x="2984500" y="908050"/>
                </a:cubicBezTo>
                <a:cubicBezTo>
                  <a:pt x="3140075" y="1011767"/>
                  <a:pt x="3292475" y="1086908"/>
                  <a:pt x="3454400" y="1149350"/>
                </a:cubicBezTo>
                <a:cubicBezTo>
                  <a:pt x="3616325" y="1211792"/>
                  <a:pt x="3806825" y="1256242"/>
                  <a:pt x="3956050" y="1282700"/>
                </a:cubicBezTo>
                <a:cubicBezTo>
                  <a:pt x="4105275" y="1309158"/>
                  <a:pt x="4349750" y="1308100"/>
                  <a:pt x="4349750" y="1308100"/>
                </a:cubicBezTo>
                <a:lnTo>
                  <a:pt x="4349750" y="1308100"/>
                </a:lnTo>
                <a:lnTo>
                  <a:pt x="4914900" y="1327150"/>
                </a:lnTo>
              </a:path>
            </a:pathLst>
          </a:custGeom>
          <a:noFill/>
          <a:ln w="31750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47091380-21EB-E04A-A8C7-32B7D2054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3472" y="4423862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6483C91-E34E-9446-9F85-327DF6869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349" y="4938665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56" name="TextBox 5">
            <a:extLst>
              <a:ext uri="{FF2B5EF4-FFF2-40B4-BE49-F238E27FC236}">
                <a16:creationId xmlns:a16="http://schemas.microsoft.com/office/drawing/2014/main" id="{F12C7841-3D1C-E545-88A6-E88C1CD68026}"/>
              </a:ext>
            </a:extLst>
          </p:cNvPr>
          <p:cNvSpPr txBox="1"/>
          <p:nvPr/>
        </p:nvSpPr>
        <p:spPr>
          <a:xfrm>
            <a:off x="1137373" y="1457486"/>
            <a:ext cx="1518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Marginal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Price</a:t>
            </a:r>
          </a:p>
        </p:txBody>
      </p:sp>
      <p:sp>
        <p:nvSpPr>
          <p:cNvPr id="57" name="TextBox 5">
            <a:extLst>
              <a:ext uri="{FF2B5EF4-FFF2-40B4-BE49-F238E27FC236}">
                <a16:creationId xmlns:a16="http://schemas.microsoft.com/office/drawing/2014/main" id="{91A232D4-8578-E648-A775-C68EB3BBD10D}"/>
              </a:ext>
            </a:extLst>
          </p:cNvPr>
          <p:cNvSpPr txBox="1"/>
          <p:nvPr/>
        </p:nvSpPr>
        <p:spPr>
          <a:xfrm>
            <a:off x="6208262" y="4888328"/>
            <a:ext cx="2238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Supply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33D23C97-7445-6843-9C7A-63AD6E55522F}"/>
              </a:ext>
            </a:extLst>
          </p:cNvPr>
          <p:cNvSpPr txBox="1"/>
          <p:nvPr/>
        </p:nvSpPr>
        <p:spPr>
          <a:xfrm>
            <a:off x="4931212" y="4032777"/>
            <a:ext cx="3516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2020 w/ horizontal supply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D4743CB-4DE7-3040-AA49-CEBD3BDEE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366" y="4426133"/>
            <a:ext cx="152400" cy="1524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32" name="Title 8">
            <a:extLst>
              <a:ext uri="{FF2B5EF4-FFF2-40B4-BE49-F238E27FC236}">
                <a16:creationId xmlns:a16="http://schemas.microsoft.com/office/drawing/2014/main" id="{D70AA5C8-7C21-8146-A90D-A59A98D5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2.  Personal increasing returns</a:t>
            </a:r>
            <a:br>
              <a:rPr lang="en-US" sz="3600" dirty="0"/>
            </a:br>
            <a:r>
              <a:rPr lang="en-US" sz="2800" dirty="0"/>
              <a:t>in quantity-price space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5">
                <a:extLst>
                  <a:ext uri="{FF2B5EF4-FFF2-40B4-BE49-F238E27FC236}">
                    <a16:creationId xmlns:a16="http://schemas.microsoft.com/office/drawing/2014/main" id="{31D6F893-D981-3E4A-AC28-87A22120159E}"/>
                  </a:ext>
                </a:extLst>
              </p:cNvPr>
              <p:cNvSpPr txBox="1"/>
              <p:nvPr/>
            </p:nvSpPr>
            <p:spPr>
              <a:xfrm>
                <a:off x="1271183" y="3672959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(0)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5">
                <a:extLst>
                  <a:ext uri="{FF2B5EF4-FFF2-40B4-BE49-F238E27FC236}">
                    <a16:creationId xmlns:a16="http://schemas.microsoft.com/office/drawing/2014/main" id="{31D6F893-D981-3E4A-AC28-87A221201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183" y="3672959"/>
                <a:ext cx="581049" cy="362984"/>
              </a:xfrm>
              <a:prstGeom prst="rect">
                <a:avLst/>
              </a:prstGeom>
              <a:blipFill>
                <a:blip r:embed="rId4"/>
                <a:stretch>
                  <a:fillRect l="-6383" r="-212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7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Predictions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Quantity and MC cannot change in the same direction without both curves shifting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400" dirty="0"/>
                  <a:t>Even in that case, the alternative requires restrictions on both the directions and amounts of the shifts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400" dirty="0"/>
                  <a:t>Demand shifts easily confused with supply shifts</a:t>
                </a:r>
              </a:p>
              <a:p>
                <a:pPr lvl="1" eaLnBrk="1" hangingPunct="1">
                  <a:lnSpc>
                    <a:spcPct val="90000"/>
                  </a:lnSpc>
                </a:pPr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Demand shifts are “multiplied”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The multiplier is not constant,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en-US" sz="2800" dirty="0"/>
                  <a:t> is not constant.</a:t>
                </a:r>
              </a:p>
            </p:txBody>
          </p:sp>
        </mc:Choice>
        <mc:Fallback xmlns="">
          <p:sp>
            <p:nvSpPr>
              <p:cNvPr id="27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  <a:blipFill>
                <a:blip r:embed="rId3"/>
                <a:stretch>
                  <a:fillRect l="-1250" t="-2228" b="-4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668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Predictions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Quantity and MC cannot change in the same direction without both curves shifting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400" dirty="0"/>
                  <a:t>Even in that case, the alternative requires restrictions on both the directions and amounts of the shifts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400" dirty="0"/>
                  <a:t>Demand shifts easily confused with supply shifts</a:t>
                </a:r>
              </a:p>
              <a:p>
                <a:pPr lvl="1" eaLnBrk="1" hangingPunct="1">
                  <a:lnSpc>
                    <a:spcPct val="90000"/>
                  </a:lnSpc>
                </a:pPr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Demand shifts are “multiplied”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marL="0" indent="0" algn="ctr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𝑑𝑚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The multiplier is not constant,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en-US" sz="2800" dirty="0"/>
                  <a:t> is not constant.</a:t>
                </a:r>
              </a:p>
            </p:txBody>
          </p:sp>
        </mc:Choice>
        <mc:Fallback xmlns="">
          <p:sp>
            <p:nvSpPr>
              <p:cNvPr id="27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219200"/>
                <a:ext cx="9144000" cy="5125598"/>
              </a:xfrm>
              <a:blipFill>
                <a:blip r:embed="rId3"/>
                <a:stretch>
                  <a:fillRect l="-1250" t="-2228" b="-4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399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58EC7-A59C-8AAB-93A4-276BF922A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Table 1.  Quantity-change amplification in the personal increasing returns model</a:t>
            </a:r>
            <a:endParaRPr lang="en-US"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49D531-ED1F-3290-04D0-5A100909A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337663"/>
              </p:ext>
            </p:extLst>
          </p:nvPr>
        </p:nvGraphicFramePr>
        <p:xfrm>
          <a:off x="76200" y="1447800"/>
          <a:ext cx="8991600" cy="5105400"/>
        </p:xfrm>
        <a:graphic>
          <a:graphicData uri="http://schemas.openxmlformats.org/drawingml/2006/table">
            <a:tbl>
              <a:tblPr firstRow="1" firstCol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3868999588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516591969"/>
                    </a:ext>
                  </a:extLst>
                </a:gridCol>
              </a:tblGrid>
              <a:tr h="53872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1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</a:t>
                      </a:r>
                      <a:r>
                        <a:rPr lang="en-US" sz="2400" b="1" i="1" cap="none" spc="0" baseline="-2500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US" sz="2400" b="1" i="1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</a:t>
                      </a:r>
                      <a:r>
                        <a:rPr lang="en-US" sz="2400" b="1" i="1" cap="none" spc="0" baseline="-2500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en-US" sz="1800" b="1" i="1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1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</a:t>
                      </a:r>
                      <a:r>
                        <a:rPr lang="en-US" sz="2400" i="1" cap="none" spc="0" baseline="-2500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</a:rPr>
                        <a:t>/(</a:t>
                      </a:r>
                      <a:r>
                        <a:rPr lang="en-US" sz="2400" i="1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</a:t>
                      </a:r>
                      <a:r>
                        <a:rPr lang="en-US" sz="2400" i="1" cap="none" spc="0" baseline="-2500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</a:t>
                      </a:r>
                      <a:r>
                        <a:rPr lang="en-US" sz="2400" i="1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</a:t>
                      </a:r>
                      <a:r>
                        <a:rPr lang="en-US" sz="2400" i="1" cap="none" spc="0" baseline="-2500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8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176452"/>
                  </a:ext>
                </a:extLst>
              </a:tr>
              <a:tr h="53975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1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</a:t>
                      </a:r>
                      <a:endParaRPr lang="en-US" sz="18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838881"/>
                  </a:ext>
                </a:extLst>
              </a:tr>
              <a:tr h="53975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1.25</a:t>
                      </a:r>
                      <a:endParaRPr lang="en-US" sz="1800" b="1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8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510904"/>
                  </a:ext>
                </a:extLst>
              </a:tr>
              <a:tr h="53975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1.5</a:t>
                      </a:r>
                      <a:endParaRPr lang="en-US" sz="1800" b="1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8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089721"/>
                  </a:ext>
                </a:extLst>
              </a:tr>
              <a:tr h="53975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1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31656"/>
                  </a:ext>
                </a:extLst>
              </a:tr>
              <a:tr h="53975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800" b="1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  <a:effectLst/>
                        </a:rPr>
                        <a:t>1.25</a:t>
                      </a:r>
                      <a:endParaRPr lang="en-US" sz="18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247482"/>
                  </a:ext>
                </a:extLst>
              </a:tr>
              <a:tr h="5396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</a:t>
                      </a:r>
                      <a:endParaRPr lang="en-US" sz="1800" b="1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218847"/>
                  </a:ext>
                </a:extLst>
              </a:tr>
              <a:tr h="1328198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Note: </a:t>
                      </a:r>
                      <a:r>
                        <a:rPr lang="en-US" sz="1800" b="1" i="1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</a:t>
                      </a:r>
                      <a:r>
                        <a:rPr lang="en-US" sz="1800" b="1" i="1" cap="none" spc="0" baseline="-2500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 and </a:t>
                      </a:r>
                      <a:r>
                        <a:rPr lang="en-US" sz="1800" b="1" i="1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</a:t>
                      </a:r>
                      <a:r>
                        <a:rPr lang="en-US" sz="1800" b="1" i="1" cap="none" spc="0" baseline="-2500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 are the price elasticities of demand and supply, respectively, with </a:t>
                      </a:r>
                      <a:r>
                        <a:rPr lang="en-US" sz="1800" b="1" i="1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</a:t>
                      </a:r>
                      <a:r>
                        <a:rPr lang="en-US" sz="1800" b="1" i="1" cap="none" spc="0" baseline="-2500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 &lt; </a:t>
                      </a:r>
                      <a:r>
                        <a:rPr lang="en-US" sz="1800" b="1" i="1" cap="none" spc="0" dirty="0">
                          <a:solidFill>
                            <a:schemeClr val="tx1"/>
                          </a:solidFill>
                          <a:effectLst/>
                          <a:sym typeface="Symbol" pitchFamily="2" charset="2"/>
                        </a:rPr>
                        <a:t></a:t>
                      </a:r>
                      <a:r>
                        <a:rPr lang="en-US" sz="1800" b="1" i="1" cap="none" spc="0" baseline="-2500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 &lt; 0.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This formula applies to local comparative statics.</a:t>
                      </a:r>
                      <a:endParaRPr lang="en-US" sz="1800" b="1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 (Body CS)"/>
                      </a:endParaRPr>
                    </a:p>
                  </a:txBody>
                  <a:tcPr marL="58363" marR="62531" marT="16675" marB="1250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360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583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E467F69-E92C-A649-B547-EB61EC32F508}"/>
              </a:ext>
            </a:extLst>
          </p:cNvPr>
          <p:cNvGraphicFramePr>
            <a:graphicFrameLocks noGrp="1"/>
          </p:cNvGraphicFramePr>
          <p:nvPr/>
        </p:nvGraphicFramePr>
        <p:xfrm>
          <a:off x="232000" y="568000"/>
          <a:ext cx="8680000" cy="62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65A0257-16E4-1928-47B7-454CE7003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2"/>
            <a:ext cx="9144000" cy="682978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Figure 3.  Female Participation in Professional Schools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82242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Substitution Behavior in the “Wrong” direction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12559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Take the case where supply and demand cross more than once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Raising the price of </a:t>
            </a:r>
            <a:r>
              <a:rPr lang="en-US" altLang="en-US" sz="2800" i="1" dirty="0"/>
              <a:t>q</a:t>
            </a:r>
            <a:r>
              <a:rPr lang="en-US" altLang="en-US" sz="2800" dirty="0"/>
              <a:t> at the low-investment point can induce a switch to the high-investment (and high consumption) point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Even if the price of </a:t>
            </a:r>
            <a:r>
              <a:rPr lang="en-US" altLang="en-US" sz="2400" i="1" dirty="0"/>
              <a:t>q</a:t>
            </a:r>
            <a:r>
              <a:rPr lang="en-US" altLang="en-US" sz="2400" dirty="0"/>
              <a:t> increases everywhere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Without the increasing-returns perspective, this might appear as a violation of the law of demand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In fact, it is a movement </a:t>
            </a:r>
            <a:r>
              <a:rPr lang="en-US" altLang="en-US" sz="2400" i="1" dirty="0"/>
              <a:t>down</a:t>
            </a:r>
            <a:r>
              <a:rPr lang="en-US" altLang="en-US" sz="2400" dirty="0"/>
              <a:t> a single </a:t>
            </a:r>
            <a:r>
              <a:rPr lang="en-US" altLang="en-US" sz="2400" dirty="0" err="1"/>
              <a:t>Hicksian</a:t>
            </a:r>
            <a:r>
              <a:rPr lang="en-US" altLang="en-US" sz="2400" dirty="0"/>
              <a:t> demand for </a:t>
            </a:r>
            <a:r>
              <a:rPr lang="en-US" altLang="en-US" sz="2400" i="1" dirty="0"/>
              <a:t>q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1322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EEFA3F14-3E1A-73B1-7C7B-9E2C54AB15F7}"/>
              </a:ext>
            </a:extLst>
          </p:cNvPr>
          <p:cNvSpPr/>
          <p:nvPr/>
        </p:nvSpPr>
        <p:spPr>
          <a:xfrm>
            <a:off x="4709565" y="4648874"/>
            <a:ext cx="744467" cy="449108"/>
          </a:xfrm>
          <a:custGeom>
            <a:avLst/>
            <a:gdLst>
              <a:gd name="connsiteX0" fmla="*/ 0 w 744467"/>
              <a:gd name="connsiteY0" fmla="*/ 0 h 449108"/>
              <a:gd name="connsiteX1" fmla="*/ 117334 w 744467"/>
              <a:gd name="connsiteY1" fmla="*/ 169933 h 449108"/>
              <a:gd name="connsiteX2" fmla="*/ 275129 w 744467"/>
              <a:gd name="connsiteY2" fmla="*/ 283222 h 449108"/>
              <a:gd name="connsiteX3" fmla="*/ 534074 w 744467"/>
              <a:gd name="connsiteY3" fmla="*/ 388418 h 449108"/>
              <a:gd name="connsiteX4" fmla="*/ 744467 w 744467"/>
              <a:gd name="connsiteY4" fmla="*/ 449108 h 449108"/>
              <a:gd name="connsiteX5" fmla="*/ 594764 w 744467"/>
              <a:gd name="connsiteY5" fmla="*/ 339866 h 449108"/>
              <a:gd name="connsiteX6" fmla="*/ 376279 w 744467"/>
              <a:gd name="connsiteY6" fmla="*/ 206347 h 449108"/>
              <a:gd name="connsiteX7" fmla="*/ 165886 w 744467"/>
              <a:gd name="connsiteY7" fmla="*/ 93059 h 449108"/>
              <a:gd name="connsiteX8" fmla="*/ 0 w 744467"/>
              <a:gd name="connsiteY8" fmla="*/ 0 h 449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467" h="449108">
                <a:moveTo>
                  <a:pt x="0" y="0"/>
                </a:moveTo>
                <a:lnTo>
                  <a:pt x="117334" y="169933"/>
                </a:lnTo>
                <a:lnTo>
                  <a:pt x="275129" y="283222"/>
                </a:lnTo>
                <a:lnTo>
                  <a:pt x="534074" y="388418"/>
                </a:lnTo>
                <a:lnTo>
                  <a:pt x="744467" y="449108"/>
                </a:lnTo>
                <a:lnTo>
                  <a:pt x="594764" y="339866"/>
                </a:lnTo>
                <a:lnTo>
                  <a:pt x="376279" y="206347"/>
                </a:lnTo>
                <a:lnTo>
                  <a:pt x="165886" y="93059"/>
                </a:lnTo>
                <a:lnTo>
                  <a:pt x="0" y="0"/>
                </a:lnTo>
                <a:close/>
              </a:path>
            </a:pathLst>
          </a:custGeom>
          <a:solidFill>
            <a:srgbClr val="FF9300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7FB1F22B-AFA8-ED8D-773E-1DAEE78093B4}"/>
              </a:ext>
            </a:extLst>
          </p:cNvPr>
          <p:cNvSpPr/>
          <p:nvPr/>
        </p:nvSpPr>
        <p:spPr>
          <a:xfrm>
            <a:off x="3774935" y="4005558"/>
            <a:ext cx="853709" cy="590718"/>
          </a:xfrm>
          <a:custGeom>
            <a:avLst/>
            <a:gdLst>
              <a:gd name="connsiteX0" fmla="*/ 0 w 853709"/>
              <a:gd name="connsiteY0" fmla="*/ 0 h 590718"/>
              <a:gd name="connsiteX1" fmla="*/ 169932 w 853709"/>
              <a:gd name="connsiteY1" fmla="*/ 141610 h 590718"/>
              <a:gd name="connsiteX2" fmla="*/ 485522 w 853709"/>
              <a:gd name="connsiteY2" fmla="*/ 364141 h 590718"/>
              <a:gd name="connsiteX3" fmla="*/ 752559 w 853709"/>
              <a:gd name="connsiteY3" fmla="*/ 534074 h 590718"/>
              <a:gd name="connsiteX4" fmla="*/ 853709 w 853709"/>
              <a:gd name="connsiteY4" fmla="*/ 590718 h 590718"/>
              <a:gd name="connsiteX5" fmla="*/ 748513 w 853709"/>
              <a:gd name="connsiteY5" fmla="*/ 428877 h 590718"/>
              <a:gd name="connsiteX6" fmla="*/ 659500 w 853709"/>
              <a:gd name="connsiteY6" fmla="*/ 339865 h 590718"/>
              <a:gd name="connsiteX7" fmla="*/ 505752 w 853709"/>
              <a:gd name="connsiteY7" fmla="*/ 234669 h 590718"/>
              <a:gd name="connsiteX8" fmla="*/ 335819 w 853709"/>
              <a:gd name="connsiteY8" fmla="*/ 133518 h 590718"/>
              <a:gd name="connsiteX9" fmla="*/ 125426 w 853709"/>
              <a:gd name="connsiteY9" fmla="*/ 36414 h 590718"/>
              <a:gd name="connsiteX10" fmla="*/ 0 w 853709"/>
              <a:gd name="connsiteY10" fmla="*/ 0 h 590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3709" h="590718">
                <a:moveTo>
                  <a:pt x="0" y="0"/>
                </a:moveTo>
                <a:lnTo>
                  <a:pt x="169932" y="141610"/>
                </a:lnTo>
                <a:lnTo>
                  <a:pt x="485522" y="364141"/>
                </a:lnTo>
                <a:lnTo>
                  <a:pt x="752559" y="534074"/>
                </a:lnTo>
                <a:lnTo>
                  <a:pt x="853709" y="590718"/>
                </a:lnTo>
                <a:lnTo>
                  <a:pt x="748513" y="428877"/>
                </a:lnTo>
                <a:lnTo>
                  <a:pt x="659500" y="339865"/>
                </a:lnTo>
                <a:lnTo>
                  <a:pt x="505752" y="234669"/>
                </a:lnTo>
                <a:lnTo>
                  <a:pt x="335819" y="133518"/>
                </a:lnTo>
                <a:lnTo>
                  <a:pt x="125426" y="36414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Line 12">
            <a:extLst>
              <a:ext uri="{FF2B5EF4-FFF2-40B4-BE49-F238E27FC236}">
                <a16:creationId xmlns:a16="http://schemas.microsoft.com/office/drawing/2014/main" id="{8422021A-D414-7C4C-A9BE-EA65DCB01B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3198" y="3981496"/>
            <a:ext cx="1820602" cy="1717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42" name="Line 12">
            <a:extLst>
              <a:ext uri="{FF2B5EF4-FFF2-40B4-BE49-F238E27FC236}">
                <a16:creationId xmlns:a16="http://schemas.microsoft.com/office/drawing/2014/main" id="{131C9A63-EED3-6D46-90A7-728AC241DD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9570" y="5263594"/>
            <a:ext cx="4343702" cy="1721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71217528-FE76-4146-88F0-D0711ED9D73B}"/>
              </a:ext>
            </a:extLst>
          </p:cNvPr>
          <p:cNvSpPr txBox="1"/>
          <p:nvPr/>
        </p:nvSpPr>
        <p:spPr>
          <a:xfrm>
            <a:off x="5194140" y="4646015"/>
            <a:ext cx="1035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</a:t>
            </a:r>
          </a:p>
        </p:txBody>
      </p:sp>
      <p:sp>
        <p:nvSpPr>
          <p:cNvPr id="39" name="Line 12">
            <a:extLst>
              <a:ext uri="{FF2B5EF4-FFF2-40B4-BE49-F238E27FC236}">
                <a16:creationId xmlns:a16="http://schemas.microsoft.com/office/drawing/2014/main" id="{D33124B5-F412-3843-9F5F-1617A133F3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4999" y="3843296"/>
            <a:ext cx="3181444" cy="1260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1896802" y="2234043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 flipV="1">
            <a:off x="1905000" y="6136714"/>
            <a:ext cx="4858294" cy="9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/>
              <a:t>Figure </a:t>
            </a:r>
            <a:r>
              <a:rPr lang="en-US" sz="3600" dirty="0"/>
              <a:t>4</a:t>
            </a:r>
            <a:r>
              <a:rPr lang="en-US" sz="3600"/>
              <a:t>.  </a:t>
            </a:r>
            <a:r>
              <a:rPr lang="en-US" sz="3600" dirty="0"/>
              <a:t>Personal increasing returns</a:t>
            </a:r>
            <a:br>
              <a:rPr lang="en-US" sz="3600" dirty="0"/>
            </a:br>
            <a:r>
              <a:rPr lang="en-US" sz="2400" dirty="0"/>
              <a:t>Allocations A and C are on the same indifference curve, and dominate B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6985305" y="5864211"/>
            <a:ext cx="2230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Quantity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035034" y="6073027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id="{E71140D7-3A5F-1144-A48C-ECDD66108499}"/>
              </a:ext>
            </a:extLst>
          </p:cNvPr>
          <p:cNvSpPr>
            <a:spLocks noChangeShapeType="1"/>
          </p:cNvSpPr>
          <p:nvPr/>
        </p:nvSpPr>
        <p:spPr bwMode="auto">
          <a:xfrm rot="280126">
            <a:off x="2628786" y="3357846"/>
            <a:ext cx="3679690" cy="2066277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533004 w 3679690"/>
              <a:gd name="connsiteY2" fmla="*/ 1447018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9690" h="2066277">
                <a:moveTo>
                  <a:pt x="0" y="0"/>
                </a:moveTo>
                <a:cubicBezTo>
                  <a:pt x="564207" y="313271"/>
                  <a:pt x="1053362" y="713703"/>
                  <a:pt x="1617569" y="1026974"/>
                </a:cubicBezTo>
                <a:cubicBezTo>
                  <a:pt x="2029731" y="1266607"/>
                  <a:pt x="2189317" y="1273801"/>
                  <a:pt x="2533004" y="1447018"/>
                </a:cubicBezTo>
                <a:cubicBezTo>
                  <a:pt x="2784470" y="1564632"/>
                  <a:pt x="2928549" y="1686466"/>
                  <a:pt x="3105911" y="1790084"/>
                </a:cubicBezTo>
                <a:cubicBezTo>
                  <a:pt x="3283273" y="1893702"/>
                  <a:pt x="3587469" y="2010674"/>
                  <a:pt x="3679690" y="2066277"/>
                </a:cubicBezTo>
              </a:path>
            </a:pathLst>
          </a:custGeom>
          <a:noFill/>
          <a:ln w="34925">
            <a:solidFill>
              <a:srgbClr val="0432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5D9CFC32-D2FB-9546-9E85-EDBF7B933039}"/>
              </a:ext>
            </a:extLst>
          </p:cNvPr>
          <p:cNvSpPr txBox="1"/>
          <p:nvPr/>
        </p:nvSpPr>
        <p:spPr>
          <a:xfrm>
            <a:off x="5112977" y="5570449"/>
            <a:ext cx="2238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Demand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D259441-BE3B-474C-AFB1-C33B328E4F32}"/>
              </a:ext>
            </a:extLst>
          </p:cNvPr>
          <p:cNvSpPr/>
          <p:nvPr/>
        </p:nvSpPr>
        <p:spPr>
          <a:xfrm>
            <a:off x="1905000" y="3854451"/>
            <a:ext cx="4914900" cy="1327150"/>
          </a:xfrm>
          <a:custGeom>
            <a:avLst/>
            <a:gdLst>
              <a:gd name="connsiteX0" fmla="*/ 0 w 4349750"/>
              <a:gd name="connsiteY0" fmla="*/ 0 h 1308105"/>
              <a:gd name="connsiteX1" fmla="*/ 565150 w 4349750"/>
              <a:gd name="connsiteY1" fmla="*/ 6350 h 1308105"/>
              <a:gd name="connsiteX2" fmla="*/ 1447800 w 4349750"/>
              <a:gd name="connsiteY2" fmla="*/ 50800 h 1308105"/>
              <a:gd name="connsiteX3" fmla="*/ 2044700 w 4349750"/>
              <a:gd name="connsiteY3" fmla="*/ 196850 h 1308105"/>
              <a:gd name="connsiteX4" fmla="*/ 2520950 w 4349750"/>
              <a:gd name="connsiteY4" fmla="*/ 527050 h 1308105"/>
              <a:gd name="connsiteX5" fmla="*/ 2984500 w 4349750"/>
              <a:gd name="connsiteY5" fmla="*/ 908050 h 1308105"/>
              <a:gd name="connsiteX6" fmla="*/ 3454400 w 4349750"/>
              <a:gd name="connsiteY6" fmla="*/ 1149350 h 1308105"/>
              <a:gd name="connsiteX7" fmla="*/ 3956050 w 4349750"/>
              <a:gd name="connsiteY7" fmla="*/ 1282700 h 1308105"/>
              <a:gd name="connsiteX8" fmla="*/ 4349750 w 4349750"/>
              <a:gd name="connsiteY8" fmla="*/ 1308100 h 1308105"/>
              <a:gd name="connsiteX9" fmla="*/ 4349750 w 4349750"/>
              <a:gd name="connsiteY9" fmla="*/ 1308100 h 1308105"/>
              <a:gd name="connsiteX0" fmla="*/ 0 w 4356100"/>
              <a:gd name="connsiteY0" fmla="*/ 0 h 1308105"/>
              <a:gd name="connsiteX1" fmla="*/ 565150 w 4356100"/>
              <a:gd name="connsiteY1" fmla="*/ 6350 h 1308105"/>
              <a:gd name="connsiteX2" fmla="*/ 1447800 w 4356100"/>
              <a:gd name="connsiteY2" fmla="*/ 50800 h 1308105"/>
              <a:gd name="connsiteX3" fmla="*/ 2044700 w 4356100"/>
              <a:gd name="connsiteY3" fmla="*/ 196850 h 1308105"/>
              <a:gd name="connsiteX4" fmla="*/ 2520950 w 4356100"/>
              <a:gd name="connsiteY4" fmla="*/ 527050 h 1308105"/>
              <a:gd name="connsiteX5" fmla="*/ 2984500 w 4356100"/>
              <a:gd name="connsiteY5" fmla="*/ 908050 h 1308105"/>
              <a:gd name="connsiteX6" fmla="*/ 3454400 w 4356100"/>
              <a:gd name="connsiteY6" fmla="*/ 1149350 h 1308105"/>
              <a:gd name="connsiteX7" fmla="*/ 3956050 w 4356100"/>
              <a:gd name="connsiteY7" fmla="*/ 1282700 h 1308105"/>
              <a:gd name="connsiteX8" fmla="*/ 4349750 w 4356100"/>
              <a:gd name="connsiteY8" fmla="*/ 1308100 h 1308105"/>
              <a:gd name="connsiteX9" fmla="*/ 4349750 w 4356100"/>
              <a:gd name="connsiteY9" fmla="*/ 1308100 h 1308105"/>
              <a:gd name="connsiteX10" fmla="*/ 4356100 w 4356100"/>
              <a:gd name="connsiteY10" fmla="*/ 1301750 h 1308105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20950 w 4914900"/>
              <a:gd name="connsiteY4" fmla="*/ 527050 h 1327150"/>
              <a:gd name="connsiteX5" fmla="*/ 2984500 w 4914900"/>
              <a:gd name="connsiteY5" fmla="*/ 908050 h 1327150"/>
              <a:gd name="connsiteX6" fmla="*/ 3454400 w 4914900"/>
              <a:gd name="connsiteY6" fmla="*/ 1149350 h 1327150"/>
              <a:gd name="connsiteX7" fmla="*/ 3956050 w 4914900"/>
              <a:gd name="connsiteY7" fmla="*/ 1282700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20950 w 4914900"/>
              <a:gd name="connsiteY4" fmla="*/ 527050 h 1327150"/>
              <a:gd name="connsiteX5" fmla="*/ 2950156 w 4914900"/>
              <a:gd name="connsiteY5" fmla="*/ 938101 h 1327150"/>
              <a:gd name="connsiteX6" fmla="*/ 3454400 w 4914900"/>
              <a:gd name="connsiteY6" fmla="*/ 1149350 h 1327150"/>
              <a:gd name="connsiteX7" fmla="*/ 3956050 w 4914900"/>
              <a:gd name="connsiteY7" fmla="*/ 1282700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20950 w 4914900"/>
              <a:gd name="connsiteY4" fmla="*/ 527050 h 1327150"/>
              <a:gd name="connsiteX5" fmla="*/ 2950156 w 4914900"/>
              <a:gd name="connsiteY5" fmla="*/ 938101 h 1327150"/>
              <a:gd name="connsiteX6" fmla="*/ 3428642 w 4914900"/>
              <a:gd name="connsiteY6" fmla="*/ 1218037 h 1327150"/>
              <a:gd name="connsiteX7" fmla="*/ 3956050 w 4914900"/>
              <a:gd name="connsiteY7" fmla="*/ 1282700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20950 w 4914900"/>
              <a:gd name="connsiteY4" fmla="*/ 527050 h 1327150"/>
              <a:gd name="connsiteX5" fmla="*/ 2950156 w 4914900"/>
              <a:gd name="connsiteY5" fmla="*/ 938101 h 1327150"/>
              <a:gd name="connsiteX6" fmla="*/ 3428642 w 4914900"/>
              <a:gd name="connsiteY6" fmla="*/ 1218037 h 1327150"/>
              <a:gd name="connsiteX7" fmla="*/ 3947464 w 4914900"/>
              <a:gd name="connsiteY7" fmla="*/ 1308458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63880 w 4914900"/>
              <a:gd name="connsiteY4" fmla="*/ 505585 h 1327150"/>
              <a:gd name="connsiteX5" fmla="*/ 2950156 w 4914900"/>
              <a:gd name="connsiteY5" fmla="*/ 938101 h 1327150"/>
              <a:gd name="connsiteX6" fmla="*/ 3428642 w 4914900"/>
              <a:gd name="connsiteY6" fmla="*/ 1218037 h 1327150"/>
              <a:gd name="connsiteX7" fmla="*/ 3947464 w 4914900"/>
              <a:gd name="connsiteY7" fmla="*/ 1308458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63880 w 4914900"/>
              <a:gd name="connsiteY4" fmla="*/ 505585 h 1327150"/>
              <a:gd name="connsiteX5" fmla="*/ 2958742 w 4914900"/>
              <a:gd name="connsiteY5" fmla="*/ 1006788 h 1327150"/>
              <a:gd name="connsiteX6" fmla="*/ 3428642 w 4914900"/>
              <a:gd name="connsiteY6" fmla="*/ 1218037 h 1327150"/>
              <a:gd name="connsiteX7" fmla="*/ 3947464 w 4914900"/>
              <a:gd name="connsiteY7" fmla="*/ 1308458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4900" h="1327150">
                <a:moveTo>
                  <a:pt x="0" y="0"/>
                </a:moveTo>
                <a:lnTo>
                  <a:pt x="565150" y="6350"/>
                </a:lnTo>
                <a:cubicBezTo>
                  <a:pt x="806450" y="14817"/>
                  <a:pt x="1201208" y="19050"/>
                  <a:pt x="1447800" y="50800"/>
                </a:cubicBezTo>
                <a:cubicBezTo>
                  <a:pt x="1694392" y="82550"/>
                  <a:pt x="1858687" y="121053"/>
                  <a:pt x="2044700" y="196850"/>
                </a:cubicBezTo>
                <a:cubicBezTo>
                  <a:pt x="2230713" y="272648"/>
                  <a:pt x="2411540" y="370595"/>
                  <a:pt x="2563880" y="505585"/>
                </a:cubicBezTo>
                <a:cubicBezTo>
                  <a:pt x="2716220" y="640575"/>
                  <a:pt x="2814615" y="888046"/>
                  <a:pt x="2958742" y="1006788"/>
                </a:cubicBezTo>
                <a:cubicBezTo>
                  <a:pt x="3102869" y="1125530"/>
                  <a:pt x="3263855" y="1167759"/>
                  <a:pt x="3428642" y="1218037"/>
                </a:cubicBezTo>
                <a:cubicBezTo>
                  <a:pt x="3593429" y="1268315"/>
                  <a:pt x="3793946" y="1293448"/>
                  <a:pt x="3947464" y="1308458"/>
                </a:cubicBezTo>
                <a:cubicBezTo>
                  <a:pt x="4100982" y="1323468"/>
                  <a:pt x="4349750" y="1308100"/>
                  <a:pt x="4349750" y="1308100"/>
                </a:cubicBezTo>
                <a:lnTo>
                  <a:pt x="4349750" y="1308100"/>
                </a:lnTo>
                <a:lnTo>
                  <a:pt x="4914900" y="1327150"/>
                </a:lnTo>
              </a:path>
            </a:pathLst>
          </a:custGeom>
          <a:noFill/>
          <a:ln w="317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47091380-21EB-E04A-A8C7-32B7D2054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0347" y="503148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56" name="TextBox 5">
            <a:extLst>
              <a:ext uri="{FF2B5EF4-FFF2-40B4-BE49-F238E27FC236}">
                <a16:creationId xmlns:a16="http://schemas.microsoft.com/office/drawing/2014/main" id="{F12C7841-3D1C-E545-88A6-E88C1CD68026}"/>
              </a:ext>
            </a:extLst>
          </p:cNvPr>
          <p:cNvSpPr txBox="1"/>
          <p:nvPr/>
        </p:nvSpPr>
        <p:spPr>
          <a:xfrm>
            <a:off x="1137373" y="1457486"/>
            <a:ext cx="1518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Marginal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">
                <a:extLst>
                  <a:ext uri="{FF2B5EF4-FFF2-40B4-BE49-F238E27FC236}">
                    <a16:creationId xmlns:a16="http://schemas.microsoft.com/office/drawing/2014/main" id="{91A232D4-8578-E648-A775-C68EB3BBD10D}"/>
                  </a:ext>
                </a:extLst>
              </p:cNvPr>
              <p:cNvSpPr txBox="1"/>
              <p:nvPr/>
            </p:nvSpPr>
            <p:spPr>
              <a:xfrm>
                <a:off x="6386464" y="4696098"/>
                <a:ext cx="2238956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9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Supply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99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𝐸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</m:d>
                      </m:e>
                    </m:d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">
                <a:extLst>
                  <a:ext uri="{FF2B5EF4-FFF2-40B4-BE49-F238E27FC236}">
                    <a16:creationId xmlns:a16="http://schemas.microsoft.com/office/drawing/2014/main" id="{91A232D4-8578-E648-A775-C68EB3BBD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464" y="4696098"/>
                <a:ext cx="2238956" cy="509178"/>
              </a:xfrm>
              <a:prstGeom prst="rect">
                <a:avLst/>
              </a:prstGeom>
              <a:blipFill>
                <a:blip r:embed="rId3"/>
                <a:stretch>
                  <a:fillRect l="-1695" t="-4878"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5">
                <a:extLst>
                  <a:ext uri="{FF2B5EF4-FFF2-40B4-BE49-F238E27FC236}">
                    <a16:creationId xmlns:a16="http://schemas.microsoft.com/office/drawing/2014/main" id="{06941AF1-3ED2-B245-A42E-DF94517DD32C}"/>
                  </a:ext>
                </a:extLst>
              </p:cNvPr>
              <p:cNvSpPr txBox="1"/>
              <p:nvPr/>
            </p:nvSpPr>
            <p:spPr>
              <a:xfrm>
                <a:off x="1306985" y="3585328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(0)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5">
                <a:extLst>
                  <a:ext uri="{FF2B5EF4-FFF2-40B4-BE49-F238E27FC236}">
                    <a16:creationId xmlns:a16="http://schemas.microsoft.com/office/drawing/2014/main" id="{06941AF1-3ED2-B245-A42E-DF94517DD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985" y="3585328"/>
                <a:ext cx="581049" cy="362984"/>
              </a:xfrm>
              <a:prstGeom prst="rect">
                <a:avLst/>
              </a:prstGeom>
              <a:blipFill>
                <a:blip r:embed="rId4"/>
                <a:stretch>
                  <a:fillRect l="-6383" r="-425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5">
                <a:extLst>
                  <a:ext uri="{FF2B5EF4-FFF2-40B4-BE49-F238E27FC236}">
                    <a16:creationId xmlns:a16="http://schemas.microsoft.com/office/drawing/2014/main" id="{AF826B57-8A2B-6041-AB82-143F6ABDCE02}"/>
                  </a:ext>
                </a:extLst>
              </p:cNvPr>
              <p:cNvSpPr txBox="1"/>
              <p:nvPr/>
            </p:nvSpPr>
            <p:spPr>
              <a:xfrm>
                <a:off x="1343814" y="5124968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5">
                <a:extLst>
                  <a:ext uri="{FF2B5EF4-FFF2-40B4-BE49-F238E27FC236}">
                    <a16:creationId xmlns:a16="http://schemas.microsoft.com/office/drawing/2014/main" id="{AF826B57-8A2B-6041-AB82-143F6ABDC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814" y="5124968"/>
                <a:ext cx="581049" cy="362984"/>
              </a:xfrm>
              <a:prstGeom prst="rect">
                <a:avLst/>
              </a:prstGeom>
              <a:blipFill>
                <a:blip r:embed="rId5"/>
                <a:stretch>
                  <a:fillRect l="-6383" r="-425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5">
            <a:extLst>
              <a:ext uri="{FF2B5EF4-FFF2-40B4-BE49-F238E27FC236}">
                <a16:creationId xmlns:a16="http://schemas.microsoft.com/office/drawing/2014/main" id="{E9098080-29C3-D64E-872A-58DE90A9FCD8}"/>
              </a:ext>
            </a:extLst>
          </p:cNvPr>
          <p:cNvSpPr txBox="1"/>
          <p:nvPr/>
        </p:nvSpPr>
        <p:spPr>
          <a:xfrm>
            <a:off x="4372202" y="4154203"/>
            <a:ext cx="1035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313866BF-9E28-4644-AB83-72F4BB2DF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409" y="4539668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9A01C6DF-7970-2642-805B-A2B2328FCCD0}"/>
              </a:ext>
            </a:extLst>
          </p:cNvPr>
          <p:cNvSpPr txBox="1"/>
          <p:nvPr/>
        </p:nvSpPr>
        <p:spPr>
          <a:xfrm>
            <a:off x="3073785" y="3940041"/>
            <a:ext cx="1035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</a:t>
            </a:r>
          </a:p>
        </p:txBody>
      </p:sp>
      <p:sp>
        <p:nvSpPr>
          <p:cNvPr id="23" name="Oval 20">
            <a:extLst>
              <a:ext uri="{FF2B5EF4-FFF2-40B4-BE49-F238E27FC236}">
                <a16:creationId xmlns:a16="http://schemas.microsoft.com/office/drawing/2014/main" id="{BB0C133C-0731-E941-A373-AD33E59F0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303" y="3890027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B043BA8-74E0-D943-ADDF-FBF953229E31}"/>
                  </a:ext>
                </a:extLst>
              </p:cNvPr>
              <p:cNvSpPr txBox="1"/>
              <p:nvPr/>
            </p:nvSpPr>
            <p:spPr>
              <a:xfrm>
                <a:off x="0" y="6399957"/>
                <a:ext cx="9067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dirty="0"/>
                  <a:t>Local optima </a:t>
                </a:r>
                <a:r>
                  <a:rPr lang="en-US" sz="1200" i="1" dirty="0"/>
                  <a:t>A</a:t>
                </a:r>
                <a:r>
                  <a:rPr lang="en-US" sz="1200" dirty="0"/>
                  <a:t> and </a:t>
                </a:r>
                <a:r>
                  <a:rPr lang="en-US" sz="1200" i="1" dirty="0"/>
                  <a:t>C</a:t>
                </a:r>
                <a:r>
                  <a:rPr lang="en-US" sz="1200" dirty="0"/>
                  <a:t> are compared based on the area to the left of the </a:t>
                </a:r>
                <a:r>
                  <a:rPr lang="en-US" sz="1200" dirty="0" err="1"/>
                  <a:t>Hicksian</a:t>
                </a:r>
                <a:r>
                  <a:rPr lang="en-US" sz="1200" dirty="0"/>
                  <a:t> demand curve (not shown, but closely related to </a:t>
                </a:r>
                <a:r>
                  <a:rPr lang="en-US" sz="1200" i="1" dirty="0"/>
                  <a:t>M</a:t>
                </a:r>
                <a:r>
                  <a:rPr lang="en-US" sz="1200" dirty="0"/>
                  <a:t> as discussed in the text) and the additional investment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200" dirty="0"/>
                  <a:t> required to obtain the lower price.</a:t>
                </a:r>
                <a:endParaRPr lang="en-US" sz="1200" baseline="-25000" dirty="0"/>
              </a:p>
            </p:txBody>
          </p:sp>
        </mc:Choice>
        <mc:Fallback xmlns=""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DB043BA8-74E0-D943-ADDF-FBF953229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9957"/>
                <a:ext cx="9067800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ine 12">
            <a:extLst>
              <a:ext uri="{FF2B5EF4-FFF2-40B4-BE49-F238E27FC236}">
                <a16:creationId xmlns:a16="http://schemas.microsoft.com/office/drawing/2014/main" id="{DF2AED5A-C6DE-9347-976D-634BFC330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4994" y="5115857"/>
            <a:ext cx="3551406" cy="1717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5">
                <a:extLst>
                  <a:ext uri="{FF2B5EF4-FFF2-40B4-BE49-F238E27FC236}">
                    <a16:creationId xmlns:a16="http://schemas.microsoft.com/office/drawing/2014/main" id="{57ABE302-8347-914B-9724-1FD96E2038E9}"/>
                  </a:ext>
                </a:extLst>
              </p:cNvPr>
              <p:cNvSpPr txBox="1"/>
              <p:nvPr/>
            </p:nvSpPr>
            <p:spPr>
              <a:xfrm>
                <a:off x="1300061" y="4865967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5">
                <a:extLst>
                  <a:ext uri="{FF2B5EF4-FFF2-40B4-BE49-F238E27FC236}">
                    <a16:creationId xmlns:a16="http://schemas.microsoft.com/office/drawing/2014/main" id="{57ABE302-8347-914B-9724-1FD96E203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061" y="4865967"/>
                <a:ext cx="581049" cy="362984"/>
              </a:xfrm>
              <a:prstGeom prst="rect">
                <a:avLst/>
              </a:prstGeom>
              <a:blipFill>
                <a:blip r:embed="rId7"/>
                <a:stretch>
                  <a:fillRect l="-14894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5">
                <a:extLst>
                  <a:ext uri="{FF2B5EF4-FFF2-40B4-BE49-F238E27FC236}">
                    <a16:creationId xmlns:a16="http://schemas.microsoft.com/office/drawing/2014/main" id="{B51CA705-1393-4942-9F64-80E426159C62}"/>
                  </a:ext>
                </a:extLst>
              </p:cNvPr>
              <p:cNvSpPr txBox="1"/>
              <p:nvPr/>
            </p:nvSpPr>
            <p:spPr>
              <a:xfrm>
                <a:off x="1323949" y="3844329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5">
                <a:extLst>
                  <a:ext uri="{FF2B5EF4-FFF2-40B4-BE49-F238E27FC236}">
                    <a16:creationId xmlns:a16="http://schemas.microsoft.com/office/drawing/2014/main" id="{B51CA705-1393-4942-9F64-80E426159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949" y="3844329"/>
                <a:ext cx="581049" cy="362984"/>
              </a:xfrm>
              <a:prstGeom prst="rect">
                <a:avLst/>
              </a:prstGeom>
              <a:blipFill>
                <a:blip r:embed="rId8"/>
                <a:stretch>
                  <a:fillRect l="-1739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5">
            <a:extLst>
              <a:ext uri="{FF2B5EF4-FFF2-40B4-BE49-F238E27FC236}">
                <a16:creationId xmlns:a16="http://schemas.microsoft.com/office/drawing/2014/main" id="{3261D7DB-2874-A04C-E048-24097DE1ACFD}"/>
              </a:ext>
            </a:extLst>
          </p:cNvPr>
          <p:cNvSpPr txBox="1"/>
          <p:nvPr/>
        </p:nvSpPr>
        <p:spPr>
          <a:xfrm>
            <a:off x="4759659" y="1977136"/>
            <a:ext cx="3246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sz="1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Absent income effects, compare areas of “football” </a:t>
            </a: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CB</a:t>
            </a:r>
            <a:r>
              <a:rPr kumimoji="0" lang="en-US" sz="1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and football </a:t>
            </a: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solidFill>
                  <a:srgbClr val="FF9300"/>
                </a:solidFill>
                <a:effectLst/>
                <a:uLnTx/>
                <a:uFillTx/>
                <a:ea typeface="+mn-ea"/>
                <a:cs typeface="+mn-cs"/>
              </a:rPr>
              <a:t>BA</a:t>
            </a:r>
            <a:endParaRPr kumimoji="0" lang="en-US" sz="1800" b="1" i="0" u="none" strike="noStrike" kern="1200" cap="none" spc="0" normalizeH="0" baseline="-25000" noProof="0" dirty="0">
              <a:ln>
                <a:noFill/>
              </a:ln>
              <a:solidFill>
                <a:srgbClr val="FF93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91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ine 12">
            <a:extLst>
              <a:ext uri="{FF2B5EF4-FFF2-40B4-BE49-F238E27FC236}">
                <a16:creationId xmlns:a16="http://schemas.microsoft.com/office/drawing/2014/main" id="{8422021A-D414-7C4C-A9BE-EA65DCB01B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3197" y="3978643"/>
            <a:ext cx="2847611" cy="2854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71217528-FE76-4146-88F0-D0711ED9D73B}"/>
              </a:ext>
            </a:extLst>
          </p:cNvPr>
          <p:cNvSpPr txBox="1"/>
          <p:nvPr/>
        </p:nvSpPr>
        <p:spPr>
          <a:xfrm>
            <a:off x="5194140" y="4646015"/>
            <a:ext cx="1035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</a:t>
            </a:r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1896802" y="2234043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 flipV="1">
            <a:off x="1905000" y="6136714"/>
            <a:ext cx="4858294" cy="9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/>
              <a:t>Figure </a:t>
            </a:r>
            <a:r>
              <a:rPr lang="en-US" sz="3600" dirty="0"/>
              <a:t>4</a:t>
            </a:r>
            <a:r>
              <a:rPr lang="en-US" sz="3600"/>
              <a:t>.  </a:t>
            </a:r>
            <a:r>
              <a:rPr lang="en-US" sz="3600" dirty="0"/>
              <a:t>Personal increasing returns</a:t>
            </a:r>
            <a:br>
              <a:rPr lang="en-US" sz="3600" dirty="0"/>
            </a:br>
            <a:r>
              <a:rPr lang="en-US" sz="2400" dirty="0"/>
              <a:t>Allocations A and C are on the same indifference curve, and dominate B</a:t>
            </a:r>
            <a:endParaRPr lang="en-US" sz="36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C4F465D3-18CC-BA47-8968-8FCB85FAC88B}"/>
              </a:ext>
            </a:extLst>
          </p:cNvPr>
          <p:cNvSpPr txBox="1"/>
          <p:nvPr/>
        </p:nvSpPr>
        <p:spPr>
          <a:xfrm>
            <a:off x="6985305" y="5864211"/>
            <a:ext cx="2230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Quantity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035034" y="6073027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id="{E71140D7-3A5F-1144-A48C-ECDD66108499}"/>
              </a:ext>
            </a:extLst>
          </p:cNvPr>
          <p:cNvSpPr>
            <a:spLocks noChangeShapeType="1"/>
          </p:cNvSpPr>
          <p:nvPr/>
        </p:nvSpPr>
        <p:spPr bwMode="auto">
          <a:xfrm rot="280126">
            <a:off x="2613887" y="3378389"/>
            <a:ext cx="4198508" cy="2411216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533004 w 3679690"/>
              <a:gd name="connsiteY2" fmla="*/ 1447018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888273"/>
              <a:gd name="connsiteY0" fmla="*/ 0 h 2213072"/>
              <a:gd name="connsiteX1" fmla="*/ 1617569 w 3888273"/>
              <a:gd name="connsiteY1" fmla="*/ 1026974 h 2213072"/>
              <a:gd name="connsiteX2" fmla="*/ 2533004 w 3888273"/>
              <a:gd name="connsiteY2" fmla="*/ 1447018 h 2213072"/>
              <a:gd name="connsiteX3" fmla="*/ 3105911 w 3888273"/>
              <a:gd name="connsiteY3" fmla="*/ 1790084 h 2213072"/>
              <a:gd name="connsiteX4" fmla="*/ 3888273 w 3888273"/>
              <a:gd name="connsiteY4" fmla="*/ 2213072 h 2213072"/>
              <a:gd name="connsiteX0" fmla="*/ 0 w 4198508"/>
              <a:gd name="connsiteY0" fmla="*/ 0 h 2411216"/>
              <a:gd name="connsiteX1" fmla="*/ 1617569 w 4198508"/>
              <a:gd name="connsiteY1" fmla="*/ 1026974 h 2411216"/>
              <a:gd name="connsiteX2" fmla="*/ 2533004 w 4198508"/>
              <a:gd name="connsiteY2" fmla="*/ 1447018 h 2411216"/>
              <a:gd name="connsiteX3" fmla="*/ 3105911 w 4198508"/>
              <a:gd name="connsiteY3" fmla="*/ 1790084 h 2411216"/>
              <a:gd name="connsiteX4" fmla="*/ 4198508 w 4198508"/>
              <a:gd name="connsiteY4" fmla="*/ 2411216 h 2411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8508" h="2411216">
                <a:moveTo>
                  <a:pt x="0" y="0"/>
                </a:moveTo>
                <a:cubicBezTo>
                  <a:pt x="564207" y="313271"/>
                  <a:pt x="1053362" y="713703"/>
                  <a:pt x="1617569" y="1026974"/>
                </a:cubicBezTo>
                <a:cubicBezTo>
                  <a:pt x="2029731" y="1266607"/>
                  <a:pt x="2189317" y="1273801"/>
                  <a:pt x="2533004" y="1447018"/>
                </a:cubicBezTo>
                <a:cubicBezTo>
                  <a:pt x="2784470" y="1564632"/>
                  <a:pt x="2928549" y="1686466"/>
                  <a:pt x="3105911" y="1790084"/>
                </a:cubicBezTo>
                <a:cubicBezTo>
                  <a:pt x="3283273" y="1893702"/>
                  <a:pt x="4106287" y="2355613"/>
                  <a:pt x="4198508" y="2411216"/>
                </a:cubicBezTo>
              </a:path>
            </a:pathLst>
          </a:custGeom>
          <a:noFill/>
          <a:ln w="34925">
            <a:solidFill>
              <a:srgbClr val="0432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5D9CFC32-D2FB-9546-9E85-EDBF7B933039}"/>
              </a:ext>
            </a:extLst>
          </p:cNvPr>
          <p:cNvSpPr txBox="1"/>
          <p:nvPr/>
        </p:nvSpPr>
        <p:spPr>
          <a:xfrm>
            <a:off x="1666722" y="2369136"/>
            <a:ext cx="1711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MRS function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D259441-BE3B-474C-AFB1-C33B328E4F32}"/>
              </a:ext>
            </a:extLst>
          </p:cNvPr>
          <p:cNvSpPr/>
          <p:nvPr/>
        </p:nvSpPr>
        <p:spPr>
          <a:xfrm>
            <a:off x="1905000" y="3854451"/>
            <a:ext cx="4914900" cy="1327150"/>
          </a:xfrm>
          <a:custGeom>
            <a:avLst/>
            <a:gdLst>
              <a:gd name="connsiteX0" fmla="*/ 0 w 4349750"/>
              <a:gd name="connsiteY0" fmla="*/ 0 h 1308105"/>
              <a:gd name="connsiteX1" fmla="*/ 565150 w 4349750"/>
              <a:gd name="connsiteY1" fmla="*/ 6350 h 1308105"/>
              <a:gd name="connsiteX2" fmla="*/ 1447800 w 4349750"/>
              <a:gd name="connsiteY2" fmla="*/ 50800 h 1308105"/>
              <a:gd name="connsiteX3" fmla="*/ 2044700 w 4349750"/>
              <a:gd name="connsiteY3" fmla="*/ 196850 h 1308105"/>
              <a:gd name="connsiteX4" fmla="*/ 2520950 w 4349750"/>
              <a:gd name="connsiteY4" fmla="*/ 527050 h 1308105"/>
              <a:gd name="connsiteX5" fmla="*/ 2984500 w 4349750"/>
              <a:gd name="connsiteY5" fmla="*/ 908050 h 1308105"/>
              <a:gd name="connsiteX6" fmla="*/ 3454400 w 4349750"/>
              <a:gd name="connsiteY6" fmla="*/ 1149350 h 1308105"/>
              <a:gd name="connsiteX7" fmla="*/ 3956050 w 4349750"/>
              <a:gd name="connsiteY7" fmla="*/ 1282700 h 1308105"/>
              <a:gd name="connsiteX8" fmla="*/ 4349750 w 4349750"/>
              <a:gd name="connsiteY8" fmla="*/ 1308100 h 1308105"/>
              <a:gd name="connsiteX9" fmla="*/ 4349750 w 4349750"/>
              <a:gd name="connsiteY9" fmla="*/ 1308100 h 1308105"/>
              <a:gd name="connsiteX0" fmla="*/ 0 w 4356100"/>
              <a:gd name="connsiteY0" fmla="*/ 0 h 1308105"/>
              <a:gd name="connsiteX1" fmla="*/ 565150 w 4356100"/>
              <a:gd name="connsiteY1" fmla="*/ 6350 h 1308105"/>
              <a:gd name="connsiteX2" fmla="*/ 1447800 w 4356100"/>
              <a:gd name="connsiteY2" fmla="*/ 50800 h 1308105"/>
              <a:gd name="connsiteX3" fmla="*/ 2044700 w 4356100"/>
              <a:gd name="connsiteY3" fmla="*/ 196850 h 1308105"/>
              <a:gd name="connsiteX4" fmla="*/ 2520950 w 4356100"/>
              <a:gd name="connsiteY4" fmla="*/ 527050 h 1308105"/>
              <a:gd name="connsiteX5" fmla="*/ 2984500 w 4356100"/>
              <a:gd name="connsiteY5" fmla="*/ 908050 h 1308105"/>
              <a:gd name="connsiteX6" fmla="*/ 3454400 w 4356100"/>
              <a:gd name="connsiteY6" fmla="*/ 1149350 h 1308105"/>
              <a:gd name="connsiteX7" fmla="*/ 3956050 w 4356100"/>
              <a:gd name="connsiteY7" fmla="*/ 1282700 h 1308105"/>
              <a:gd name="connsiteX8" fmla="*/ 4349750 w 4356100"/>
              <a:gd name="connsiteY8" fmla="*/ 1308100 h 1308105"/>
              <a:gd name="connsiteX9" fmla="*/ 4349750 w 4356100"/>
              <a:gd name="connsiteY9" fmla="*/ 1308100 h 1308105"/>
              <a:gd name="connsiteX10" fmla="*/ 4356100 w 4356100"/>
              <a:gd name="connsiteY10" fmla="*/ 1301750 h 1308105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20950 w 4914900"/>
              <a:gd name="connsiteY4" fmla="*/ 527050 h 1327150"/>
              <a:gd name="connsiteX5" fmla="*/ 2984500 w 4914900"/>
              <a:gd name="connsiteY5" fmla="*/ 908050 h 1327150"/>
              <a:gd name="connsiteX6" fmla="*/ 3454400 w 4914900"/>
              <a:gd name="connsiteY6" fmla="*/ 1149350 h 1327150"/>
              <a:gd name="connsiteX7" fmla="*/ 3956050 w 4914900"/>
              <a:gd name="connsiteY7" fmla="*/ 1282700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20950 w 4914900"/>
              <a:gd name="connsiteY4" fmla="*/ 527050 h 1327150"/>
              <a:gd name="connsiteX5" fmla="*/ 2950156 w 4914900"/>
              <a:gd name="connsiteY5" fmla="*/ 938101 h 1327150"/>
              <a:gd name="connsiteX6" fmla="*/ 3454400 w 4914900"/>
              <a:gd name="connsiteY6" fmla="*/ 1149350 h 1327150"/>
              <a:gd name="connsiteX7" fmla="*/ 3956050 w 4914900"/>
              <a:gd name="connsiteY7" fmla="*/ 1282700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20950 w 4914900"/>
              <a:gd name="connsiteY4" fmla="*/ 527050 h 1327150"/>
              <a:gd name="connsiteX5" fmla="*/ 2950156 w 4914900"/>
              <a:gd name="connsiteY5" fmla="*/ 938101 h 1327150"/>
              <a:gd name="connsiteX6" fmla="*/ 3428642 w 4914900"/>
              <a:gd name="connsiteY6" fmla="*/ 1218037 h 1327150"/>
              <a:gd name="connsiteX7" fmla="*/ 3956050 w 4914900"/>
              <a:gd name="connsiteY7" fmla="*/ 1282700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20950 w 4914900"/>
              <a:gd name="connsiteY4" fmla="*/ 527050 h 1327150"/>
              <a:gd name="connsiteX5" fmla="*/ 2950156 w 4914900"/>
              <a:gd name="connsiteY5" fmla="*/ 938101 h 1327150"/>
              <a:gd name="connsiteX6" fmla="*/ 3428642 w 4914900"/>
              <a:gd name="connsiteY6" fmla="*/ 1218037 h 1327150"/>
              <a:gd name="connsiteX7" fmla="*/ 3947464 w 4914900"/>
              <a:gd name="connsiteY7" fmla="*/ 1308458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63880 w 4914900"/>
              <a:gd name="connsiteY4" fmla="*/ 505585 h 1327150"/>
              <a:gd name="connsiteX5" fmla="*/ 2950156 w 4914900"/>
              <a:gd name="connsiteY5" fmla="*/ 938101 h 1327150"/>
              <a:gd name="connsiteX6" fmla="*/ 3428642 w 4914900"/>
              <a:gd name="connsiteY6" fmla="*/ 1218037 h 1327150"/>
              <a:gd name="connsiteX7" fmla="*/ 3947464 w 4914900"/>
              <a:gd name="connsiteY7" fmla="*/ 1308458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  <a:gd name="connsiteX0" fmla="*/ 0 w 4914900"/>
              <a:gd name="connsiteY0" fmla="*/ 0 h 1327150"/>
              <a:gd name="connsiteX1" fmla="*/ 565150 w 4914900"/>
              <a:gd name="connsiteY1" fmla="*/ 6350 h 1327150"/>
              <a:gd name="connsiteX2" fmla="*/ 1447800 w 4914900"/>
              <a:gd name="connsiteY2" fmla="*/ 50800 h 1327150"/>
              <a:gd name="connsiteX3" fmla="*/ 2044700 w 4914900"/>
              <a:gd name="connsiteY3" fmla="*/ 196850 h 1327150"/>
              <a:gd name="connsiteX4" fmla="*/ 2563880 w 4914900"/>
              <a:gd name="connsiteY4" fmla="*/ 505585 h 1327150"/>
              <a:gd name="connsiteX5" fmla="*/ 2958742 w 4914900"/>
              <a:gd name="connsiteY5" fmla="*/ 1006788 h 1327150"/>
              <a:gd name="connsiteX6" fmla="*/ 3428642 w 4914900"/>
              <a:gd name="connsiteY6" fmla="*/ 1218037 h 1327150"/>
              <a:gd name="connsiteX7" fmla="*/ 3947464 w 4914900"/>
              <a:gd name="connsiteY7" fmla="*/ 1308458 h 1327150"/>
              <a:gd name="connsiteX8" fmla="*/ 4349750 w 4914900"/>
              <a:gd name="connsiteY8" fmla="*/ 1308100 h 1327150"/>
              <a:gd name="connsiteX9" fmla="*/ 4349750 w 4914900"/>
              <a:gd name="connsiteY9" fmla="*/ 1308100 h 1327150"/>
              <a:gd name="connsiteX10" fmla="*/ 4914900 w 4914900"/>
              <a:gd name="connsiteY10" fmla="*/ 1327150 h 132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4900" h="1327150">
                <a:moveTo>
                  <a:pt x="0" y="0"/>
                </a:moveTo>
                <a:lnTo>
                  <a:pt x="565150" y="6350"/>
                </a:lnTo>
                <a:cubicBezTo>
                  <a:pt x="806450" y="14817"/>
                  <a:pt x="1201208" y="19050"/>
                  <a:pt x="1447800" y="50800"/>
                </a:cubicBezTo>
                <a:cubicBezTo>
                  <a:pt x="1694392" y="82550"/>
                  <a:pt x="1858687" y="121053"/>
                  <a:pt x="2044700" y="196850"/>
                </a:cubicBezTo>
                <a:cubicBezTo>
                  <a:pt x="2230713" y="272648"/>
                  <a:pt x="2411540" y="370595"/>
                  <a:pt x="2563880" y="505585"/>
                </a:cubicBezTo>
                <a:cubicBezTo>
                  <a:pt x="2716220" y="640575"/>
                  <a:pt x="2814615" y="888046"/>
                  <a:pt x="2958742" y="1006788"/>
                </a:cubicBezTo>
                <a:cubicBezTo>
                  <a:pt x="3102869" y="1125530"/>
                  <a:pt x="3263855" y="1167759"/>
                  <a:pt x="3428642" y="1218037"/>
                </a:cubicBezTo>
                <a:cubicBezTo>
                  <a:pt x="3593429" y="1268315"/>
                  <a:pt x="3793946" y="1293448"/>
                  <a:pt x="3947464" y="1308458"/>
                </a:cubicBezTo>
                <a:cubicBezTo>
                  <a:pt x="4100982" y="1323468"/>
                  <a:pt x="4349750" y="1308100"/>
                  <a:pt x="4349750" y="1308100"/>
                </a:cubicBezTo>
                <a:lnTo>
                  <a:pt x="4349750" y="1308100"/>
                </a:lnTo>
                <a:lnTo>
                  <a:pt x="4914900" y="1327150"/>
                </a:lnTo>
              </a:path>
            </a:pathLst>
          </a:custGeom>
          <a:noFill/>
          <a:ln w="317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6" name="TextBox 5">
            <a:extLst>
              <a:ext uri="{FF2B5EF4-FFF2-40B4-BE49-F238E27FC236}">
                <a16:creationId xmlns:a16="http://schemas.microsoft.com/office/drawing/2014/main" id="{F12C7841-3D1C-E545-88A6-E88C1CD68026}"/>
              </a:ext>
            </a:extLst>
          </p:cNvPr>
          <p:cNvSpPr txBox="1"/>
          <p:nvPr/>
        </p:nvSpPr>
        <p:spPr>
          <a:xfrm>
            <a:off x="1137373" y="1457486"/>
            <a:ext cx="1518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Marginal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">
                <a:extLst>
                  <a:ext uri="{FF2B5EF4-FFF2-40B4-BE49-F238E27FC236}">
                    <a16:creationId xmlns:a16="http://schemas.microsoft.com/office/drawing/2014/main" id="{91A232D4-8578-E648-A775-C68EB3BBD10D}"/>
                  </a:ext>
                </a:extLst>
              </p:cNvPr>
              <p:cNvSpPr txBox="1"/>
              <p:nvPr/>
            </p:nvSpPr>
            <p:spPr>
              <a:xfrm>
                <a:off x="6386464" y="4696098"/>
                <a:ext cx="2238956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9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+mn-cs"/>
                  </a:rPr>
                  <a:t>Supply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99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𝐸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99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</m:d>
                      </m:e>
                    </m:d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">
                <a:extLst>
                  <a:ext uri="{FF2B5EF4-FFF2-40B4-BE49-F238E27FC236}">
                    <a16:creationId xmlns:a16="http://schemas.microsoft.com/office/drawing/2014/main" id="{91A232D4-8578-E648-A775-C68EB3BBD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464" y="4696098"/>
                <a:ext cx="2238956" cy="509178"/>
              </a:xfrm>
              <a:prstGeom prst="rect">
                <a:avLst/>
              </a:prstGeom>
              <a:blipFill>
                <a:blip r:embed="rId3"/>
                <a:stretch>
                  <a:fillRect l="-1695" t="-4878"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5">
            <a:extLst>
              <a:ext uri="{FF2B5EF4-FFF2-40B4-BE49-F238E27FC236}">
                <a16:creationId xmlns:a16="http://schemas.microsoft.com/office/drawing/2014/main" id="{E9098080-29C3-D64E-872A-58DE90A9FCD8}"/>
              </a:ext>
            </a:extLst>
          </p:cNvPr>
          <p:cNvSpPr txBox="1"/>
          <p:nvPr/>
        </p:nvSpPr>
        <p:spPr>
          <a:xfrm>
            <a:off x="3961855" y="4577907"/>
            <a:ext cx="1035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9A01C6DF-7970-2642-805B-A2B2328FCCD0}"/>
              </a:ext>
            </a:extLst>
          </p:cNvPr>
          <p:cNvSpPr txBox="1"/>
          <p:nvPr/>
        </p:nvSpPr>
        <p:spPr>
          <a:xfrm>
            <a:off x="3073785" y="3940041"/>
            <a:ext cx="1035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DF2AED5A-C6DE-9347-976D-634BFC330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4994" y="5115857"/>
            <a:ext cx="3551406" cy="1717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5">
                <a:extLst>
                  <a:ext uri="{FF2B5EF4-FFF2-40B4-BE49-F238E27FC236}">
                    <a16:creationId xmlns:a16="http://schemas.microsoft.com/office/drawing/2014/main" id="{57ABE302-8347-914B-9724-1FD96E2038E9}"/>
                  </a:ext>
                </a:extLst>
              </p:cNvPr>
              <p:cNvSpPr txBox="1"/>
              <p:nvPr/>
            </p:nvSpPr>
            <p:spPr>
              <a:xfrm>
                <a:off x="1300061" y="4865967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5">
                <a:extLst>
                  <a:ext uri="{FF2B5EF4-FFF2-40B4-BE49-F238E27FC236}">
                    <a16:creationId xmlns:a16="http://schemas.microsoft.com/office/drawing/2014/main" id="{57ABE302-8347-914B-9724-1FD96E203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061" y="4865967"/>
                <a:ext cx="581049" cy="362984"/>
              </a:xfrm>
              <a:prstGeom prst="rect">
                <a:avLst/>
              </a:prstGeom>
              <a:blipFill>
                <a:blip r:embed="rId4"/>
                <a:stretch>
                  <a:fillRect l="-14894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5">
                <a:extLst>
                  <a:ext uri="{FF2B5EF4-FFF2-40B4-BE49-F238E27FC236}">
                    <a16:creationId xmlns:a16="http://schemas.microsoft.com/office/drawing/2014/main" id="{B51CA705-1393-4942-9F64-80E426159C62}"/>
                  </a:ext>
                </a:extLst>
              </p:cNvPr>
              <p:cNvSpPr txBox="1"/>
              <p:nvPr/>
            </p:nvSpPr>
            <p:spPr>
              <a:xfrm>
                <a:off x="1323949" y="3844329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5">
                <a:extLst>
                  <a:ext uri="{FF2B5EF4-FFF2-40B4-BE49-F238E27FC236}">
                    <a16:creationId xmlns:a16="http://schemas.microsoft.com/office/drawing/2014/main" id="{B51CA705-1393-4942-9F64-80E426159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949" y="3844329"/>
                <a:ext cx="581049" cy="362984"/>
              </a:xfrm>
              <a:prstGeom prst="rect">
                <a:avLst/>
              </a:prstGeom>
              <a:blipFill>
                <a:blip r:embed="rId5"/>
                <a:stretch>
                  <a:fillRect l="-1739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15">
            <a:extLst>
              <a:ext uri="{FF2B5EF4-FFF2-40B4-BE49-F238E27FC236}">
                <a16:creationId xmlns:a16="http://schemas.microsoft.com/office/drawing/2014/main" id="{23B0E6CC-299D-AD32-4C6E-0FFD3CFAEFF0}"/>
              </a:ext>
            </a:extLst>
          </p:cNvPr>
          <p:cNvSpPr>
            <a:spLocks noChangeShapeType="1"/>
          </p:cNvSpPr>
          <p:nvPr/>
        </p:nvSpPr>
        <p:spPr bwMode="auto">
          <a:xfrm rot="381915">
            <a:off x="3057265" y="3478947"/>
            <a:ext cx="3879291" cy="1904762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533004 w 3679690"/>
              <a:gd name="connsiteY2" fmla="*/ 1447018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501480 w 3679690"/>
              <a:gd name="connsiteY2" fmla="*/ 1607230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759974"/>
              <a:gd name="connsiteY0" fmla="*/ 0 h 1980852"/>
              <a:gd name="connsiteX1" fmla="*/ 1617569 w 3759974"/>
              <a:gd name="connsiteY1" fmla="*/ 1026974 h 1980852"/>
              <a:gd name="connsiteX2" fmla="*/ 2501480 w 3759974"/>
              <a:gd name="connsiteY2" fmla="*/ 1607230 h 1980852"/>
              <a:gd name="connsiteX3" fmla="*/ 3105911 w 3759974"/>
              <a:gd name="connsiteY3" fmla="*/ 1790084 h 1980852"/>
              <a:gd name="connsiteX4" fmla="*/ 3759974 w 3759974"/>
              <a:gd name="connsiteY4" fmla="*/ 1980852 h 1980852"/>
              <a:gd name="connsiteX0" fmla="*/ 0 w 3807972"/>
              <a:gd name="connsiteY0" fmla="*/ 0 h 1939318"/>
              <a:gd name="connsiteX1" fmla="*/ 1617569 w 3807972"/>
              <a:gd name="connsiteY1" fmla="*/ 1026974 h 1939318"/>
              <a:gd name="connsiteX2" fmla="*/ 2501480 w 3807972"/>
              <a:gd name="connsiteY2" fmla="*/ 1607230 h 1939318"/>
              <a:gd name="connsiteX3" fmla="*/ 3105911 w 3807972"/>
              <a:gd name="connsiteY3" fmla="*/ 1790084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1617569 w 3807972"/>
              <a:gd name="connsiteY1" fmla="*/ 1026974 h 1939318"/>
              <a:gd name="connsiteX2" fmla="*/ 2501480 w 3807972"/>
              <a:gd name="connsiteY2" fmla="*/ 1607230 h 1939318"/>
              <a:gd name="connsiteX3" fmla="*/ 3136209 w 3807972"/>
              <a:gd name="connsiteY3" fmla="*/ 1773743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1617569 w 3807972"/>
              <a:gd name="connsiteY1" fmla="*/ 1026974 h 1939318"/>
              <a:gd name="connsiteX2" fmla="*/ 2501480 w 3807972"/>
              <a:gd name="connsiteY2" fmla="*/ 1607230 h 1939318"/>
              <a:gd name="connsiteX3" fmla="*/ 3136209 w 3807972"/>
              <a:gd name="connsiteY3" fmla="*/ 1773743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1617569 w 3807972"/>
              <a:gd name="connsiteY1" fmla="*/ 1026974 h 1939318"/>
              <a:gd name="connsiteX2" fmla="*/ 2501480 w 3807972"/>
              <a:gd name="connsiteY2" fmla="*/ 1607230 h 1939318"/>
              <a:gd name="connsiteX3" fmla="*/ 3136209 w 3807972"/>
              <a:gd name="connsiteY3" fmla="*/ 1773743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1617569 w 3807972"/>
              <a:gd name="connsiteY1" fmla="*/ 1026974 h 1939318"/>
              <a:gd name="connsiteX2" fmla="*/ 2501480 w 3807972"/>
              <a:gd name="connsiteY2" fmla="*/ 1607230 h 1939318"/>
              <a:gd name="connsiteX3" fmla="*/ 3111530 w 3807972"/>
              <a:gd name="connsiteY3" fmla="*/ 1822255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680015 w 3807972"/>
              <a:gd name="connsiteY1" fmla="*/ 593985 h 1939318"/>
              <a:gd name="connsiteX2" fmla="*/ 2501480 w 3807972"/>
              <a:gd name="connsiteY2" fmla="*/ 1607230 h 1939318"/>
              <a:gd name="connsiteX3" fmla="*/ 3111530 w 3807972"/>
              <a:gd name="connsiteY3" fmla="*/ 1822255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680015 w 3807972"/>
              <a:gd name="connsiteY1" fmla="*/ 593985 h 1939318"/>
              <a:gd name="connsiteX2" fmla="*/ 2501480 w 3807972"/>
              <a:gd name="connsiteY2" fmla="*/ 1607230 h 1939318"/>
              <a:gd name="connsiteX3" fmla="*/ 3111530 w 3807972"/>
              <a:gd name="connsiteY3" fmla="*/ 1822255 h 1939318"/>
              <a:gd name="connsiteX4" fmla="*/ 3807972 w 3807972"/>
              <a:gd name="connsiteY4" fmla="*/ 1939318 h 1939318"/>
              <a:gd name="connsiteX0" fmla="*/ 0 w 3879291"/>
              <a:gd name="connsiteY0" fmla="*/ 0 h 1904762"/>
              <a:gd name="connsiteX1" fmla="*/ 751334 w 3879291"/>
              <a:gd name="connsiteY1" fmla="*/ 559429 h 1904762"/>
              <a:gd name="connsiteX2" fmla="*/ 2572799 w 3879291"/>
              <a:gd name="connsiteY2" fmla="*/ 1572674 h 1904762"/>
              <a:gd name="connsiteX3" fmla="*/ 3182849 w 3879291"/>
              <a:gd name="connsiteY3" fmla="*/ 1787699 h 1904762"/>
              <a:gd name="connsiteX4" fmla="*/ 3879291 w 3879291"/>
              <a:gd name="connsiteY4" fmla="*/ 1904762 h 1904762"/>
              <a:gd name="connsiteX0" fmla="*/ 0 w 3879291"/>
              <a:gd name="connsiteY0" fmla="*/ 0 h 1904762"/>
              <a:gd name="connsiteX1" fmla="*/ 703335 w 3879291"/>
              <a:gd name="connsiteY1" fmla="*/ 600963 h 1904762"/>
              <a:gd name="connsiteX2" fmla="*/ 2572799 w 3879291"/>
              <a:gd name="connsiteY2" fmla="*/ 1572674 h 1904762"/>
              <a:gd name="connsiteX3" fmla="*/ 3182849 w 3879291"/>
              <a:gd name="connsiteY3" fmla="*/ 1787699 h 1904762"/>
              <a:gd name="connsiteX4" fmla="*/ 3879291 w 3879291"/>
              <a:gd name="connsiteY4" fmla="*/ 1904762 h 1904762"/>
              <a:gd name="connsiteX0" fmla="*/ 0 w 3879291"/>
              <a:gd name="connsiteY0" fmla="*/ 0 h 1904762"/>
              <a:gd name="connsiteX1" fmla="*/ 676784 w 3879291"/>
              <a:gd name="connsiteY1" fmla="*/ 638751 h 1904762"/>
              <a:gd name="connsiteX2" fmla="*/ 2572799 w 3879291"/>
              <a:gd name="connsiteY2" fmla="*/ 1572674 h 1904762"/>
              <a:gd name="connsiteX3" fmla="*/ 3182849 w 3879291"/>
              <a:gd name="connsiteY3" fmla="*/ 1787699 h 1904762"/>
              <a:gd name="connsiteX4" fmla="*/ 3879291 w 3879291"/>
              <a:gd name="connsiteY4" fmla="*/ 1904762 h 1904762"/>
              <a:gd name="connsiteX0" fmla="*/ 0 w 3879291"/>
              <a:gd name="connsiteY0" fmla="*/ 0 h 1904762"/>
              <a:gd name="connsiteX1" fmla="*/ 676784 w 3879291"/>
              <a:gd name="connsiteY1" fmla="*/ 638751 h 1904762"/>
              <a:gd name="connsiteX2" fmla="*/ 2572799 w 3879291"/>
              <a:gd name="connsiteY2" fmla="*/ 1572674 h 1904762"/>
              <a:gd name="connsiteX3" fmla="*/ 3182849 w 3879291"/>
              <a:gd name="connsiteY3" fmla="*/ 1787699 h 1904762"/>
              <a:gd name="connsiteX4" fmla="*/ 3879291 w 3879291"/>
              <a:gd name="connsiteY4" fmla="*/ 1904762 h 1904762"/>
              <a:gd name="connsiteX0" fmla="*/ 0 w 3879291"/>
              <a:gd name="connsiteY0" fmla="*/ 0 h 1904762"/>
              <a:gd name="connsiteX1" fmla="*/ 676784 w 3879291"/>
              <a:gd name="connsiteY1" fmla="*/ 638751 h 1904762"/>
              <a:gd name="connsiteX2" fmla="*/ 1721918 w 3879291"/>
              <a:gd name="connsiteY2" fmla="*/ 1054100 h 1904762"/>
              <a:gd name="connsiteX3" fmla="*/ 2572799 w 3879291"/>
              <a:gd name="connsiteY3" fmla="*/ 1572674 h 1904762"/>
              <a:gd name="connsiteX4" fmla="*/ 3182849 w 3879291"/>
              <a:gd name="connsiteY4" fmla="*/ 1787699 h 1904762"/>
              <a:gd name="connsiteX5" fmla="*/ 3879291 w 3879291"/>
              <a:gd name="connsiteY5" fmla="*/ 1904762 h 1904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9291" h="1904762">
                <a:moveTo>
                  <a:pt x="0" y="0"/>
                </a:moveTo>
                <a:cubicBezTo>
                  <a:pt x="441144" y="367914"/>
                  <a:pt x="112577" y="325480"/>
                  <a:pt x="676784" y="638751"/>
                </a:cubicBezTo>
                <a:cubicBezTo>
                  <a:pt x="924702" y="809858"/>
                  <a:pt x="1405916" y="898446"/>
                  <a:pt x="1721918" y="1054100"/>
                </a:cubicBezTo>
                <a:cubicBezTo>
                  <a:pt x="2037921" y="1209754"/>
                  <a:pt x="2290242" y="1445831"/>
                  <a:pt x="2572799" y="1572674"/>
                </a:cubicBezTo>
                <a:cubicBezTo>
                  <a:pt x="2824265" y="1690288"/>
                  <a:pt x="2971957" y="1745189"/>
                  <a:pt x="3182849" y="1787699"/>
                </a:cubicBezTo>
                <a:cubicBezTo>
                  <a:pt x="3374168" y="1844678"/>
                  <a:pt x="3787070" y="1849159"/>
                  <a:pt x="3879291" y="1904762"/>
                </a:cubicBezTo>
              </a:path>
            </a:pathLst>
          </a:cu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3" name="Oval 20">
            <a:extLst>
              <a:ext uri="{FF2B5EF4-FFF2-40B4-BE49-F238E27FC236}">
                <a16:creationId xmlns:a16="http://schemas.microsoft.com/office/drawing/2014/main" id="{BB0C133C-0731-E941-A373-AD33E59F0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303" y="3890027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4AE7377-BCFB-15D1-D4A9-DA3AE217D174}"/>
              </a:ext>
            </a:extLst>
          </p:cNvPr>
          <p:cNvSpPr txBox="1"/>
          <p:nvPr/>
        </p:nvSpPr>
        <p:spPr>
          <a:xfrm>
            <a:off x="3538779" y="2497414"/>
            <a:ext cx="1711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Hicksian demand curves</a:t>
            </a:r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47091380-21EB-E04A-A8C7-32B7D2054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0347" y="503148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8" name="Line 15">
            <a:extLst>
              <a:ext uri="{FF2B5EF4-FFF2-40B4-BE49-F238E27FC236}">
                <a16:creationId xmlns:a16="http://schemas.microsoft.com/office/drawing/2014/main" id="{E13D8ED9-9861-B96F-2EA2-ED05F9E186F9}"/>
              </a:ext>
            </a:extLst>
          </p:cNvPr>
          <p:cNvSpPr>
            <a:spLocks noChangeShapeType="1"/>
          </p:cNvSpPr>
          <p:nvPr/>
        </p:nvSpPr>
        <p:spPr bwMode="auto">
          <a:xfrm rot="381915">
            <a:off x="3057264" y="3680883"/>
            <a:ext cx="3879291" cy="1904762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615517 w 3679690"/>
              <a:gd name="connsiteY2" fmla="*/ 1444566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533004 w 3679690"/>
              <a:gd name="connsiteY2" fmla="*/ 1447018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679690"/>
              <a:gd name="connsiteY0" fmla="*/ 0 h 2066277"/>
              <a:gd name="connsiteX1" fmla="*/ 1617569 w 3679690"/>
              <a:gd name="connsiteY1" fmla="*/ 1026974 h 2066277"/>
              <a:gd name="connsiteX2" fmla="*/ 2501480 w 3679690"/>
              <a:gd name="connsiteY2" fmla="*/ 1607230 h 2066277"/>
              <a:gd name="connsiteX3" fmla="*/ 3105911 w 3679690"/>
              <a:gd name="connsiteY3" fmla="*/ 1790084 h 2066277"/>
              <a:gd name="connsiteX4" fmla="*/ 3679690 w 3679690"/>
              <a:gd name="connsiteY4" fmla="*/ 2066277 h 2066277"/>
              <a:gd name="connsiteX0" fmla="*/ 0 w 3759974"/>
              <a:gd name="connsiteY0" fmla="*/ 0 h 1980852"/>
              <a:gd name="connsiteX1" fmla="*/ 1617569 w 3759974"/>
              <a:gd name="connsiteY1" fmla="*/ 1026974 h 1980852"/>
              <a:gd name="connsiteX2" fmla="*/ 2501480 w 3759974"/>
              <a:gd name="connsiteY2" fmla="*/ 1607230 h 1980852"/>
              <a:gd name="connsiteX3" fmla="*/ 3105911 w 3759974"/>
              <a:gd name="connsiteY3" fmla="*/ 1790084 h 1980852"/>
              <a:gd name="connsiteX4" fmla="*/ 3759974 w 3759974"/>
              <a:gd name="connsiteY4" fmla="*/ 1980852 h 1980852"/>
              <a:gd name="connsiteX0" fmla="*/ 0 w 3807972"/>
              <a:gd name="connsiteY0" fmla="*/ 0 h 1939318"/>
              <a:gd name="connsiteX1" fmla="*/ 1617569 w 3807972"/>
              <a:gd name="connsiteY1" fmla="*/ 1026974 h 1939318"/>
              <a:gd name="connsiteX2" fmla="*/ 2501480 w 3807972"/>
              <a:gd name="connsiteY2" fmla="*/ 1607230 h 1939318"/>
              <a:gd name="connsiteX3" fmla="*/ 3105911 w 3807972"/>
              <a:gd name="connsiteY3" fmla="*/ 1790084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1617569 w 3807972"/>
              <a:gd name="connsiteY1" fmla="*/ 1026974 h 1939318"/>
              <a:gd name="connsiteX2" fmla="*/ 2501480 w 3807972"/>
              <a:gd name="connsiteY2" fmla="*/ 1607230 h 1939318"/>
              <a:gd name="connsiteX3" fmla="*/ 3136209 w 3807972"/>
              <a:gd name="connsiteY3" fmla="*/ 1773743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1617569 w 3807972"/>
              <a:gd name="connsiteY1" fmla="*/ 1026974 h 1939318"/>
              <a:gd name="connsiteX2" fmla="*/ 2501480 w 3807972"/>
              <a:gd name="connsiteY2" fmla="*/ 1607230 h 1939318"/>
              <a:gd name="connsiteX3" fmla="*/ 3136209 w 3807972"/>
              <a:gd name="connsiteY3" fmla="*/ 1773743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1617569 w 3807972"/>
              <a:gd name="connsiteY1" fmla="*/ 1026974 h 1939318"/>
              <a:gd name="connsiteX2" fmla="*/ 2501480 w 3807972"/>
              <a:gd name="connsiteY2" fmla="*/ 1607230 h 1939318"/>
              <a:gd name="connsiteX3" fmla="*/ 3136209 w 3807972"/>
              <a:gd name="connsiteY3" fmla="*/ 1773743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1617569 w 3807972"/>
              <a:gd name="connsiteY1" fmla="*/ 1026974 h 1939318"/>
              <a:gd name="connsiteX2" fmla="*/ 2501480 w 3807972"/>
              <a:gd name="connsiteY2" fmla="*/ 1607230 h 1939318"/>
              <a:gd name="connsiteX3" fmla="*/ 3111530 w 3807972"/>
              <a:gd name="connsiteY3" fmla="*/ 1822255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680015 w 3807972"/>
              <a:gd name="connsiteY1" fmla="*/ 593985 h 1939318"/>
              <a:gd name="connsiteX2" fmla="*/ 2501480 w 3807972"/>
              <a:gd name="connsiteY2" fmla="*/ 1607230 h 1939318"/>
              <a:gd name="connsiteX3" fmla="*/ 3111530 w 3807972"/>
              <a:gd name="connsiteY3" fmla="*/ 1822255 h 1939318"/>
              <a:gd name="connsiteX4" fmla="*/ 3807972 w 3807972"/>
              <a:gd name="connsiteY4" fmla="*/ 1939318 h 1939318"/>
              <a:gd name="connsiteX0" fmla="*/ 0 w 3807972"/>
              <a:gd name="connsiteY0" fmla="*/ 0 h 1939318"/>
              <a:gd name="connsiteX1" fmla="*/ 680015 w 3807972"/>
              <a:gd name="connsiteY1" fmla="*/ 593985 h 1939318"/>
              <a:gd name="connsiteX2" fmla="*/ 2501480 w 3807972"/>
              <a:gd name="connsiteY2" fmla="*/ 1607230 h 1939318"/>
              <a:gd name="connsiteX3" fmla="*/ 3111530 w 3807972"/>
              <a:gd name="connsiteY3" fmla="*/ 1822255 h 1939318"/>
              <a:gd name="connsiteX4" fmla="*/ 3807972 w 3807972"/>
              <a:gd name="connsiteY4" fmla="*/ 1939318 h 1939318"/>
              <a:gd name="connsiteX0" fmla="*/ 0 w 3879291"/>
              <a:gd name="connsiteY0" fmla="*/ 0 h 1904762"/>
              <a:gd name="connsiteX1" fmla="*/ 751334 w 3879291"/>
              <a:gd name="connsiteY1" fmla="*/ 559429 h 1904762"/>
              <a:gd name="connsiteX2" fmla="*/ 2572799 w 3879291"/>
              <a:gd name="connsiteY2" fmla="*/ 1572674 h 1904762"/>
              <a:gd name="connsiteX3" fmla="*/ 3182849 w 3879291"/>
              <a:gd name="connsiteY3" fmla="*/ 1787699 h 1904762"/>
              <a:gd name="connsiteX4" fmla="*/ 3879291 w 3879291"/>
              <a:gd name="connsiteY4" fmla="*/ 1904762 h 1904762"/>
              <a:gd name="connsiteX0" fmla="*/ 0 w 3879291"/>
              <a:gd name="connsiteY0" fmla="*/ 0 h 1904762"/>
              <a:gd name="connsiteX1" fmla="*/ 703335 w 3879291"/>
              <a:gd name="connsiteY1" fmla="*/ 600963 h 1904762"/>
              <a:gd name="connsiteX2" fmla="*/ 2572799 w 3879291"/>
              <a:gd name="connsiteY2" fmla="*/ 1572674 h 1904762"/>
              <a:gd name="connsiteX3" fmla="*/ 3182849 w 3879291"/>
              <a:gd name="connsiteY3" fmla="*/ 1787699 h 1904762"/>
              <a:gd name="connsiteX4" fmla="*/ 3879291 w 3879291"/>
              <a:gd name="connsiteY4" fmla="*/ 1904762 h 1904762"/>
              <a:gd name="connsiteX0" fmla="*/ 0 w 3879291"/>
              <a:gd name="connsiteY0" fmla="*/ 0 h 1904762"/>
              <a:gd name="connsiteX1" fmla="*/ 676784 w 3879291"/>
              <a:gd name="connsiteY1" fmla="*/ 638751 h 1904762"/>
              <a:gd name="connsiteX2" fmla="*/ 2572799 w 3879291"/>
              <a:gd name="connsiteY2" fmla="*/ 1572674 h 1904762"/>
              <a:gd name="connsiteX3" fmla="*/ 3182849 w 3879291"/>
              <a:gd name="connsiteY3" fmla="*/ 1787699 h 1904762"/>
              <a:gd name="connsiteX4" fmla="*/ 3879291 w 3879291"/>
              <a:gd name="connsiteY4" fmla="*/ 1904762 h 1904762"/>
              <a:gd name="connsiteX0" fmla="*/ 0 w 3879291"/>
              <a:gd name="connsiteY0" fmla="*/ 0 h 1904762"/>
              <a:gd name="connsiteX1" fmla="*/ 676784 w 3879291"/>
              <a:gd name="connsiteY1" fmla="*/ 638751 h 1904762"/>
              <a:gd name="connsiteX2" fmla="*/ 2572799 w 3879291"/>
              <a:gd name="connsiteY2" fmla="*/ 1572674 h 1904762"/>
              <a:gd name="connsiteX3" fmla="*/ 3182849 w 3879291"/>
              <a:gd name="connsiteY3" fmla="*/ 1787699 h 1904762"/>
              <a:gd name="connsiteX4" fmla="*/ 3879291 w 3879291"/>
              <a:gd name="connsiteY4" fmla="*/ 1904762 h 1904762"/>
              <a:gd name="connsiteX0" fmla="*/ 0 w 3879291"/>
              <a:gd name="connsiteY0" fmla="*/ 0 h 1904762"/>
              <a:gd name="connsiteX1" fmla="*/ 676784 w 3879291"/>
              <a:gd name="connsiteY1" fmla="*/ 638751 h 1904762"/>
              <a:gd name="connsiteX2" fmla="*/ 1721918 w 3879291"/>
              <a:gd name="connsiteY2" fmla="*/ 1054100 h 1904762"/>
              <a:gd name="connsiteX3" fmla="*/ 2572799 w 3879291"/>
              <a:gd name="connsiteY3" fmla="*/ 1572674 h 1904762"/>
              <a:gd name="connsiteX4" fmla="*/ 3182849 w 3879291"/>
              <a:gd name="connsiteY4" fmla="*/ 1787699 h 1904762"/>
              <a:gd name="connsiteX5" fmla="*/ 3879291 w 3879291"/>
              <a:gd name="connsiteY5" fmla="*/ 1904762 h 1904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9291" h="1904762">
                <a:moveTo>
                  <a:pt x="0" y="0"/>
                </a:moveTo>
                <a:cubicBezTo>
                  <a:pt x="441144" y="367914"/>
                  <a:pt x="112577" y="325480"/>
                  <a:pt x="676784" y="638751"/>
                </a:cubicBezTo>
                <a:cubicBezTo>
                  <a:pt x="924702" y="809858"/>
                  <a:pt x="1405916" y="898446"/>
                  <a:pt x="1721918" y="1054100"/>
                </a:cubicBezTo>
                <a:cubicBezTo>
                  <a:pt x="2037921" y="1209754"/>
                  <a:pt x="2290242" y="1445831"/>
                  <a:pt x="2572799" y="1572674"/>
                </a:cubicBezTo>
                <a:cubicBezTo>
                  <a:pt x="2824265" y="1690288"/>
                  <a:pt x="2971957" y="1745189"/>
                  <a:pt x="3182849" y="1787699"/>
                </a:cubicBezTo>
                <a:cubicBezTo>
                  <a:pt x="3374168" y="1844678"/>
                  <a:pt x="3787070" y="1849159"/>
                  <a:pt x="3879291" y="1904762"/>
                </a:cubicBezTo>
              </a:path>
            </a:pathLst>
          </a:cu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313866BF-9E28-4644-AB83-72F4BB2DF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409" y="4539668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6D94A51-54BE-EED7-8AEA-377337999095}"/>
              </a:ext>
            </a:extLst>
          </p:cNvPr>
          <p:cNvSpPr/>
          <p:nvPr/>
        </p:nvSpPr>
        <p:spPr>
          <a:xfrm>
            <a:off x="3828159" y="3956469"/>
            <a:ext cx="1662388" cy="1025765"/>
          </a:xfrm>
          <a:custGeom>
            <a:avLst/>
            <a:gdLst>
              <a:gd name="connsiteX0" fmla="*/ 679076 w 679076"/>
              <a:gd name="connsiteY0" fmla="*/ 571500 h 571500"/>
              <a:gd name="connsiteX1" fmla="*/ 490817 w 679076"/>
              <a:gd name="connsiteY1" fmla="*/ 174812 h 571500"/>
              <a:gd name="connsiteX2" fmla="*/ 0 w 679076"/>
              <a:gd name="connsiteY2" fmla="*/ 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9076" h="571500">
                <a:moveTo>
                  <a:pt x="679076" y="571500"/>
                </a:moveTo>
                <a:cubicBezTo>
                  <a:pt x="641536" y="420781"/>
                  <a:pt x="603996" y="270062"/>
                  <a:pt x="490817" y="174812"/>
                </a:cubicBezTo>
                <a:cubicBezTo>
                  <a:pt x="377638" y="79562"/>
                  <a:pt x="188819" y="39781"/>
                  <a:pt x="0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8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2415915" y="2133600"/>
            <a:ext cx="8198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>
            <a:off x="2424113" y="6037262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065" name="Line 12"/>
          <p:cNvSpPr>
            <a:spLocks noChangeShapeType="1"/>
          </p:cNvSpPr>
          <p:nvPr/>
        </p:nvSpPr>
        <p:spPr bwMode="auto">
          <a:xfrm>
            <a:off x="2449371" y="3573694"/>
            <a:ext cx="3904936" cy="2445765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200" dirty="0"/>
              <a:t>Consumption responses when heroin prices are 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5">
                <a:extLst>
                  <a:ext uri="{FF2B5EF4-FFF2-40B4-BE49-F238E27FC236}">
                    <a16:creationId xmlns:a16="http://schemas.microsoft.com/office/drawing/2014/main" id="{C4F465D3-18CC-BA47-8968-8FCB85FAC88B}"/>
                  </a:ext>
                </a:extLst>
              </p:cNvPr>
              <p:cNvSpPr txBox="1"/>
              <p:nvPr/>
            </p:nvSpPr>
            <p:spPr>
              <a:xfrm>
                <a:off x="6792770" y="5774700"/>
                <a:ext cx="1202267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𝑜𝑝𝑖𝑜𝑖𝑑𝑠</m:t>
                          </m:r>
                        </m:sub>
                      </m:sSub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5">
                <a:extLst>
                  <a:ext uri="{FF2B5EF4-FFF2-40B4-BE49-F238E27FC236}">
                    <a16:creationId xmlns:a16="http://schemas.microsoft.com/office/drawing/2014/main" id="{C4F465D3-18CC-BA47-8968-8FCB85FAC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770" y="5774700"/>
                <a:ext cx="1202267" cy="490199"/>
              </a:xfrm>
              <a:prstGeom prst="rect">
                <a:avLst/>
              </a:prstGeom>
              <a:blipFill>
                <a:blip r:embed="rId3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5">
            <a:extLst>
              <a:ext uri="{FF2B5EF4-FFF2-40B4-BE49-F238E27FC236}">
                <a16:creationId xmlns:a16="http://schemas.microsoft.com/office/drawing/2014/main" id="{1BF528DB-1EB4-A043-A440-F970089C68CE}"/>
              </a:ext>
            </a:extLst>
          </p:cNvPr>
          <p:cNvSpPr txBox="1"/>
          <p:nvPr/>
        </p:nvSpPr>
        <p:spPr>
          <a:xfrm>
            <a:off x="1670345" y="1359246"/>
            <a:ext cx="1474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All other goods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F660A965-4E54-6A47-B7FE-97E22A2C1A1D}"/>
              </a:ext>
            </a:extLst>
          </p:cNvPr>
          <p:cNvSpPr txBox="1"/>
          <p:nvPr/>
        </p:nvSpPr>
        <p:spPr>
          <a:xfrm>
            <a:off x="1554147" y="5972584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0</a:t>
            </a:r>
          </a:p>
        </p:txBody>
      </p:sp>
      <p:sp>
        <p:nvSpPr>
          <p:cNvPr id="21" name="Line 15">
            <a:extLst>
              <a:ext uri="{FF2B5EF4-FFF2-40B4-BE49-F238E27FC236}">
                <a16:creationId xmlns:a16="http://schemas.microsoft.com/office/drawing/2014/main" id="{815CD01A-9474-D046-881C-1E5CF2D3C95C}"/>
              </a:ext>
            </a:extLst>
          </p:cNvPr>
          <p:cNvSpPr>
            <a:spLocks noChangeShapeType="1"/>
          </p:cNvSpPr>
          <p:nvPr/>
        </p:nvSpPr>
        <p:spPr bwMode="auto">
          <a:xfrm rot="1035838">
            <a:off x="1998345" y="3249754"/>
            <a:ext cx="3762594" cy="2298112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733434EE-6278-5542-AA15-4371AB168794}"/>
              </a:ext>
            </a:extLst>
          </p:cNvPr>
          <p:cNvSpPr>
            <a:spLocks/>
          </p:cNvSpPr>
          <p:nvPr/>
        </p:nvSpPr>
        <p:spPr bwMode="auto">
          <a:xfrm>
            <a:off x="2780097" y="2369982"/>
            <a:ext cx="3374092" cy="3091986"/>
          </a:xfrm>
          <a:custGeom>
            <a:avLst/>
            <a:gdLst>
              <a:gd name="T0" fmla="*/ 12 w 2124"/>
              <a:gd name="T1" fmla="*/ 0 h 2112"/>
              <a:gd name="T2" fmla="*/ 77 w 2124"/>
              <a:gd name="T3" fmla="*/ 234 h 2112"/>
              <a:gd name="T4" fmla="*/ 476 w 2124"/>
              <a:gd name="T5" fmla="*/ 978 h 2112"/>
              <a:gd name="T6" fmla="*/ 761 w 2124"/>
              <a:gd name="T7" fmla="*/ 1402 h 2112"/>
              <a:gd name="T8" fmla="*/ 1054 w 2124"/>
              <a:gd name="T9" fmla="*/ 1642 h 2112"/>
              <a:gd name="T10" fmla="*/ 1550 w 2124"/>
              <a:gd name="T11" fmla="*/ 1899 h 2112"/>
              <a:gd name="T12" fmla="*/ 2124 w 2124"/>
              <a:gd name="T13" fmla="*/ 2112 h 2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24"/>
              <a:gd name="T22" fmla="*/ 0 h 2112"/>
              <a:gd name="T23" fmla="*/ 2124 w 2124"/>
              <a:gd name="T24" fmla="*/ 2112 h 2112"/>
              <a:gd name="connsiteX0" fmla="*/ 0 w 9944"/>
              <a:gd name="connsiteY0" fmla="*/ 0 h 10000"/>
              <a:gd name="connsiteX1" fmla="*/ 307 w 9944"/>
              <a:gd name="connsiteY1" fmla="*/ 1108 h 10000"/>
              <a:gd name="connsiteX2" fmla="*/ 1624 w 9944"/>
              <a:gd name="connsiteY2" fmla="*/ 3879 h 10000"/>
              <a:gd name="connsiteX3" fmla="*/ 3527 w 9944"/>
              <a:gd name="connsiteY3" fmla="*/ 6638 h 10000"/>
              <a:gd name="connsiteX4" fmla="*/ 4906 w 9944"/>
              <a:gd name="connsiteY4" fmla="*/ 7775 h 10000"/>
              <a:gd name="connsiteX5" fmla="*/ 7242 w 9944"/>
              <a:gd name="connsiteY5" fmla="*/ 8991 h 10000"/>
              <a:gd name="connsiteX6" fmla="*/ 9944 w 9944"/>
              <a:gd name="connsiteY6" fmla="*/ 10000 h 10000"/>
              <a:gd name="connsiteX0" fmla="*/ 0 w 10063"/>
              <a:gd name="connsiteY0" fmla="*/ 0 h 9969"/>
              <a:gd name="connsiteX1" fmla="*/ 372 w 10063"/>
              <a:gd name="connsiteY1" fmla="*/ 1077 h 9969"/>
              <a:gd name="connsiteX2" fmla="*/ 1696 w 10063"/>
              <a:gd name="connsiteY2" fmla="*/ 3848 h 9969"/>
              <a:gd name="connsiteX3" fmla="*/ 3610 w 10063"/>
              <a:gd name="connsiteY3" fmla="*/ 6607 h 9969"/>
              <a:gd name="connsiteX4" fmla="*/ 4997 w 10063"/>
              <a:gd name="connsiteY4" fmla="*/ 7744 h 9969"/>
              <a:gd name="connsiteX5" fmla="*/ 7346 w 10063"/>
              <a:gd name="connsiteY5" fmla="*/ 8960 h 9969"/>
              <a:gd name="connsiteX6" fmla="*/ 10063 w 10063"/>
              <a:gd name="connsiteY6" fmla="*/ 9969 h 9969"/>
              <a:gd name="connsiteX0" fmla="*/ 0 w 10000"/>
              <a:gd name="connsiteY0" fmla="*/ 0 h 10000"/>
              <a:gd name="connsiteX1" fmla="*/ 370 w 10000"/>
              <a:gd name="connsiteY1" fmla="*/ 1080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685 w 10000"/>
              <a:gd name="connsiteY2" fmla="*/ 386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3244 w 10000"/>
              <a:gd name="connsiteY3" fmla="*/ 6093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  <a:gd name="connsiteX0" fmla="*/ 0 w 10000"/>
              <a:gd name="connsiteY0" fmla="*/ 0 h 10000"/>
              <a:gd name="connsiteX1" fmla="*/ 401 w 10000"/>
              <a:gd name="connsiteY1" fmla="*/ 1709 h 10000"/>
              <a:gd name="connsiteX2" fmla="*/ 1498 w 10000"/>
              <a:gd name="connsiteY2" fmla="*/ 4080 h 10000"/>
              <a:gd name="connsiteX3" fmla="*/ 2964 w 10000"/>
              <a:gd name="connsiteY3" fmla="*/ 6030 h 10000"/>
              <a:gd name="connsiteX4" fmla="*/ 4966 w 10000"/>
              <a:gd name="connsiteY4" fmla="*/ 7768 h 10000"/>
              <a:gd name="connsiteX5" fmla="*/ 7300 w 10000"/>
              <a:gd name="connsiteY5" fmla="*/ 8988 h 10000"/>
              <a:gd name="connsiteX6" fmla="*/ 10000 w 10000"/>
              <a:gd name="connsiteY6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52" y="186"/>
                  <a:pt x="151" y="1029"/>
                  <a:pt x="401" y="1709"/>
                </a:cubicBezTo>
                <a:cubicBezTo>
                  <a:pt x="651" y="2389"/>
                  <a:pt x="1071" y="3360"/>
                  <a:pt x="1498" y="4080"/>
                </a:cubicBezTo>
                <a:cubicBezTo>
                  <a:pt x="1925" y="4800"/>
                  <a:pt x="2386" y="5415"/>
                  <a:pt x="2964" y="6030"/>
                </a:cubicBezTo>
                <a:cubicBezTo>
                  <a:pt x="3542" y="6645"/>
                  <a:pt x="4244" y="7275"/>
                  <a:pt x="4966" y="7768"/>
                </a:cubicBezTo>
                <a:cubicBezTo>
                  <a:pt x="5688" y="8261"/>
                  <a:pt x="6462" y="8618"/>
                  <a:pt x="7300" y="8988"/>
                </a:cubicBezTo>
                <a:cubicBezTo>
                  <a:pt x="8138" y="9359"/>
                  <a:pt x="9441" y="9791"/>
                  <a:pt x="10000" y="10000"/>
                </a:cubicBezTo>
              </a:path>
            </a:pathLst>
          </a:custGeom>
          <a:noFill/>
          <a:ln w="31750">
            <a:solidFill>
              <a:srgbClr val="0432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51" name="Oval 20">
            <a:extLst>
              <a:ext uri="{FF2B5EF4-FFF2-40B4-BE49-F238E27FC236}">
                <a16:creationId xmlns:a16="http://schemas.microsoft.com/office/drawing/2014/main" id="{0A68A827-F287-A24C-8C36-B6384FFD7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9069" y="4691317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id="{E71140D7-3A5F-1144-A48C-ECDD66108499}"/>
              </a:ext>
            </a:extLst>
          </p:cNvPr>
          <p:cNvSpPr>
            <a:spLocks noChangeShapeType="1"/>
          </p:cNvSpPr>
          <p:nvPr/>
        </p:nvSpPr>
        <p:spPr bwMode="auto">
          <a:xfrm rot="1035838">
            <a:off x="1987193" y="3181198"/>
            <a:ext cx="3323172" cy="2417368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99905A-9B25-8649-80FB-BB2091BC618F}"/>
              </a:ext>
            </a:extLst>
          </p:cNvPr>
          <p:cNvCxnSpPr>
            <a:cxnSpLocks/>
          </p:cNvCxnSpPr>
          <p:nvPr/>
        </p:nvCxnSpPr>
        <p:spPr>
          <a:xfrm>
            <a:off x="4876800" y="6112406"/>
            <a:ext cx="457200" cy="0"/>
          </a:xfrm>
          <a:prstGeom prst="straightConnector1">
            <a:avLst/>
          </a:prstGeom>
          <a:ln w="317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5">
            <a:extLst>
              <a:ext uri="{FF2B5EF4-FFF2-40B4-BE49-F238E27FC236}">
                <a16:creationId xmlns:a16="http://schemas.microsoft.com/office/drawing/2014/main" id="{25314814-FAE5-E243-BFE7-922E6594EF1C}"/>
              </a:ext>
            </a:extLst>
          </p:cNvPr>
          <p:cNvSpPr txBox="1"/>
          <p:nvPr/>
        </p:nvSpPr>
        <p:spPr>
          <a:xfrm>
            <a:off x="3905197" y="6145785"/>
            <a:ext cx="2449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Stricter Rx-opioid regulation</a:t>
            </a:r>
          </a:p>
        </p:txBody>
      </p:sp>
      <p:sp>
        <p:nvSpPr>
          <p:cNvPr id="30" name="Oval 20">
            <a:extLst>
              <a:ext uri="{FF2B5EF4-FFF2-40B4-BE49-F238E27FC236}">
                <a16:creationId xmlns:a16="http://schemas.microsoft.com/office/drawing/2014/main" id="{6F3BCEBF-CD49-BD4C-A42C-403B665A2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754" y="3982334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6092A6-8C3C-E74D-8350-69BB8BC211AF}"/>
              </a:ext>
            </a:extLst>
          </p:cNvPr>
          <p:cNvCxnSpPr>
            <a:cxnSpLocks/>
          </p:cNvCxnSpPr>
          <p:nvPr/>
        </p:nvCxnSpPr>
        <p:spPr>
          <a:xfrm>
            <a:off x="5678459" y="2911366"/>
            <a:ext cx="951459" cy="0"/>
          </a:xfrm>
          <a:prstGeom prst="straightConnector1">
            <a:avLst/>
          </a:prstGeom>
          <a:ln w="317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>
            <a:extLst>
              <a:ext uri="{FF2B5EF4-FFF2-40B4-BE49-F238E27FC236}">
                <a16:creationId xmlns:a16="http://schemas.microsoft.com/office/drawing/2014/main" id="{410CA92F-65E1-1D46-A6D0-E74B2EEEC378}"/>
              </a:ext>
            </a:extLst>
          </p:cNvPr>
          <p:cNvSpPr txBox="1"/>
          <p:nvPr/>
        </p:nvSpPr>
        <p:spPr>
          <a:xfrm>
            <a:off x="6457235" y="2726700"/>
            <a:ext cx="94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Rx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211D463-783F-0844-BE13-12DA261228D8}"/>
              </a:ext>
            </a:extLst>
          </p:cNvPr>
          <p:cNvCxnSpPr>
            <a:cxnSpLocks/>
          </p:cNvCxnSpPr>
          <p:nvPr/>
        </p:nvCxnSpPr>
        <p:spPr>
          <a:xfrm>
            <a:off x="5678459" y="3242742"/>
            <a:ext cx="951459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5">
            <a:extLst>
              <a:ext uri="{FF2B5EF4-FFF2-40B4-BE49-F238E27FC236}">
                <a16:creationId xmlns:a16="http://schemas.microsoft.com/office/drawing/2014/main" id="{46C45D9C-E267-1A48-853A-CC1AD6A255C0}"/>
              </a:ext>
            </a:extLst>
          </p:cNvPr>
          <p:cNvSpPr txBox="1"/>
          <p:nvPr/>
        </p:nvSpPr>
        <p:spPr>
          <a:xfrm>
            <a:off x="6457234" y="3058076"/>
            <a:ext cx="1315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Heroin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A1C8CC8-B09C-3640-9613-F751B177B47D}"/>
              </a:ext>
            </a:extLst>
          </p:cNvPr>
          <p:cNvCxnSpPr>
            <a:cxnSpLocks/>
          </p:cNvCxnSpPr>
          <p:nvPr/>
        </p:nvCxnSpPr>
        <p:spPr>
          <a:xfrm>
            <a:off x="5678459" y="3581400"/>
            <a:ext cx="951459" cy="0"/>
          </a:xfrm>
          <a:prstGeom prst="straightConnector1">
            <a:avLst/>
          </a:prstGeom>
          <a:ln w="31750">
            <a:solidFill>
              <a:srgbClr val="0432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5">
            <a:extLst>
              <a:ext uri="{FF2B5EF4-FFF2-40B4-BE49-F238E27FC236}">
                <a16:creationId xmlns:a16="http://schemas.microsoft.com/office/drawing/2014/main" id="{AB0902A3-5125-DC47-9B56-76E72901417F}"/>
              </a:ext>
            </a:extLst>
          </p:cNvPr>
          <p:cNvSpPr txBox="1"/>
          <p:nvPr/>
        </p:nvSpPr>
        <p:spPr>
          <a:xfrm>
            <a:off x="6451959" y="3398401"/>
            <a:ext cx="238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Indifference curve</a:t>
            </a: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D2CEA9F2-DB04-F64F-927F-D4D25058E11E}"/>
              </a:ext>
            </a:extLst>
          </p:cNvPr>
          <p:cNvSpPr txBox="1"/>
          <p:nvPr/>
        </p:nvSpPr>
        <p:spPr>
          <a:xfrm>
            <a:off x="5586189" y="2273285"/>
            <a:ext cx="256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LEGEND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7DA2C119-A7D9-7047-8544-90D24DD67C0C}"/>
              </a:ext>
            </a:extLst>
          </p:cNvPr>
          <p:cNvSpPr txBox="1"/>
          <p:nvPr/>
        </p:nvSpPr>
        <p:spPr>
          <a:xfrm>
            <a:off x="3528380" y="3656152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</a:t>
            </a: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69E2ECE2-ABDD-6843-A2C4-74581791B5C0}"/>
              </a:ext>
            </a:extLst>
          </p:cNvPr>
          <p:cNvSpPr txBox="1"/>
          <p:nvPr/>
        </p:nvSpPr>
        <p:spPr>
          <a:xfrm>
            <a:off x="4315171" y="4305852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</a:t>
            </a:r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139722F7-4CB3-2E47-BC83-CF6ABE9728E6}"/>
              </a:ext>
            </a:extLst>
          </p:cNvPr>
          <p:cNvSpPr txBox="1"/>
          <p:nvPr/>
        </p:nvSpPr>
        <p:spPr>
          <a:xfrm>
            <a:off x="314317" y="3091594"/>
            <a:ext cx="1901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 = before 2010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 = after 2010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32C2D45-8133-224A-917A-8261E47019D9}"/>
              </a:ext>
            </a:extLst>
          </p:cNvPr>
          <p:cNvSpPr/>
          <p:nvPr/>
        </p:nvSpPr>
        <p:spPr>
          <a:xfrm>
            <a:off x="3731559" y="4061012"/>
            <a:ext cx="679076" cy="571500"/>
          </a:xfrm>
          <a:custGeom>
            <a:avLst/>
            <a:gdLst>
              <a:gd name="connsiteX0" fmla="*/ 679076 w 679076"/>
              <a:gd name="connsiteY0" fmla="*/ 571500 h 571500"/>
              <a:gd name="connsiteX1" fmla="*/ 490817 w 679076"/>
              <a:gd name="connsiteY1" fmla="*/ 174812 h 571500"/>
              <a:gd name="connsiteX2" fmla="*/ 0 w 679076"/>
              <a:gd name="connsiteY2" fmla="*/ 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9076" h="571500">
                <a:moveTo>
                  <a:pt x="679076" y="571500"/>
                </a:moveTo>
                <a:cubicBezTo>
                  <a:pt x="641536" y="420781"/>
                  <a:pt x="603996" y="270062"/>
                  <a:pt x="490817" y="174812"/>
                </a:cubicBezTo>
                <a:cubicBezTo>
                  <a:pt x="377638" y="79562"/>
                  <a:pt x="188819" y="39781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3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9" grpId="0"/>
      <p:bldP spid="27" grpId="0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Conclusions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12559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 broad range of activities exhibit increasing returns at the personal level.  A.k.a., endogenous specialization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Tractable (single-equation) analysis is still possible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Behavioral multiplier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Supply and demand factors are surprisingly similar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Constant-effects model is often misleading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Substitution effects may appear to go in the “wrong” direction</a:t>
            </a:r>
          </a:p>
        </p:txBody>
      </p:sp>
    </p:spTree>
    <p:extLst>
      <p:ext uri="{BB962C8B-B14F-4D97-AF65-F5344CB8AC3E}">
        <p14:creationId xmlns:p14="http://schemas.microsoft.com/office/powerpoint/2010/main" val="87727322"/>
      </p:ext>
    </p:extLst>
  </p:cSld>
  <p:clrMapOvr>
    <a:masterClrMapping/>
  </p:clrMapOvr>
</p:sld>
</file>

<file path=ppt/theme/theme1.xml><?xml version="1.0" encoding="utf-8"?>
<a:theme xmlns:a="http://schemas.openxmlformats.org/drawingml/2006/main" name="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">
      <a:dk1>
        <a:srgbClr val="000000"/>
      </a:dk1>
      <a:lt1>
        <a:srgbClr val="FFFFFF"/>
      </a:lt1>
      <a:dk2>
        <a:srgbClr val="3399FF"/>
      </a:dk2>
      <a:lt2>
        <a:srgbClr val="FFFF00"/>
      </a:lt2>
      <a:accent1>
        <a:srgbClr val="FF9900"/>
      </a:accent1>
      <a:accent2>
        <a:srgbClr val="00FFFF"/>
      </a:accent2>
      <a:accent3>
        <a:srgbClr val="ADC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Default Design">
  <a:themeElements>
    <a:clrScheme name="">
      <a:dk1>
        <a:srgbClr val="000000"/>
      </a:dk1>
      <a:lt1>
        <a:srgbClr val="FFFFFF"/>
      </a:lt1>
      <a:dk2>
        <a:srgbClr val="3399FF"/>
      </a:dk2>
      <a:lt2>
        <a:srgbClr val="FFFF00"/>
      </a:lt2>
      <a:accent1>
        <a:srgbClr val="FF9900"/>
      </a:accent1>
      <a:accent2>
        <a:srgbClr val="00FFFF"/>
      </a:accent2>
      <a:accent3>
        <a:srgbClr val="ADC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6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10339</TotalTime>
  <Words>1478</Words>
  <Application>Microsoft Office PowerPoint</Application>
  <PresentationFormat>On-screen Show (4:3)</PresentationFormat>
  <Paragraphs>350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Calibri</vt:lpstr>
      <vt:lpstr>Cambria Math</vt:lpstr>
      <vt:lpstr>Symbol</vt:lpstr>
      <vt:lpstr>Times New Roman</vt:lpstr>
      <vt:lpstr>3_Default Design</vt:lpstr>
      <vt:lpstr>2_Default Design</vt:lpstr>
      <vt:lpstr>5_Default Design</vt:lpstr>
      <vt:lpstr>6_Default Design</vt:lpstr>
      <vt:lpstr>Personal Increasing Returns: Analytics and Applications</vt:lpstr>
      <vt:lpstr>Purpose</vt:lpstr>
      <vt:lpstr>Examples</vt:lpstr>
      <vt:lpstr>Examples</vt:lpstr>
      <vt:lpstr>Two-stage solution</vt:lpstr>
      <vt:lpstr>Figure 1.  Personal increasing returns in the commodity space; consumer version</vt:lpstr>
      <vt:lpstr>Figure 1b.  Personal increasing returns Opioid application</vt:lpstr>
      <vt:lpstr>Figure 1c.  Personal increasing returns Vehicle choice</vt:lpstr>
      <vt:lpstr>Figure 1c.  Personal increasing returns Vehicle choice</vt:lpstr>
      <vt:lpstr>Figure 1d.  Personal increasing returns in the commodity space; intertemporal version</vt:lpstr>
      <vt:lpstr>Labor Supply and Human Capital</vt:lpstr>
      <vt:lpstr>Figure 1e.  Personal increasing returns human capital version</vt:lpstr>
      <vt:lpstr>Figure 1.  Personal increasing returns unique optimum</vt:lpstr>
      <vt:lpstr>Figure 1.  Personal increasing returns Allocations A and C are on the same indifference curve, and dominate B</vt:lpstr>
      <vt:lpstr>Degrees of complementarity</vt:lpstr>
      <vt:lpstr>Relaxing the non-rival assumption</vt:lpstr>
      <vt:lpstr>“Demand” = “Supply”</vt:lpstr>
      <vt:lpstr>Figure 1b.  Two demand concepts</vt:lpstr>
      <vt:lpstr>Figure 2.  Personal increasing returns in quantity-price space</vt:lpstr>
      <vt:lpstr>Figure 2b.  Problem Set 6 in quantity-price space</vt:lpstr>
      <vt:lpstr>Figure 2.  Personal increasing returns in quantity-price space</vt:lpstr>
      <vt:lpstr>Predictions</vt:lpstr>
      <vt:lpstr>Predictions</vt:lpstr>
      <vt:lpstr>Table 1.  Quantity-change amplification in the personal increasing returns model</vt:lpstr>
      <vt:lpstr>Figure 3.  Female Participation in Professional Schools</vt:lpstr>
      <vt:lpstr>Substitution Behavior in the “Wrong” direction</vt:lpstr>
      <vt:lpstr>Figure 4.  Personal increasing returns Allocations A and C are on the same indifference curve, and dominate B</vt:lpstr>
      <vt:lpstr>Figure 4.  Personal increasing returns Allocations A and C are on the same indifference curve, and dominate B</vt:lpstr>
      <vt:lpstr>Consumption responses when heroin prices are low</vt:lpstr>
      <vt:lpstr>Conclusions</vt:lpstr>
    </vt:vector>
  </TitlesOfParts>
  <LinksUpToDate>false</LinksUpToDate>
  <SharedDoc>false</SharedDoc>
  <HyperlinkBase>c:\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Casey B. Mulligan</dc:creator>
  <cp:lastModifiedBy>Casey Mulligan</cp:lastModifiedBy>
  <cp:revision>212</cp:revision>
  <dcterms:created xsi:type="dcterms:W3CDTF">2001-05-15T00:46:14Z</dcterms:created>
  <dcterms:modified xsi:type="dcterms:W3CDTF">2023-11-13T02:19:18Z</dcterms:modified>
</cp:coreProperties>
</file>