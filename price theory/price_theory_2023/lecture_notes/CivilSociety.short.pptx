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53" r:id="rId2"/>
    <p:sldMasterId id="2147483865" r:id="rId3"/>
    <p:sldMasterId id="2147483877" r:id="rId4"/>
  </p:sldMasterIdLst>
  <p:notesMasterIdLst>
    <p:notesMasterId r:id="rId34"/>
  </p:notesMasterIdLst>
  <p:sldIdLst>
    <p:sldId id="384" r:id="rId5"/>
    <p:sldId id="343" r:id="rId6"/>
    <p:sldId id="267" r:id="rId7"/>
    <p:sldId id="467" r:id="rId8"/>
    <p:sldId id="382" r:id="rId9"/>
    <p:sldId id="468" r:id="rId10"/>
    <p:sldId id="469" r:id="rId11"/>
    <p:sldId id="465" r:id="rId12"/>
    <p:sldId id="470" r:id="rId13"/>
    <p:sldId id="472" r:id="rId14"/>
    <p:sldId id="390" r:id="rId15"/>
    <p:sldId id="471" r:id="rId16"/>
    <p:sldId id="391" r:id="rId17"/>
    <p:sldId id="473" r:id="rId18"/>
    <p:sldId id="466" r:id="rId19"/>
    <p:sldId id="480" r:id="rId20"/>
    <p:sldId id="481" r:id="rId21"/>
    <p:sldId id="482" r:id="rId22"/>
    <p:sldId id="474" r:id="rId23"/>
    <p:sldId id="475" r:id="rId24"/>
    <p:sldId id="476" r:id="rId25"/>
    <p:sldId id="385" r:id="rId26"/>
    <p:sldId id="479" r:id="rId27"/>
    <p:sldId id="389" r:id="rId28"/>
    <p:sldId id="463" r:id="rId29"/>
    <p:sldId id="392" r:id="rId30"/>
    <p:sldId id="462" r:id="rId31"/>
    <p:sldId id="339" r:id="rId32"/>
    <p:sldId id="483" r:id="rId33"/>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extLst>
    <p:ext uri="{521415D9-36F7-43E2-AB2F-B90AF26B5E84}">
      <p14:sectionLst xmlns:p14="http://schemas.microsoft.com/office/powerpoint/2010/main">
        <p14:section name="Introduction" id="{952BA001-0EF7-8848-B9C2-90A5F2BA7C8C}">
          <p14:sldIdLst>
            <p14:sldId id="384"/>
            <p14:sldId id="343"/>
            <p14:sldId id="267"/>
            <p14:sldId id="467"/>
          </p14:sldIdLst>
        </p14:section>
        <p14:section name="Pigou" id="{DBF7B00C-CBEA-7E40-802A-346CB8CA4D1A}">
          <p14:sldIdLst>
            <p14:sldId id="382"/>
            <p14:sldId id="468"/>
            <p14:sldId id="469"/>
            <p14:sldId id="465"/>
            <p14:sldId id="470"/>
            <p14:sldId id="472"/>
          </p14:sldIdLst>
        </p14:section>
        <p14:section name="Cooperation costs" id="{560EC0A9-4255-F14C-A4A3-9F52BC0112C3}">
          <p14:sldIdLst>
            <p14:sldId id="390"/>
            <p14:sldId id="471"/>
            <p14:sldId id="391"/>
            <p14:sldId id="473"/>
            <p14:sldId id="466"/>
            <p14:sldId id="480"/>
            <p14:sldId id="481"/>
            <p14:sldId id="482"/>
            <p14:sldId id="474"/>
            <p14:sldId id="475"/>
            <p14:sldId id="476"/>
          </p14:sldIdLst>
        </p14:section>
        <p14:section name="Group size" id="{7B2ECF43-6F13-7A4B-B57F-6CAD3C616CCA}">
          <p14:sldIdLst>
            <p14:sldId id="385"/>
            <p14:sldId id="479"/>
            <p14:sldId id="389"/>
            <p14:sldId id="463"/>
          </p14:sldIdLst>
        </p14:section>
        <p14:section name="Disease prevention at work" id="{C8845107-34CC-084F-88CD-DF262D936D24}">
          <p14:sldIdLst>
            <p14:sldId id="392"/>
            <p14:sldId id="462"/>
            <p14:sldId id="339"/>
            <p14:sldId id="48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3399"/>
    <a:srgbClr val="009900"/>
    <a:srgbClr val="0000FF"/>
    <a:srgbClr val="30303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580" autoAdjust="0"/>
    <p:restoredTop sz="90612"/>
  </p:normalViewPr>
  <p:slideViewPr>
    <p:cSldViewPr>
      <p:cViewPr varScale="1">
        <p:scale>
          <a:sx n="70" d="100"/>
          <a:sy n="70" d="100"/>
        </p:scale>
        <p:origin x="112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sey Mulligan" userId="b1a7e7a662de0c22" providerId="LiveId" clId="{6BC385D6-1945-5D42-A611-FF7BA798BE6F}"/>
    <pc:docChg chg="custSel modSld">
      <pc:chgData name="Casey Mulligan" userId="b1a7e7a662de0c22" providerId="LiveId" clId="{6BC385D6-1945-5D42-A611-FF7BA798BE6F}" dt="2023-10-05T17:56:56.725" v="245" actId="6549"/>
      <pc:docMkLst>
        <pc:docMk/>
      </pc:docMkLst>
      <pc:sldChg chg="modNotesTx">
        <pc:chgData name="Casey Mulligan" userId="b1a7e7a662de0c22" providerId="LiveId" clId="{6BC385D6-1945-5D42-A611-FF7BA798BE6F}" dt="2023-10-05T17:56:56.725" v="245" actId="6549"/>
        <pc:sldMkLst>
          <pc:docMk/>
          <pc:sldMk cId="2263729591" sldId="382"/>
        </pc:sldMkLst>
      </pc:sldChg>
      <pc:sldChg chg="modSp mod">
        <pc:chgData name="Casey Mulligan" userId="b1a7e7a662de0c22" providerId="LiveId" clId="{6BC385D6-1945-5D42-A611-FF7BA798BE6F}" dt="2023-10-05T17:48:30.793" v="6" actId="20577"/>
        <pc:sldMkLst>
          <pc:docMk/>
          <pc:sldMk cId="1573341006" sldId="384"/>
        </pc:sldMkLst>
        <pc:spChg chg="mod">
          <ac:chgData name="Casey Mulligan" userId="b1a7e7a662de0c22" providerId="LiveId" clId="{6BC385D6-1945-5D42-A611-FF7BA798BE6F}" dt="2023-10-05T17:48:30.793" v="6" actId="20577"/>
          <ac:spMkLst>
            <pc:docMk/>
            <pc:sldMk cId="1573341006" sldId="384"/>
            <ac:spMk id="58370" creationId="{00000000-0000-0000-0000-000000000000}"/>
          </ac:spMkLst>
        </pc:spChg>
      </pc:sldChg>
      <pc:sldChg chg="modNotesTx">
        <pc:chgData name="Casey Mulligan" userId="b1a7e7a662de0c22" providerId="LiveId" clId="{6BC385D6-1945-5D42-A611-FF7BA798BE6F}" dt="2023-10-05T17:52:10.389" v="241" actId="20577"/>
        <pc:sldMkLst>
          <pc:docMk/>
          <pc:sldMk cId="176359578" sldId="465"/>
        </pc:sldMkLst>
      </pc:sldChg>
      <pc:sldChg chg="mod modShow">
        <pc:chgData name="Casey Mulligan" userId="b1a7e7a662de0c22" providerId="LiveId" clId="{6BC385D6-1945-5D42-A611-FF7BA798BE6F}" dt="2023-10-05T17:50:18.589" v="7" actId="729"/>
        <pc:sldMkLst>
          <pc:docMk/>
          <pc:sldMk cId="1842445129" sldId="469"/>
        </pc:sldMkLst>
      </pc:sldChg>
      <pc:sldChg chg="mod modShow">
        <pc:chgData name="Casey Mulligan" userId="b1a7e7a662de0c22" providerId="LiveId" clId="{6BC385D6-1945-5D42-A611-FF7BA798BE6F}" dt="2023-10-05T17:52:27.195" v="242" actId="729"/>
        <pc:sldMkLst>
          <pc:docMk/>
          <pc:sldMk cId="2696749111" sldId="472"/>
        </pc:sldMkLst>
      </pc:sldChg>
      <pc:sldChg chg="mod modShow">
        <pc:chgData name="Casey Mulligan" userId="b1a7e7a662de0c22" providerId="LiveId" clId="{6BC385D6-1945-5D42-A611-FF7BA798BE6F}" dt="2023-10-05T17:54:33.841" v="244" actId="729"/>
        <pc:sldMkLst>
          <pc:docMk/>
          <pc:sldMk cId="4081739819" sldId="474"/>
        </pc:sldMkLst>
      </pc:sldChg>
      <pc:sldChg chg="mod modShow">
        <pc:chgData name="Casey Mulligan" userId="b1a7e7a662de0c22" providerId="LiveId" clId="{6BC385D6-1945-5D42-A611-FF7BA798BE6F}" dt="2023-10-05T17:54:33.841" v="244" actId="729"/>
        <pc:sldMkLst>
          <pc:docMk/>
          <pc:sldMk cId="3950214025" sldId="475"/>
        </pc:sldMkLst>
      </pc:sldChg>
      <pc:sldChg chg="mod modShow">
        <pc:chgData name="Casey Mulligan" userId="b1a7e7a662de0c22" providerId="LiveId" clId="{6BC385D6-1945-5D42-A611-FF7BA798BE6F}" dt="2023-10-05T17:54:33.841" v="244" actId="729"/>
        <pc:sldMkLst>
          <pc:docMk/>
          <pc:sldMk cId="2096412881" sldId="476"/>
        </pc:sldMkLst>
      </pc:sldChg>
      <pc:sldChg chg="mod modShow">
        <pc:chgData name="Casey Mulligan" userId="b1a7e7a662de0c22" providerId="LiveId" clId="{6BC385D6-1945-5D42-A611-FF7BA798BE6F}" dt="2023-10-05T17:54:02.072" v="243" actId="729"/>
        <pc:sldMkLst>
          <pc:docMk/>
          <pc:sldMk cId="1094002150" sldId="480"/>
        </pc:sldMkLst>
      </pc:sldChg>
      <pc:sldChg chg="mod modShow">
        <pc:chgData name="Casey Mulligan" userId="b1a7e7a662de0c22" providerId="LiveId" clId="{6BC385D6-1945-5D42-A611-FF7BA798BE6F}" dt="2023-10-05T17:54:02.072" v="243" actId="729"/>
        <pc:sldMkLst>
          <pc:docMk/>
          <pc:sldMk cId="1989018154" sldId="481"/>
        </pc:sldMkLst>
      </pc:sldChg>
    </pc:docChg>
  </pc:docChgLst>
  <pc:docChgLst>
    <pc:chgData name="Casey Mulligan" userId="b1a7e7a662de0c22" providerId="LiveId" clId="{0ABBE5CB-8830-3443-8DB0-AA5DDD77F319}"/>
    <pc:docChg chg="custSel addSld modSld sldOrd">
      <pc:chgData name="Casey Mulligan" userId="b1a7e7a662de0c22" providerId="LiveId" clId="{0ABBE5CB-8830-3443-8DB0-AA5DDD77F319}" dt="2021-11-10T19:46:41.531" v="1064" actId="20577"/>
      <pc:docMkLst>
        <pc:docMk/>
      </pc:docMkLst>
      <pc:sldChg chg="modNotesTx">
        <pc:chgData name="Casey Mulligan" userId="b1a7e7a662de0c22" providerId="LiveId" clId="{0ABBE5CB-8830-3443-8DB0-AA5DDD77F319}" dt="2021-11-10T19:46:41.531" v="1064" actId="20577"/>
        <pc:sldMkLst>
          <pc:docMk/>
          <pc:sldMk cId="2263729591" sldId="382"/>
        </pc:sldMkLst>
      </pc:sldChg>
      <pc:sldChg chg="modNotesTx">
        <pc:chgData name="Casey Mulligan" userId="b1a7e7a662de0c22" providerId="LiveId" clId="{0ABBE5CB-8830-3443-8DB0-AA5DDD77F319}" dt="2021-11-10T19:45:49.870" v="988" actId="20577"/>
        <pc:sldMkLst>
          <pc:docMk/>
          <pc:sldMk cId="4186448167" sldId="385"/>
        </pc:sldMkLst>
      </pc:sldChg>
      <pc:sldChg chg="modSp modAnim">
        <pc:chgData name="Casey Mulligan" userId="b1a7e7a662de0c22" providerId="LiveId" clId="{0ABBE5CB-8830-3443-8DB0-AA5DDD77F319}" dt="2021-11-01T19:48:30.131" v="799" actId="313"/>
        <pc:sldMkLst>
          <pc:docMk/>
          <pc:sldMk cId="3534002715" sldId="386"/>
        </pc:sldMkLst>
        <pc:spChg chg="mod">
          <ac:chgData name="Casey Mulligan" userId="b1a7e7a662de0c22" providerId="LiveId" clId="{0ABBE5CB-8830-3443-8DB0-AA5DDD77F319}" dt="2021-11-01T19:21:04.704" v="674" actId="1076"/>
          <ac:spMkLst>
            <pc:docMk/>
            <pc:sldMk cId="3534002715" sldId="386"/>
            <ac:spMk id="4" creationId="{00F5DE65-ED37-5244-8EF7-ACCD9FE9ABAA}"/>
          </ac:spMkLst>
        </pc:spChg>
        <pc:spChg chg="mod">
          <ac:chgData name="Casey Mulligan" userId="b1a7e7a662de0c22" providerId="LiveId" clId="{0ABBE5CB-8830-3443-8DB0-AA5DDD77F319}" dt="2021-11-01T19:21:04.704" v="674" actId="1076"/>
          <ac:spMkLst>
            <pc:docMk/>
            <pc:sldMk cId="3534002715" sldId="386"/>
            <ac:spMk id="5" creationId="{8B9B25AF-4C60-A645-97E1-43F51ECFD869}"/>
          </ac:spMkLst>
        </pc:spChg>
        <pc:spChg chg="mod">
          <ac:chgData name="Casey Mulligan" userId="b1a7e7a662de0c22" providerId="LiveId" clId="{0ABBE5CB-8830-3443-8DB0-AA5DDD77F319}" dt="2021-11-01T19:21:04.704" v="674" actId="1076"/>
          <ac:spMkLst>
            <pc:docMk/>
            <pc:sldMk cId="3534002715" sldId="386"/>
            <ac:spMk id="6" creationId="{F2CA0C73-B3B6-0345-9F72-4ADA8882551A}"/>
          </ac:spMkLst>
        </pc:spChg>
        <pc:spChg chg="mod">
          <ac:chgData name="Casey Mulligan" userId="b1a7e7a662de0c22" providerId="LiveId" clId="{0ABBE5CB-8830-3443-8DB0-AA5DDD77F319}" dt="2021-11-01T19:48:30.131" v="799" actId="313"/>
          <ac:spMkLst>
            <pc:docMk/>
            <pc:sldMk cId="3534002715" sldId="386"/>
            <ac:spMk id="18435" creationId="{00000000-0000-0000-0000-000000000000}"/>
          </ac:spMkLst>
        </pc:spChg>
      </pc:sldChg>
      <pc:sldChg chg="ord">
        <pc:chgData name="Casey Mulligan" userId="b1a7e7a662de0c22" providerId="LiveId" clId="{0ABBE5CB-8830-3443-8DB0-AA5DDD77F319}" dt="2021-11-08T14:28:32.972" v="833" actId="20578"/>
        <pc:sldMkLst>
          <pc:docMk/>
          <pc:sldMk cId="999656255" sldId="388"/>
        </pc:sldMkLst>
      </pc:sldChg>
      <pc:sldChg chg="modNotesTx">
        <pc:chgData name="Casey Mulligan" userId="b1a7e7a662de0c22" providerId="LiveId" clId="{0ABBE5CB-8830-3443-8DB0-AA5DDD77F319}" dt="2021-11-03T13:54:22.172" v="831" actId="20577"/>
        <pc:sldMkLst>
          <pc:docMk/>
          <pc:sldMk cId="1369386095" sldId="391"/>
        </pc:sldMkLst>
      </pc:sldChg>
      <pc:sldChg chg="modSp add mod ord modAnim modNotesTx">
        <pc:chgData name="Casey Mulligan" userId="b1a7e7a662de0c22" providerId="LiveId" clId="{0ABBE5CB-8830-3443-8DB0-AA5DDD77F319}" dt="2021-11-01T19:28:10.256" v="754" actId="20577"/>
        <pc:sldMkLst>
          <pc:docMk/>
          <pc:sldMk cId="91780053" sldId="392"/>
        </pc:sldMkLst>
        <pc:spChg chg="mod">
          <ac:chgData name="Casey Mulligan" userId="b1a7e7a662de0c22" providerId="LiveId" clId="{0ABBE5CB-8830-3443-8DB0-AA5DDD77F319}" dt="2021-11-01T19:22:50.735" v="709" actId="6549"/>
          <ac:spMkLst>
            <pc:docMk/>
            <pc:sldMk cId="91780053" sldId="392"/>
            <ac:spMk id="18435" creationId="{00000000-0000-0000-0000-000000000000}"/>
          </ac:spMkLst>
        </pc:spChg>
        <pc:spChg chg="mod">
          <ac:chgData name="Casey Mulligan" userId="b1a7e7a662de0c22" providerId="LiveId" clId="{0ABBE5CB-8830-3443-8DB0-AA5DDD77F319}" dt="2021-11-01T19:17:36.424" v="504" actId="20577"/>
          <ac:spMkLst>
            <pc:docMk/>
            <pc:sldMk cId="91780053" sldId="392"/>
            <ac:spMk id="21506" creationId="{00000000-0000-0000-0000-000000000000}"/>
          </ac:spMkLst>
        </pc:spChg>
      </pc:sldChg>
      <pc:sldChg chg="add">
        <pc:chgData name="Casey Mulligan" userId="b1a7e7a662de0c22" providerId="LiveId" clId="{0ABBE5CB-8830-3443-8DB0-AA5DDD77F319}" dt="2021-11-01T19:23:28.932" v="710"/>
        <pc:sldMkLst>
          <pc:docMk/>
          <pc:sldMk cId="2062015508" sldId="462"/>
        </pc:sldMkLst>
      </pc:sldChg>
      <pc:sldChg chg="modSp add modAnim modNotesTx">
        <pc:chgData name="Casey Mulligan" userId="b1a7e7a662de0c22" providerId="LiveId" clId="{0ABBE5CB-8830-3443-8DB0-AA5DDD77F319}" dt="2021-11-08T15:06:33.726" v="910" actId="20577"/>
        <pc:sldMkLst>
          <pc:docMk/>
          <pc:sldMk cId="4232237504" sldId="463"/>
        </pc:sldMkLst>
        <pc:spChg chg="mod">
          <ac:chgData name="Casey Mulligan" userId="b1a7e7a662de0c22" providerId="LiveId" clId="{0ABBE5CB-8830-3443-8DB0-AA5DDD77F319}" dt="2021-11-08T15:04:07.203" v="847" actId="404"/>
          <ac:spMkLst>
            <pc:docMk/>
            <pc:sldMk cId="4232237504" sldId="463"/>
            <ac:spMk id="18435" creationId="{00000000-0000-0000-0000-000000000000}"/>
          </ac:spMkLst>
        </pc:spChg>
      </pc:sldChg>
    </pc:docChg>
  </pc:docChgLst>
  <pc:docChgLst>
    <pc:chgData name="Casey Mulligan" userId="b1a7e7a662de0c22" providerId="LiveId" clId="{7188AF45-8E6A-7846-82A5-763D0541C6AA}"/>
    <pc:docChg chg="undo redo custSel addSld delSld modSld sldOrd addSection modSection">
      <pc:chgData name="Casey Mulligan" userId="b1a7e7a662de0c22" providerId="LiveId" clId="{7188AF45-8E6A-7846-82A5-763D0541C6AA}" dt="2023-03-25T18:24:59.148" v="6474" actId="20577"/>
      <pc:docMkLst>
        <pc:docMk/>
      </pc:docMkLst>
      <pc:sldChg chg="modNotesTx">
        <pc:chgData name="Casey Mulligan" userId="b1a7e7a662de0c22" providerId="LiveId" clId="{7188AF45-8E6A-7846-82A5-763D0541C6AA}" dt="2023-03-21T09:15:22.188" v="6196" actId="20577"/>
        <pc:sldMkLst>
          <pc:docMk/>
          <pc:sldMk cId="458016875" sldId="339"/>
        </pc:sldMkLst>
      </pc:sldChg>
      <pc:sldChg chg="addSp delSp modSp add del mod ord addAnim delAnim modAnim modNotesTx">
        <pc:chgData name="Casey Mulligan" userId="b1a7e7a662de0c22" providerId="LiveId" clId="{7188AF45-8E6A-7846-82A5-763D0541C6AA}" dt="2023-03-20T06:50:21.673" v="1492" actId="20577"/>
        <pc:sldMkLst>
          <pc:docMk/>
          <pc:sldMk cId="2263729591" sldId="382"/>
        </pc:sldMkLst>
        <pc:spChg chg="add mod">
          <ac:chgData name="Casey Mulligan" userId="b1a7e7a662de0c22" providerId="LiveId" clId="{7188AF45-8E6A-7846-82A5-763D0541C6AA}" dt="2023-03-16T23:53:14.684" v="609" actId="2085"/>
          <ac:spMkLst>
            <pc:docMk/>
            <pc:sldMk cId="2263729591" sldId="382"/>
            <ac:spMk id="2" creationId="{5668C5EF-ACE9-6FF2-134F-C8F8462B2528}"/>
          </ac:spMkLst>
        </pc:spChg>
        <pc:spChg chg="del mod">
          <ac:chgData name="Casey Mulligan" userId="b1a7e7a662de0c22" providerId="LiveId" clId="{7188AF45-8E6A-7846-82A5-763D0541C6AA}" dt="2023-03-16T17:32:12.224" v="256" actId="478"/>
          <ac:spMkLst>
            <pc:docMk/>
            <pc:sldMk cId="2263729591" sldId="382"/>
            <ac:spMk id="2" creationId="{A73E7B13-FE54-9E4B-97F3-7C31CB0C98D7}"/>
          </ac:spMkLst>
        </pc:spChg>
        <pc:spChg chg="del">
          <ac:chgData name="Casey Mulligan" userId="b1a7e7a662de0c22" providerId="LiveId" clId="{7188AF45-8E6A-7846-82A5-763D0541C6AA}" dt="2023-03-16T17:19:54.799" v="181" actId="478"/>
          <ac:spMkLst>
            <pc:docMk/>
            <pc:sldMk cId="2263729591" sldId="382"/>
            <ac:spMk id="3" creationId="{B9F03D11-6F4C-3145-8DE8-E9613A582545}"/>
          </ac:spMkLst>
        </pc:spChg>
        <pc:spChg chg="add del mod">
          <ac:chgData name="Casey Mulligan" userId="b1a7e7a662de0c22" providerId="LiveId" clId="{7188AF45-8E6A-7846-82A5-763D0541C6AA}" dt="2023-03-16T17:30:17.375" v="223" actId="1076"/>
          <ac:spMkLst>
            <pc:docMk/>
            <pc:sldMk cId="2263729591" sldId="382"/>
            <ac:spMk id="4" creationId="{541A3B7C-4C14-6900-6A7A-2C97718D2164}"/>
          </ac:spMkLst>
        </pc:spChg>
        <pc:spChg chg="add mod">
          <ac:chgData name="Casey Mulligan" userId="b1a7e7a662de0c22" providerId="LiveId" clId="{7188AF45-8E6A-7846-82A5-763D0541C6AA}" dt="2023-03-16T17:56:25.048" v="412" actId="1076"/>
          <ac:spMkLst>
            <pc:docMk/>
            <pc:sldMk cId="2263729591" sldId="382"/>
            <ac:spMk id="5" creationId="{517E1805-167C-2960-5D2A-DFBE05988C7F}"/>
          </ac:spMkLst>
        </pc:spChg>
        <pc:spChg chg="add mod">
          <ac:chgData name="Casey Mulligan" userId="b1a7e7a662de0c22" providerId="LiveId" clId="{7188AF45-8E6A-7846-82A5-763D0541C6AA}" dt="2023-03-16T17:19:44.686" v="180" actId="1076"/>
          <ac:spMkLst>
            <pc:docMk/>
            <pc:sldMk cId="2263729591" sldId="382"/>
            <ac:spMk id="6" creationId="{D7562D33-2A39-5210-792C-DF09B3C9D368}"/>
          </ac:spMkLst>
        </pc:spChg>
        <pc:spChg chg="add mod">
          <ac:chgData name="Casey Mulligan" userId="b1a7e7a662de0c22" providerId="LiveId" clId="{7188AF45-8E6A-7846-82A5-763D0541C6AA}" dt="2023-03-16T17:53:45.797" v="394" actId="1076"/>
          <ac:spMkLst>
            <pc:docMk/>
            <pc:sldMk cId="2263729591" sldId="382"/>
            <ac:spMk id="7" creationId="{2FB28BA3-98CF-5B4A-E71B-4B7D72AF8239}"/>
          </ac:spMkLst>
        </pc:spChg>
        <pc:spChg chg="add mod">
          <ac:chgData name="Casey Mulligan" userId="b1a7e7a662de0c22" providerId="LiveId" clId="{7188AF45-8E6A-7846-82A5-763D0541C6AA}" dt="2023-03-16T17:53:45.797" v="394" actId="1076"/>
          <ac:spMkLst>
            <pc:docMk/>
            <pc:sldMk cId="2263729591" sldId="382"/>
            <ac:spMk id="8" creationId="{85C1C7E0-14AE-DF07-626C-25312BF8E556}"/>
          </ac:spMkLst>
        </pc:spChg>
        <pc:spChg chg="mod">
          <ac:chgData name="Casey Mulligan" userId="b1a7e7a662de0c22" providerId="LiveId" clId="{7188AF45-8E6A-7846-82A5-763D0541C6AA}" dt="2023-03-20T06:50:21.673" v="1492" actId="20577"/>
          <ac:spMkLst>
            <pc:docMk/>
            <pc:sldMk cId="2263729591" sldId="382"/>
            <ac:spMk id="9" creationId="{05BBD851-E76B-404D-BFF0-D8BBF37466DF}"/>
          </ac:spMkLst>
        </pc:spChg>
        <pc:spChg chg="add mod">
          <ac:chgData name="Casey Mulligan" userId="b1a7e7a662de0c22" providerId="LiveId" clId="{7188AF45-8E6A-7846-82A5-763D0541C6AA}" dt="2023-03-16T17:54:41.674" v="408" actId="1076"/>
          <ac:spMkLst>
            <pc:docMk/>
            <pc:sldMk cId="2263729591" sldId="382"/>
            <ac:spMk id="10" creationId="{39D0877C-FD04-792F-4FD3-16F39243BCE3}"/>
          </ac:spMkLst>
        </pc:spChg>
        <pc:spChg chg="add del mod">
          <ac:chgData name="Casey Mulligan" userId="b1a7e7a662de0c22" providerId="LiveId" clId="{7188AF45-8E6A-7846-82A5-763D0541C6AA}" dt="2023-03-16T18:03:37.995" v="484" actId="478"/>
          <ac:spMkLst>
            <pc:docMk/>
            <pc:sldMk cId="2263729591" sldId="382"/>
            <ac:spMk id="11" creationId="{3536C19B-8B52-D76C-DD02-A09CF6CCD75F}"/>
          </ac:spMkLst>
        </pc:spChg>
        <pc:spChg chg="add del mod">
          <ac:chgData name="Casey Mulligan" userId="b1a7e7a662de0c22" providerId="LiveId" clId="{7188AF45-8E6A-7846-82A5-763D0541C6AA}" dt="2023-03-16T18:03:37.995" v="484" actId="478"/>
          <ac:spMkLst>
            <pc:docMk/>
            <pc:sldMk cId="2263729591" sldId="382"/>
            <ac:spMk id="12" creationId="{C4B2BB86-37CE-1B50-F5AA-F93CB85CC345}"/>
          </ac:spMkLst>
        </pc:spChg>
        <pc:spChg chg="add mod">
          <ac:chgData name="Casey Mulligan" userId="b1a7e7a662de0c22" providerId="LiveId" clId="{7188AF45-8E6A-7846-82A5-763D0541C6AA}" dt="2023-03-16T18:03:48.164" v="488" actId="114"/>
          <ac:spMkLst>
            <pc:docMk/>
            <pc:sldMk cId="2263729591" sldId="382"/>
            <ac:spMk id="13" creationId="{0DE82858-F845-040C-4FDE-6D7FAB80792C}"/>
          </ac:spMkLst>
        </pc:spChg>
        <pc:spChg chg="add mod">
          <ac:chgData name="Casey Mulligan" userId="b1a7e7a662de0c22" providerId="LiveId" clId="{7188AF45-8E6A-7846-82A5-763D0541C6AA}" dt="2023-03-16T18:03:33.882" v="483" actId="571"/>
          <ac:spMkLst>
            <pc:docMk/>
            <pc:sldMk cId="2263729591" sldId="382"/>
            <ac:spMk id="14" creationId="{86CB5FCA-2287-652B-BD86-60E5BC851040}"/>
          </ac:spMkLst>
        </pc:spChg>
        <pc:spChg chg="del">
          <ac:chgData name="Casey Mulligan" userId="b1a7e7a662de0c22" providerId="LiveId" clId="{7188AF45-8E6A-7846-82A5-763D0541C6AA}" dt="2023-03-16T17:30:56.499" v="229" actId="478"/>
          <ac:spMkLst>
            <pc:docMk/>
            <pc:sldMk cId="2263729591" sldId="382"/>
            <ac:spMk id="21" creationId="{A6483C91-E34E-9446-9F85-327DF6869CC0}"/>
          </ac:spMkLst>
        </pc:spChg>
        <pc:spChg chg="mod">
          <ac:chgData name="Casey Mulligan" userId="b1a7e7a662de0c22" providerId="LiveId" clId="{7188AF45-8E6A-7846-82A5-763D0541C6AA}" dt="2023-03-16T18:06:39.693" v="514" actId="692"/>
          <ac:spMkLst>
            <pc:docMk/>
            <pc:sldMk cId="2263729591" sldId="382"/>
            <ac:spMk id="24" creationId="{E71140D7-3A5F-1144-A48C-ECDD66108499}"/>
          </ac:spMkLst>
        </pc:spChg>
        <pc:spChg chg="mod">
          <ac:chgData name="Casey Mulligan" userId="b1a7e7a662de0c22" providerId="LiveId" clId="{7188AF45-8E6A-7846-82A5-763D0541C6AA}" dt="2023-03-16T17:19:20.233" v="160" actId="1076"/>
          <ac:spMkLst>
            <pc:docMk/>
            <pc:sldMk cId="2263729591" sldId="382"/>
            <ac:spMk id="25" creationId="{C4F465D3-18CC-BA47-8968-8FCB85FAC88B}"/>
          </ac:spMkLst>
        </pc:spChg>
        <pc:spChg chg="del">
          <ac:chgData name="Casey Mulligan" userId="b1a7e7a662de0c22" providerId="LiveId" clId="{7188AF45-8E6A-7846-82A5-763D0541C6AA}" dt="2023-03-16T17:19:30.784" v="163" actId="478"/>
          <ac:spMkLst>
            <pc:docMk/>
            <pc:sldMk cId="2263729591" sldId="382"/>
            <ac:spMk id="26" creationId="{1BF528DB-1EB4-A043-A440-F970089C68CE}"/>
          </ac:spMkLst>
        </pc:spChg>
        <pc:spChg chg="del">
          <ac:chgData name="Casey Mulligan" userId="b1a7e7a662de0c22" providerId="LiveId" clId="{7188AF45-8E6A-7846-82A5-763D0541C6AA}" dt="2023-03-16T17:31:59.056" v="254" actId="478"/>
          <ac:spMkLst>
            <pc:docMk/>
            <pc:sldMk cId="2263729591" sldId="382"/>
            <ac:spMk id="32" creationId="{3D01A546-0BAD-2947-B093-66EE7D7BB3D1}"/>
          </ac:spMkLst>
        </pc:spChg>
        <pc:spChg chg="del">
          <ac:chgData name="Casey Mulligan" userId="b1a7e7a662de0c22" providerId="LiveId" clId="{7188AF45-8E6A-7846-82A5-763D0541C6AA}" dt="2023-03-16T17:31:59.056" v="254" actId="478"/>
          <ac:spMkLst>
            <pc:docMk/>
            <pc:sldMk cId="2263729591" sldId="382"/>
            <ac:spMk id="36" creationId="{1A6A0A21-38FA-754D-988D-9AB1787E03AF}"/>
          </ac:spMkLst>
        </pc:spChg>
        <pc:spChg chg="del">
          <ac:chgData name="Casey Mulligan" userId="b1a7e7a662de0c22" providerId="LiveId" clId="{7188AF45-8E6A-7846-82A5-763D0541C6AA}" dt="2023-03-16T17:30:56.499" v="229" actId="478"/>
          <ac:spMkLst>
            <pc:docMk/>
            <pc:sldMk cId="2263729591" sldId="382"/>
            <ac:spMk id="37" creationId="{4F073BA3-6B6A-6144-BBF3-5C506082CCCB}"/>
          </ac:spMkLst>
        </pc:spChg>
        <pc:spChg chg="del">
          <ac:chgData name="Casey Mulligan" userId="b1a7e7a662de0c22" providerId="LiveId" clId="{7188AF45-8E6A-7846-82A5-763D0541C6AA}" dt="2023-03-16T17:17:28.276" v="122" actId="478"/>
          <ac:spMkLst>
            <pc:docMk/>
            <pc:sldMk cId="2263729591" sldId="382"/>
            <ac:spMk id="39" creationId="{DBCAB145-4FA7-E04F-AC27-8A2D0CA04308}"/>
          </ac:spMkLst>
        </pc:spChg>
        <pc:spChg chg="del">
          <ac:chgData name="Casey Mulligan" userId="b1a7e7a662de0c22" providerId="LiveId" clId="{7188AF45-8E6A-7846-82A5-763D0541C6AA}" dt="2023-03-16T17:30:43.554" v="227" actId="478"/>
          <ac:spMkLst>
            <pc:docMk/>
            <pc:sldMk cId="2263729591" sldId="382"/>
            <ac:spMk id="40" creationId="{D0CDC0DA-DC8F-C34F-9D26-54D1E2451897}"/>
          </ac:spMkLst>
        </pc:spChg>
        <pc:spChg chg="del">
          <ac:chgData name="Casey Mulligan" userId="b1a7e7a662de0c22" providerId="LiveId" clId="{7188AF45-8E6A-7846-82A5-763D0541C6AA}" dt="2023-03-16T17:19:57.319" v="182" actId="478"/>
          <ac:spMkLst>
            <pc:docMk/>
            <pc:sldMk cId="2263729591" sldId="382"/>
            <ac:spMk id="41" creationId="{FBDBCD0A-90A6-5544-99C4-EBAAE5E8B501}"/>
          </ac:spMkLst>
        </pc:spChg>
        <pc:spChg chg="mod">
          <ac:chgData name="Casey Mulligan" userId="b1a7e7a662de0c22" providerId="LiveId" clId="{7188AF45-8E6A-7846-82A5-763D0541C6AA}" dt="2023-03-16T18:06:20.793" v="513" actId="207"/>
          <ac:spMkLst>
            <pc:docMk/>
            <pc:sldMk cId="2263729591" sldId="382"/>
            <ac:spMk id="45" creationId="{5D9CFC32-D2FB-9546-9E85-EDBF7B933039}"/>
          </ac:spMkLst>
        </pc:spChg>
        <pc:spChg chg="del">
          <ac:chgData name="Casey Mulligan" userId="b1a7e7a662de0c22" providerId="LiveId" clId="{7188AF45-8E6A-7846-82A5-763D0541C6AA}" dt="2023-03-16T17:30:39.505" v="226" actId="478"/>
          <ac:spMkLst>
            <pc:docMk/>
            <pc:sldMk cId="2263729591" sldId="382"/>
            <ac:spMk id="46" creationId="{AF0422FD-61B3-F449-8AE6-C1D9D0EAEB8C}"/>
          </ac:spMkLst>
        </pc:spChg>
        <pc:spChg chg="add del mod">
          <ac:chgData name="Casey Mulligan" userId="b1a7e7a662de0c22" providerId="LiveId" clId="{7188AF45-8E6A-7846-82A5-763D0541C6AA}" dt="2023-03-16T17:30:28.272" v="224" actId="478"/>
          <ac:spMkLst>
            <pc:docMk/>
            <pc:sldMk cId="2263729591" sldId="382"/>
            <ac:spMk id="50" creationId="{66D3582B-E44E-AF40-BB10-95A37AB4C74E}"/>
          </ac:spMkLst>
        </pc:spChg>
        <pc:spChg chg="add del mod">
          <ac:chgData name="Casey Mulligan" userId="b1a7e7a662de0c22" providerId="LiveId" clId="{7188AF45-8E6A-7846-82A5-763D0541C6AA}" dt="2023-03-16T17:30:17.375" v="223" actId="1076"/>
          <ac:spMkLst>
            <pc:docMk/>
            <pc:sldMk cId="2263729591" sldId="382"/>
            <ac:spMk id="55" creationId="{8EF45E06-B1B2-2A49-BDF7-E740A1DE6357}"/>
          </ac:spMkLst>
        </pc:spChg>
        <pc:spChg chg="mod">
          <ac:chgData name="Casey Mulligan" userId="b1a7e7a662de0c22" providerId="LiveId" clId="{7188AF45-8E6A-7846-82A5-763D0541C6AA}" dt="2023-03-16T17:54:26.011" v="405" actId="20577"/>
          <ac:spMkLst>
            <pc:docMk/>
            <pc:sldMk cId="2263729591" sldId="382"/>
            <ac:spMk id="59" creationId="{972645DE-049C-934B-A38D-84E2F192E243}"/>
          </ac:spMkLst>
        </pc:spChg>
        <pc:spChg chg="mod">
          <ac:chgData name="Casey Mulligan" userId="b1a7e7a662de0c22" providerId="LiveId" clId="{7188AF45-8E6A-7846-82A5-763D0541C6AA}" dt="2023-03-16T17:56:35.528" v="413" actId="1076"/>
          <ac:spMkLst>
            <pc:docMk/>
            <pc:sldMk cId="2263729591" sldId="382"/>
            <ac:spMk id="60" creationId="{F50DDF7D-F672-5542-A171-30E926E77BA0}"/>
          </ac:spMkLst>
        </pc:spChg>
        <pc:spChg chg="mod">
          <ac:chgData name="Casey Mulligan" userId="b1a7e7a662de0c22" providerId="LiveId" clId="{7188AF45-8E6A-7846-82A5-763D0541C6AA}" dt="2023-03-16T17:53:45.797" v="394" actId="1076"/>
          <ac:spMkLst>
            <pc:docMk/>
            <pc:sldMk cId="2263729591" sldId="382"/>
            <ac:spMk id="61" creationId="{81443991-451D-8142-AC87-B3FEC91C4F34}"/>
          </ac:spMkLst>
        </pc:spChg>
        <pc:spChg chg="mod">
          <ac:chgData name="Casey Mulligan" userId="b1a7e7a662de0c22" providerId="LiveId" clId="{7188AF45-8E6A-7846-82A5-763D0541C6AA}" dt="2023-03-16T17:53:45.797" v="394" actId="1076"/>
          <ac:spMkLst>
            <pc:docMk/>
            <pc:sldMk cId="2263729591" sldId="382"/>
            <ac:spMk id="62" creationId="{FFABC2C8-6B50-7D4E-A4E5-D4D3D9198239}"/>
          </ac:spMkLst>
        </pc:spChg>
        <pc:spChg chg="del mod">
          <ac:chgData name="Casey Mulligan" userId="b1a7e7a662de0c22" providerId="LiveId" clId="{7188AF45-8E6A-7846-82A5-763D0541C6AA}" dt="2023-03-16T17:54:18.969" v="398" actId="478"/>
          <ac:spMkLst>
            <pc:docMk/>
            <pc:sldMk cId="2263729591" sldId="382"/>
            <ac:spMk id="64" creationId="{C21AF6A6-58B5-F54B-8EB6-9DD3835B8856}"/>
          </ac:spMkLst>
        </pc:spChg>
        <pc:spChg chg="mod">
          <ac:chgData name="Casey Mulligan" userId="b1a7e7a662de0c22" providerId="LiveId" clId="{7188AF45-8E6A-7846-82A5-763D0541C6AA}" dt="2023-03-16T17:53:45.797" v="394" actId="1076"/>
          <ac:spMkLst>
            <pc:docMk/>
            <pc:sldMk cId="2263729591" sldId="382"/>
            <ac:spMk id="65" creationId="{7B15A5C9-74C7-4643-885B-12C018D2D919}"/>
          </ac:spMkLst>
        </pc:spChg>
        <pc:spChg chg="add del mod">
          <ac:chgData name="Casey Mulligan" userId="b1a7e7a662de0c22" providerId="LiveId" clId="{7188AF45-8E6A-7846-82A5-763D0541C6AA}" dt="2023-03-16T17:54:18.969" v="398" actId="478"/>
          <ac:spMkLst>
            <pc:docMk/>
            <pc:sldMk cId="2263729591" sldId="382"/>
            <ac:spMk id="66" creationId="{B9E1CAF3-7C1E-5549-846E-54CE8993DED7}"/>
          </ac:spMkLst>
        </pc:spChg>
        <pc:spChg chg="del">
          <ac:chgData name="Casey Mulligan" userId="b1a7e7a662de0c22" providerId="LiveId" clId="{7188AF45-8E6A-7846-82A5-763D0541C6AA}" dt="2023-03-16T17:37:07.796" v="269" actId="478"/>
          <ac:spMkLst>
            <pc:docMk/>
            <pc:sldMk cId="2263729591" sldId="382"/>
            <ac:spMk id="68" creationId="{AAD5A198-A051-7F4F-B236-BE55451D0D87}"/>
          </ac:spMkLst>
        </pc:spChg>
        <pc:spChg chg="del">
          <ac:chgData name="Casey Mulligan" userId="b1a7e7a662de0c22" providerId="LiveId" clId="{7188AF45-8E6A-7846-82A5-763D0541C6AA}" dt="2023-03-16T17:36:09.165" v="261" actId="478"/>
          <ac:spMkLst>
            <pc:docMk/>
            <pc:sldMk cId="2263729591" sldId="382"/>
            <ac:spMk id="69" creationId="{F16FC68D-BE3E-754A-9D7E-B05A6BBF8526}"/>
          </ac:spMkLst>
        </pc:spChg>
        <pc:spChg chg="mod">
          <ac:chgData name="Casey Mulligan" userId="b1a7e7a662de0c22" providerId="LiveId" clId="{7188AF45-8E6A-7846-82A5-763D0541C6AA}" dt="2023-03-16T17:53:45.797" v="394" actId="1076"/>
          <ac:spMkLst>
            <pc:docMk/>
            <pc:sldMk cId="2263729591" sldId="382"/>
            <ac:spMk id="70" creationId="{BA56840F-94D6-1E4A-9BEF-96FE100F94A2}"/>
          </ac:spMkLst>
        </pc:spChg>
        <pc:spChg chg="del">
          <ac:chgData name="Casey Mulligan" userId="b1a7e7a662de0c22" providerId="LiveId" clId="{7188AF45-8E6A-7846-82A5-763D0541C6AA}" dt="2023-03-16T17:31:56.038" v="253" actId="478"/>
          <ac:spMkLst>
            <pc:docMk/>
            <pc:sldMk cId="2263729591" sldId="382"/>
            <ac:spMk id="71" creationId="{D0D14EAE-81B9-DE48-9AAD-D43A231E78DC}"/>
          </ac:spMkLst>
        </pc:spChg>
        <pc:spChg chg="mod">
          <ac:chgData name="Casey Mulligan" userId="b1a7e7a662de0c22" providerId="LiveId" clId="{7188AF45-8E6A-7846-82A5-763D0541C6AA}" dt="2023-03-16T17:53:45.797" v="394" actId="1076"/>
          <ac:spMkLst>
            <pc:docMk/>
            <pc:sldMk cId="2263729591" sldId="382"/>
            <ac:spMk id="72" creationId="{D90F53DC-B618-F746-A3F1-9E08BACC8F6A}"/>
          </ac:spMkLst>
        </pc:spChg>
        <pc:spChg chg="mod">
          <ac:chgData name="Casey Mulligan" userId="b1a7e7a662de0c22" providerId="LiveId" clId="{7188AF45-8E6A-7846-82A5-763D0541C6AA}" dt="2023-03-16T17:13:40.908" v="25" actId="14100"/>
          <ac:spMkLst>
            <pc:docMk/>
            <pc:sldMk cId="2263729591" sldId="382"/>
            <ac:spMk id="2070" creationId="{00000000-0000-0000-0000-000000000000}"/>
          </ac:spMkLst>
        </pc:spChg>
      </pc:sldChg>
      <pc:sldChg chg="modSp mod modNotesTx">
        <pc:chgData name="Casey Mulligan" userId="b1a7e7a662de0c22" providerId="LiveId" clId="{7188AF45-8E6A-7846-82A5-763D0541C6AA}" dt="2023-03-20T06:53:45.430" v="1644" actId="20577"/>
        <pc:sldMkLst>
          <pc:docMk/>
          <pc:sldMk cId="1573341006" sldId="384"/>
        </pc:sldMkLst>
        <pc:spChg chg="mod">
          <ac:chgData name="Casey Mulligan" userId="b1a7e7a662de0c22" providerId="LiveId" clId="{7188AF45-8E6A-7846-82A5-763D0541C6AA}" dt="2023-03-20T06:17:40.836" v="1067" actId="6549"/>
          <ac:spMkLst>
            <pc:docMk/>
            <pc:sldMk cId="1573341006" sldId="384"/>
            <ac:spMk id="58369" creationId="{00000000-0000-0000-0000-000000000000}"/>
          </ac:spMkLst>
        </pc:spChg>
        <pc:spChg chg="mod">
          <ac:chgData name="Casey Mulligan" userId="b1a7e7a662de0c22" providerId="LiveId" clId="{7188AF45-8E6A-7846-82A5-763D0541C6AA}" dt="2023-03-16T02:34:47.529" v="18" actId="20577"/>
          <ac:spMkLst>
            <pc:docMk/>
            <pc:sldMk cId="1573341006" sldId="384"/>
            <ac:spMk id="58370" creationId="{00000000-0000-0000-0000-000000000000}"/>
          </ac:spMkLst>
        </pc:spChg>
      </pc:sldChg>
      <pc:sldChg chg="delSp modSp modAnim modNotesTx">
        <pc:chgData name="Casey Mulligan" userId="b1a7e7a662de0c22" providerId="LiveId" clId="{7188AF45-8E6A-7846-82A5-763D0541C6AA}" dt="2023-03-21T09:01:03.277" v="5897" actId="20577"/>
        <pc:sldMkLst>
          <pc:docMk/>
          <pc:sldMk cId="4186448167" sldId="385"/>
        </pc:sldMkLst>
        <pc:spChg chg="mod">
          <ac:chgData name="Casey Mulligan" userId="b1a7e7a662de0c22" providerId="LiveId" clId="{7188AF45-8E6A-7846-82A5-763D0541C6AA}" dt="2023-03-21T09:00:10.051" v="5791" actId="1076"/>
          <ac:spMkLst>
            <pc:docMk/>
            <pc:sldMk cId="4186448167" sldId="385"/>
            <ac:spMk id="4" creationId="{00F5DE65-ED37-5244-8EF7-ACCD9FE9ABAA}"/>
          </ac:spMkLst>
        </pc:spChg>
        <pc:spChg chg="del">
          <ac:chgData name="Casey Mulligan" userId="b1a7e7a662de0c22" providerId="LiveId" clId="{7188AF45-8E6A-7846-82A5-763D0541C6AA}" dt="2023-03-21T09:00:05.566" v="5790" actId="478"/>
          <ac:spMkLst>
            <pc:docMk/>
            <pc:sldMk cId="4186448167" sldId="385"/>
            <ac:spMk id="5" creationId="{8B9B25AF-4C60-A645-97E1-43F51ECFD869}"/>
          </ac:spMkLst>
        </pc:spChg>
        <pc:spChg chg="mod">
          <ac:chgData name="Casey Mulligan" userId="b1a7e7a662de0c22" providerId="LiveId" clId="{7188AF45-8E6A-7846-82A5-763D0541C6AA}" dt="2023-03-21T09:00:57.668" v="5896" actId="14"/>
          <ac:spMkLst>
            <pc:docMk/>
            <pc:sldMk cId="4186448167" sldId="385"/>
            <ac:spMk id="18435" creationId="{00000000-0000-0000-0000-000000000000}"/>
          </ac:spMkLst>
        </pc:spChg>
      </pc:sldChg>
      <pc:sldChg chg="del">
        <pc:chgData name="Casey Mulligan" userId="b1a7e7a662de0c22" providerId="LiveId" clId="{7188AF45-8E6A-7846-82A5-763D0541C6AA}" dt="2023-03-21T09:01:40.318" v="5898" actId="2696"/>
        <pc:sldMkLst>
          <pc:docMk/>
          <pc:sldMk cId="3534002715" sldId="386"/>
        </pc:sldMkLst>
      </pc:sldChg>
      <pc:sldChg chg="del">
        <pc:chgData name="Casey Mulligan" userId="b1a7e7a662de0c22" providerId="LiveId" clId="{7188AF45-8E6A-7846-82A5-763D0541C6AA}" dt="2023-03-21T09:01:48.376" v="5899" actId="2696"/>
        <pc:sldMkLst>
          <pc:docMk/>
          <pc:sldMk cId="2687021242" sldId="387"/>
        </pc:sldMkLst>
      </pc:sldChg>
      <pc:sldChg chg="mod modShow">
        <pc:chgData name="Casey Mulligan" userId="b1a7e7a662de0c22" providerId="LiveId" clId="{7188AF45-8E6A-7846-82A5-763D0541C6AA}" dt="2023-03-21T09:01:59.017" v="5901" actId="729"/>
        <pc:sldMkLst>
          <pc:docMk/>
          <pc:sldMk cId="999656255" sldId="388"/>
        </pc:sldMkLst>
      </pc:sldChg>
      <pc:sldChg chg="modSp ord modAnim modNotesTx">
        <pc:chgData name="Casey Mulligan" userId="b1a7e7a662de0c22" providerId="LiveId" clId="{7188AF45-8E6A-7846-82A5-763D0541C6AA}" dt="2023-03-20T07:50:26" v="2848" actId="20577"/>
        <pc:sldMkLst>
          <pc:docMk/>
          <pc:sldMk cId="1375259352" sldId="390"/>
        </pc:sldMkLst>
        <pc:spChg chg="mod">
          <ac:chgData name="Casey Mulligan" userId="b1a7e7a662de0c22" providerId="LiveId" clId="{7188AF45-8E6A-7846-82A5-763D0541C6AA}" dt="2023-03-20T07:49:42.740" v="2841" actId="20577"/>
          <ac:spMkLst>
            <pc:docMk/>
            <pc:sldMk cId="1375259352" sldId="390"/>
            <ac:spMk id="18435" creationId="{00000000-0000-0000-0000-000000000000}"/>
          </ac:spMkLst>
        </pc:spChg>
      </pc:sldChg>
      <pc:sldChg chg="modSp ord modAnim modNotesTx">
        <pc:chgData name="Casey Mulligan" userId="b1a7e7a662de0c22" providerId="LiveId" clId="{7188AF45-8E6A-7846-82A5-763D0541C6AA}" dt="2023-03-22T09:21:11.858" v="6242" actId="20577"/>
        <pc:sldMkLst>
          <pc:docMk/>
          <pc:sldMk cId="1369386095" sldId="391"/>
        </pc:sldMkLst>
        <pc:spChg chg="mod">
          <ac:chgData name="Casey Mulligan" userId="b1a7e7a662de0c22" providerId="LiveId" clId="{7188AF45-8E6A-7846-82A5-763D0541C6AA}" dt="2023-03-22T09:21:11.858" v="6242" actId="20577"/>
          <ac:spMkLst>
            <pc:docMk/>
            <pc:sldMk cId="1369386095" sldId="391"/>
            <ac:spMk id="18435" creationId="{00000000-0000-0000-0000-000000000000}"/>
          </ac:spMkLst>
        </pc:spChg>
      </pc:sldChg>
      <pc:sldChg chg="add del">
        <pc:chgData name="Casey Mulligan" userId="b1a7e7a662de0c22" providerId="LiveId" clId="{7188AF45-8E6A-7846-82A5-763D0541C6AA}" dt="2023-03-21T09:01:51.813" v="5900" actId="2696"/>
        <pc:sldMkLst>
          <pc:docMk/>
          <pc:sldMk cId="2206862918" sldId="464"/>
        </pc:sldMkLst>
      </pc:sldChg>
      <pc:sldChg chg="addSp delSp modSp add mod ord delAnim modAnim modNotesTx">
        <pc:chgData name="Casey Mulligan" userId="b1a7e7a662de0c22" providerId="LiveId" clId="{7188AF45-8E6A-7846-82A5-763D0541C6AA}" dt="2023-03-22T09:19:31.349" v="6238" actId="20577"/>
        <pc:sldMkLst>
          <pc:docMk/>
          <pc:sldMk cId="176359578" sldId="465"/>
        </pc:sldMkLst>
        <pc:spChg chg="add mod">
          <ac:chgData name="Casey Mulligan" userId="b1a7e7a662de0c22" providerId="LiveId" clId="{7188AF45-8E6A-7846-82A5-763D0541C6AA}" dt="2023-03-20T07:32:01.952" v="2290" actId="1076"/>
          <ac:spMkLst>
            <pc:docMk/>
            <pc:sldMk cId="176359578" sldId="465"/>
            <ac:spMk id="2" creationId="{98F00953-9455-2039-6F32-C425635C786D}"/>
          </ac:spMkLst>
        </pc:spChg>
        <pc:spChg chg="add del mod">
          <ac:chgData name="Casey Mulligan" userId="b1a7e7a662de0c22" providerId="LiveId" clId="{7188AF45-8E6A-7846-82A5-763D0541C6AA}" dt="2023-03-16T18:00:43.553" v="467" actId="478"/>
          <ac:spMkLst>
            <pc:docMk/>
            <pc:sldMk cId="176359578" sldId="465"/>
            <ac:spMk id="3" creationId="{909BE5FE-DC17-4444-9519-9C18249ABB43}"/>
          </ac:spMkLst>
        </pc:spChg>
        <pc:spChg chg="add mod">
          <ac:chgData name="Casey Mulligan" userId="b1a7e7a662de0c22" providerId="LiveId" clId="{7188AF45-8E6A-7846-82A5-763D0541C6AA}" dt="2023-03-20T07:32:33.805" v="2293" actId="2085"/>
          <ac:spMkLst>
            <pc:docMk/>
            <pc:sldMk cId="176359578" sldId="465"/>
            <ac:spMk id="3" creationId="{B2DCB26A-8E5D-0115-A122-C988727AD9F3}"/>
          </ac:spMkLst>
        </pc:spChg>
        <pc:spChg chg="mod">
          <ac:chgData name="Casey Mulligan" userId="b1a7e7a662de0c22" providerId="LiveId" clId="{7188AF45-8E6A-7846-82A5-763D0541C6AA}" dt="2023-03-16T18:07:55.780" v="524" actId="1076"/>
          <ac:spMkLst>
            <pc:docMk/>
            <pc:sldMk cId="176359578" sldId="465"/>
            <ac:spMk id="7" creationId="{2FB28BA3-98CF-5B4A-E71B-4B7D72AF8239}"/>
          </ac:spMkLst>
        </pc:spChg>
        <pc:spChg chg="del">
          <ac:chgData name="Casey Mulligan" userId="b1a7e7a662de0c22" providerId="LiveId" clId="{7188AF45-8E6A-7846-82A5-763D0541C6AA}" dt="2023-03-16T17:58:22.899" v="447" actId="478"/>
          <ac:spMkLst>
            <pc:docMk/>
            <pc:sldMk cId="176359578" sldId="465"/>
            <ac:spMk id="8" creationId="{85C1C7E0-14AE-DF07-626C-25312BF8E556}"/>
          </ac:spMkLst>
        </pc:spChg>
        <pc:spChg chg="mod">
          <ac:chgData name="Casey Mulligan" userId="b1a7e7a662de0c22" providerId="LiveId" clId="{7188AF45-8E6A-7846-82A5-763D0541C6AA}" dt="2023-03-16T17:58:14.018" v="445" actId="20577"/>
          <ac:spMkLst>
            <pc:docMk/>
            <pc:sldMk cId="176359578" sldId="465"/>
            <ac:spMk id="9" creationId="{05BBD851-E76B-404D-BFF0-D8BBF37466DF}"/>
          </ac:spMkLst>
        </pc:spChg>
        <pc:spChg chg="add mod">
          <ac:chgData name="Casey Mulligan" userId="b1a7e7a662de0c22" providerId="LiveId" clId="{7188AF45-8E6A-7846-82A5-763D0541C6AA}" dt="2023-03-16T18:14:19.307" v="596" actId="166"/>
          <ac:spMkLst>
            <pc:docMk/>
            <pc:sldMk cId="176359578" sldId="465"/>
            <ac:spMk id="11" creationId="{BC5C56BE-9E05-56E1-3735-33A468919DFD}"/>
          </ac:spMkLst>
        </pc:spChg>
        <pc:spChg chg="add del mod">
          <ac:chgData name="Casey Mulligan" userId="b1a7e7a662de0c22" providerId="LiveId" clId="{7188AF45-8E6A-7846-82A5-763D0541C6AA}" dt="2023-03-16T18:01:47.925" v="477" actId="478"/>
          <ac:spMkLst>
            <pc:docMk/>
            <pc:sldMk cId="176359578" sldId="465"/>
            <ac:spMk id="12" creationId="{DE4427A3-C6E6-7021-1931-24E6586E1A3E}"/>
          </ac:spMkLst>
        </pc:spChg>
        <pc:spChg chg="add mod">
          <ac:chgData name="Casey Mulligan" userId="b1a7e7a662de0c22" providerId="LiveId" clId="{7188AF45-8E6A-7846-82A5-763D0541C6AA}" dt="2023-03-16T18:02:02.836" v="478" actId="206"/>
          <ac:spMkLst>
            <pc:docMk/>
            <pc:sldMk cId="176359578" sldId="465"/>
            <ac:spMk id="13" creationId="{D4B03FBF-D8F1-3FE2-3A51-DE3531865B02}"/>
          </ac:spMkLst>
        </pc:spChg>
        <pc:spChg chg="add mod">
          <ac:chgData name="Casey Mulligan" userId="b1a7e7a662de0c22" providerId="LiveId" clId="{7188AF45-8E6A-7846-82A5-763D0541C6AA}" dt="2023-03-16T18:04:01.491" v="490" actId="1076"/>
          <ac:spMkLst>
            <pc:docMk/>
            <pc:sldMk cId="176359578" sldId="465"/>
            <ac:spMk id="14" creationId="{63ABFD6E-8A4A-B14F-0034-141887AA4B2E}"/>
          </ac:spMkLst>
        </pc:spChg>
        <pc:spChg chg="add mod">
          <ac:chgData name="Casey Mulligan" userId="b1a7e7a662de0c22" providerId="LiveId" clId="{7188AF45-8E6A-7846-82A5-763D0541C6AA}" dt="2023-03-16T18:14:24.965" v="598" actId="166"/>
          <ac:spMkLst>
            <pc:docMk/>
            <pc:sldMk cId="176359578" sldId="465"/>
            <ac:spMk id="15" creationId="{C1D5D4EC-3D4C-44B4-C72A-6E02BF3A773C}"/>
          </ac:spMkLst>
        </pc:spChg>
        <pc:spChg chg="add del mod">
          <ac:chgData name="Casey Mulligan" userId="b1a7e7a662de0c22" providerId="LiveId" clId="{7188AF45-8E6A-7846-82A5-763D0541C6AA}" dt="2023-03-16T18:04:13.359" v="492" actId="767"/>
          <ac:spMkLst>
            <pc:docMk/>
            <pc:sldMk cId="176359578" sldId="465"/>
            <ac:spMk id="16" creationId="{FF4BFB5E-97F9-06B5-37BE-DBDD78408399}"/>
          </ac:spMkLst>
        </pc:spChg>
        <pc:spChg chg="add del mod">
          <ac:chgData name="Casey Mulligan" userId="b1a7e7a662de0c22" providerId="LiveId" clId="{7188AF45-8E6A-7846-82A5-763D0541C6AA}" dt="2023-03-16T18:04:30.633" v="495" actId="478"/>
          <ac:spMkLst>
            <pc:docMk/>
            <pc:sldMk cId="176359578" sldId="465"/>
            <ac:spMk id="17" creationId="{D9F70267-89E0-AA5C-D601-9343E314F405}"/>
          </ac:spMkLst>
        </pc:spChg>
        <pc:spChg chg="add del mod">
          <ac:chgData name="Casey Mulligan" userId="b1a7e7a662de0c22" providerId="LiveId" clId="{7188AF45-8E6A-7846-82A5-763D0541C6AA}" dt="2023-03-16T18:04:33.153" v="496" actId="478"/>
          <ac:spMkLst>
            <pc:docMk/>
            <pc:sldMk cId="176359578" sldId="465"/>
            <ac:spMk id="18" creationId="{EADF9CA1-89AA-17B8-D0E8-97694CB92D20}"/>
          </ac:spMkLst>
        </pc:spChg>
        <pc:spChg chg="add mod">
          <ac:chgData name="Casey Mulligan" userId="b1a7e7a662de0c22" providerId="LiveId" clId="{7188AF45-8E6A-7846-82A5-763D0541C6AA}" dt="2023-03-16T18:04:45.970" v="503" actId="6549"/>
          <ac:spMkLst>
            <pc:docMk/>
            <pc:sldMk cId="176359578" sldId="465"/>
            <ac:spMk id="19" creationId="{0B1434DD-3AF7-6907-A5CB-113E447F9FEF}"/>
          </ac:spMkLst>
        </pc:spChg>
        <pc:spChg chg="add mod">
          <ac:chgData name="Casey Mulligan" userId="b1a7e7a662de0c22" providerId="LiveId" clId="{7188AF45-8E6A-7846-82A5-763D0541C6AA}" dt="2023-03-16T18:04:25.106" v="494" actId="571"/>
          <ac:spMkLst>
            <pc:docMk/>
            <pc:sldMk cId="176359578" sldId="465"/>
            <ac:spMk id="20" creationId="{3D15DBA0-F6E2-D099-327F-D2F35138FDDE}"/>
          </ac:spMkLst>
        </pc:spChg>
        <pc:spChg chg="add del mod">
          <ac:chgData name="Casey Mulligan" userId="b1a7e7a662de0c22" providerId="LiveId" clId="{7188AF45-8E6A-7846-82A5-763D0541C6AA}" dt="2023-03-16T18:04:56.741" v="505" actId="767"/>
          <ac:spMkLst>
            <pc:docMk/>
            <pc:sldMk cId="176359578" sldId="465"/>
            <ac:spMk id="21" creationId="{C05F94FC-2A21-6257-3B16-E7320D2096E9}"/>
          </ac:spMkLst>
        </pc:spChg>
        <pc:spChg chg="add mod">
          <ac:chgData name="Casey Mulligan" userId="b1a7e7a662de0c22" providerId="LiveId" clId="{7188AF45-8E6A-7846-82A5-763D0541C6AA}" dt="2023-03-16T18:05:41.602" v="512" actId="1076"/>
          <ac:spMkLst>
            <pc:docMk/>
            <pc:sldMk cId="176359578" sldId="465"/>
            <ac:spMk id="22" creationId="{B273E429-4A99-CE77-B349-0DE2DF0136B6}"/>
          </ac:spMkLst>
        </pc:spChg>
        <pc:spChg chg="add mod">
          <ac:chgData name="Casey Mulligan" userId="b1a7e7a662de0c22" providerId="LiveId" clId="{7188AF45-8E6A-7846-82A5-763D0541C6AA}" dt="2023-03-16T18:14:21.838" v="597" actId="166"/>
          <ac:spMkLst>
            <pc:docMk/>
            <pc:sldMk cId="176359578" sldId="465"/>
            <ac:spMk id="23" creationId="{DF68180E-5CB2-6DDD-1786-F23EC1C8B25C}"/>
          </ac:spMkLst>
        </pc:spChg>
        <pc:spChg chg="mod">
          <ac:chgData name="Casey Mulligan" userId="b1a7e7a662de0c22" providerId="LiveId" clId="{7188AF45-8E6A-7846-82A5-763D0541C6AA}" dt="2023-03-16T18:06:51.819" v="515" actId="692"/>
          <ac:spMkLst>
            <pc:docMk/>
            <pc:sldMk cId="176359578" sldId="465"/>
            <ac:spMk id="24" creationId="{E71140D7-3A5F-1144-A48C-ECDD66108499}"/>
          </ac:spMkLst>
        </pc:spChg>
        <pc:spChg chg="add del mod">
          <ac:chgData name="Casey Mulligan" userId="b1a7e7a662de0c22" providerId="LiveId" clId="{7188AF45-8E6A-7846-82A5-763D0541C6AA}" dt="2023-03-16T18:10:10.910" v="577" actId="478"/>
          <ac:spMkLst>
            <pc:docMk/>
            <pc:sldMk cId="176359578" sldId="465"/>
            <ac:spMk id="26" creationId="{5972C3AA-E1D6-F3A1-0809-2CC67A16BF9B}"/>
          </ac:spMkLst>
        </pc:spChg>
        <pc:spChg chg="add mod">
          <ac:chgData name="Casey Mulligan" userId="b1a7e7a662de0c22" providerId="LiveId" clId="{7188AF45-8E6A-7846-82A5-763D0541C6AA}" dt="2023-03-16T18:08:31.024" v="541" actId="1076"/>
          <ac:spMkLst>
            <pc:docMk/>
            <pc:sldMk cId="176359578" sldId="465"/>
            <ac:spMk id="27" creationId="{CC98C9D7-BC3C-8D1C-5B4A-C170A1A653DE}"/>
          </ac:spMkLst>
        </pc:spChg>
        <pc:spChg chg="add mod">
          <ac:chgData name="Casey Mulligan" userId="b1a7e7a662de0c22" providerId="LiveId" clId="{7188AF45-8E6A-7846-82A5-763D0541C6AA}" dt="2023-03-16T18:08:44.075" v="565" actId="207"/>
          <ac:spMkLst>
            <pc:docMk/>
            <pc:sldMk cId="176359578" sldId="465"/>
            <ac:spMk id="28" creationId="{98390A52-EDF6-BAAE-61B9-835C593339D3}"/>
          </ac:spMkLst>
        </pc:spChg>
        <pc:spChg chg="add mod">
          <ac:chgData name="Casey Mulligan" userId="b1a7e7a662de0c22" providerId="LiveId" clId="{7188AF45-8E6A-7846-82A5-763D0541C6AA}" dt="2023-03-16T18:08:57.310" v="567" actId="1076"/>
          <ac:spMkLst>
            <pc:docMk/>
            <pc:sldMk cId="176359578" sldId="465"/>
            <ac:spMk id="29" creationId="{3544750D-7C25-7FFB-29B5-75025A6F582C}"/>
          </ac:spMkLst>
        </pc:spChg>
        <pc:spChg chg="add mod">
          <ac:chgData name="Casey Mulligan" userId="b1a7e7a662de0c22" providerId="LiveId" clId="{7188AF45-8E6A-7846-82A5-763D0541C6AA}" dt="2023-03-16T18:10:01.741" v="575" actId="1076"/>
          <ac:spMkLst>
            <pc:docMk/>
            <pc:sldMk cId="176359578" sldId="465"/>
            <ac:spMk id="30" creationId="{8DDE63C7-12C9-3458-9EC8-F85F65D26115}"/>
          </ac:spMkLst>
        </pc:spChg>
        <pc:spChg chg="add mod">
          <ac:chgData name="Casey Mulligan" userId="b1a7e7a662de0c22" providerId="LiveId" clId="{7188AF45-8E6A-7846-82A5-763D0541C6AA}" dt="2023-03-16T18:14:16.016" v="595" actId="166"/>
          <ac:spMkLst>
            <pc:docMk/>
            <pc:sldMk cId="176359578" sldId="465"/>
            <ac:spMk id="31" creationId="{215978BD-425D-2EC2-E8EC-27ABB599AA46}"/>
          </ac:spMkLst>
        </pc:spChg>
        <pc:spChg chg="add mod">
          <ac:chgData name="Casey Mulligan" userId="b1a7e7a662de0c22" providerId="LiveId" clId="{7188AF45-8E6A-7846-82A5-763D0541C6AA}" dt="2023-03-16T18:10:49.818" v="586" actId="1076"/>
          <ac:spMkLst>
            <pc:docMk/>
            <pc:sldMk cId="176359578" sldId="465"/>
            <ac:spMk id="32" creationId="{D08772C4-43C8-B4B5-DC14-A7242AB62FCA}"/>
          </ac:spMkLst>
        </pc:spChg>
        <pc:spChg chg="add mod">
          <ac:chgData name="Casey Mulligan" userId="b1a7e7a662de0c22" providerId="LiveId" clId="{7188AF45-8E6A-7846-82A5-763D0541C6AA}" dt="2023-03-16T18:14:29.072" v="599" actId="166"/>
          <ac:spMkLst>
            <pc:docMk/>
            <pc:sldMk cId="176359578" sldId="465"/>
            <ac:spMk id="33" creationId="{E85CFCA1-4ABA-C64A-76A5-D917EEF27141}"/>
          </ac:spMkLst>
        </pc:spChg>
        <pc:spChg chg="add mod">
          <ac:chgData name="Casey Mulligan" userId="b1a7e7a662de0c22" providerId="LiveId" clId="{7188AF45-8E6A-7846-82A5-763D0541C6AA}" dt="2023-03-16T18:14:05.840" v="594" actId="206"/>
          <ac:spMkLst>
            <pc:docMk/>
            <pc:sldMk cId="176359578" sldId="465"/>
            <ac:spMk id="34" creationId="{1E20ED80-AD9C-159E-A9C7-25FD3F04AC17}"/>
          </ac:spMkLst>
        </pc:spChg>
        <pc:spChg chg="mod">
          <ac:chgData name="Casey Mulligan" userId="b1a7e7a662de0c22" providerId="LiveId" clId="{7188AF45-8E6A-7846-82A5-763D0541C6AA}" dt="2023-03-16T18:06:55.594" v="516" actId="207"/>
          <ac:spMkLst>
            <pc:docMk/>
            <pc:sldMk cId="176359578" sldId="465"/>
            <ac:spMk id="45" creationId="{5D9CFC32-D2FB-9546-9E85-EDBF7B933039}"/>
          </ac:spMkLst>
        </pc:spChg>
        <pc:spChg chg="mod">
          <ac:chgData name="Casey Mulligan" userId="b1a7e7a662de0c22" providerId="LiveId" clId="{7188AF45-8E6A-7846-82A5-763D0541C6AA}" dt="2023-03-16T17:58:38.088" v="451" actId="14100"/>
          <ac:spMkLst>
            <pc:docMk/>
            <pc:sldMk cId="176359578" sldId="465"/>
            <ac:spMk id="59" creationId="{972645DE-049C-934B-A38D-84E2F192E243}"/>
          </ac:spMkLst>
        </pc:spChg>
        <pc:spChg chg="mod">
          <ac:chgData name="Casey Mulligan" userId="b1a7e7a662de0c22" providerId="LiveId" clId="{7188AF45-8E6A-7846-82A5-763D0541C6AA}" dt="2023-03-16T18:07:48.469" v="523" actId="1076"/>
          <ac:spMkLst>
            <pc:docMk/>
            <pc:sldMk cId="176359578" sldId="465"/>
            <ac:spMk id="62" creationId="{FFABC2C8-6B50-7D4E-A4E5-D4D3D9198239}"/>
          </ac:spMkLst>
        </pc:spChg>
        <pc:spChg chg="mod">
          <ac:chgData name="Casey Mulligan" userId="b1a7e7a662de0c22" providerId="LiveId" clId="{7188AF45-8E6A-7846-82A5-763D0541C6AA}" dt="2023-03-16T18:18:42.957" v="606" actId="1076"/>
          <ac:spMkLst>
            <pc:docMk/>
            <pc:sldMk cId="176359578" sldId="465"/>
            <ac:spMk id="65" creationId="{7B15A5C9-74C7-4643-885B-12C018D2D919}"/>
          </ac:spMkLst>
        </pc:spChg>
        <pc:spChg chg="del">
          <ac:chgData name="Casey Mulligan" userId="b1a7e7a662de0c22" providerId="LiveId" clId="{7188AF45-8E6A-7846-82A5-763D0541C6AA}" dt="2023-03-16T17:58:20.610" v="446" actId="478"/>
          <ac:spMkLst>
            <pc:docMk/>
            <pc:sldMk cId="176359578" sldId="465"/>
            <ac:spMk id="70" creationId="{BA56840F-94D6-1E4A-9BEF-96FE100F94A2}"/>
          </ac:spMkLst>
        </pc:spChg>
        <pc:spChg chg="del">
          <ac:chgData name="Casey Mulligan" userId="b1a7e7a662de0c22" providerId="LiveId" clId="{7188AF45-8E6A-7846-82A5-763D0541C6AA}" dt="2023-03-16T17:58:28.932" v="448" actId="478"/>
          <ac:spMkLst>
            <pc:docMk/>
            <pc:sldMk cId="176359578" sldId="465"/>
            <ac:spMk id="72" creationId="{D90F53DC-B618-F746-A3F1-9E08BACC8F6A}"/>
          </ac:spMkLst>
        </pc:spChg>
        <pc:picChg chg="add del mod">
          <ac:chgData name="Casey Mulligan" userId="b1a7e7a662de0c22" providerId="LiveId" clId="{7188AF45-8E6A-7846-82A5-763D0541C6AA}" dt="2023-03-16T17:59:38.471" v="456" actId="478"/>
          <ac:picMkLst>
            <pc:docMk/>
            <pc:sldMk cId="176359578" sldId="465"/>
            <ac:picMk id="2" creationId="{7079C245-9585-A9B7-068B-44A8455E486D}"/>
          </ac:picMkLst>
        </pc:picChg>
      </pc:sldChg>
      <pc:sldChg chg="addSp delSp modSp add del mod">
        <pc:chgData name="Casey Mulligan" userId="b1a7e7a662de0c22" providerId="LiveId" clId="{7188AF45-8E6A-7846-82A5-763D0541C6AA}" dt="2023-03-16T17:53:06.193" v="393" actId="2696"/>
        <pc:sldMkLst>
          <pc:docMk/>
          <pc:sldMk cId="1768147207" sldId="465"/>
        </pc:sldMkLst>
        <pc:spChg chg="add del">
          <ac:chgData name="Casey Mulligan" userId="b1a7e7a662de0c22" providerId="LiveId" clId="{7188AF45-8E6A-7846-82A5-763D0541C6AA}" dt="2023-03-16T17:52:19.357" v="391" actId="478"/>
          <ac:spMkLst>
            <pc:docMk/>
            <pc:sldMk cId="1768147207" sldId="465"/>
            <ac:spMk id="8" creationId="{85C1C7E0-14AE-DF07-626C-25312BF8E556}"/>
          </ac:spMkLst>
        </pc:spChg>
        <pc:spChg chg="mod">
          <ac:chgData name="Casey Mulligan" userId="b1a7e7a662de0c22" providerId="LiveId" clId="{7188AF45-8E6A-7846-82A5-763D0541C6AA}" dt="2023-03-16T17:51:56.926" v="388" actId="20577"/>
          <ac:spMkLst>
            <pc:docMk/>
            <pc:sldMk cId="1768147207" sldId="465"/>
            <ac:spMk id="9" creationId="{05BBD851-E76B-404D-BFF0-D8BBF37466DF}"/>
          </ac:spMkLst>
        </pc:spChg>
        <pc:spChg chg="add del">
          <ac:chgData name="Casey Mulligan" userId="b1a7e7a662de0c22" providerId="LiveId" clId="{7188AF45-8E6A-7846-82A5-763D0541C6AA}" dt="2023-03-16T17:52:13.771" v="390" actId="478"/>
          <ac:spMkLst>
            <pc:docMk/>
            <pc:sldMk cId="1768147207" sldId="465"/>
            <ac:spMk id="60" creationId="{F50DDF7D-F672-5542-A171-30E926E77BA0}"/>
          </ac:spMkLst>
        </pc:spChg>
        <pc:spChg chg="add del">
          <ac:chgData name="Casey Mulligan" userId="b1a7e7a662de0c22" providerId="LiveId" clId="{7188AF45-8E6A-7846-82A5-763D0541C6AA}" dt="2023-03-16T17:52:19.357" v="391" actId="478"/>
          <ac:spMkLst>
            <pc:docMk/>
            <pc:sldMk cId="1768147207" sldId="465"/>
            <ac:spMk id="70" creationId="{BA56840F-94D6-1E4A-9BEF-96FE100F94A2}"/>
          </ac:spMkLst>
        </pc:spChg>
        <pc:spChg chg="del">
          <ac:chgData name="Casey Mulligan" userId="b1a7e7a662de0c22" providerId="LiveId" clId="{7188AF45-8E6A-7846-82A5-763D0541C6AA}" dt="2023-03-16T17:52:24.671" v="392" actId="478"/>
          <ac:spMkLst>
            <pc:docMk/>
            <pc:sldMk cId="1768147207" sldId="465"/>
            <ac:spMk id="72" creationId="{D90F53DC-B618-F746-A3F1-9E08BACC8F6A}"/>
          </ac:spMkLst>
        </pc:spChg>
      </pc:sldChg>
      <pc:sldChg chg="addSp delSp modSp add mod ord modAnim modNotesTx">
        <pc:chgData name="Casey Mulligan" userId="b1a7e7a662de0c22" providerId="LiveId" clId="{7188AF45-8E6A-7846-82A5-763D0541C6AA}" dt="2023-03-22T09:18:23.116" v="6197"/>
        <pc:sldMkLst>
          <pc:docMk/>
          <pc:sldMk cId="1008531775" sldId="466"/>
        </pc:sldMkLst>
        <pc:spChg chg="add del mod">
          <ac:chgData name="Casey Mulligan" userId="b1a7e7a662de0c22" providerId="LiveId" clId="{7188AF45-8E6A-7846-82A5-763D0541C6AA}" dt="2023-03-18T05:28:02.220" v="1041" actId="14100"/>
          <ac:spMkLst>
            <pc:docMk/>
            <pc:sldMk cId="1008531775" sldId="466"/>
            <ac:spMk id="2" creationId="{2D114922-3A8E-62C3-89BF-29DF58CB4B01}"/>
          </ac:spMkLst>
        </pc:spChg>
        <pc:spChg chg="add del mod">
          <ac:chgData name="Casey Mulligan" userId="b1a7e7a662de0c22" providerId="LiveId" clId="{7188AF45-8E6A-7846-82A5-763D0541C6AA}" dt="2023-03-17T00:06:59.744" v="938" actId="478"/>
          <ac:spMkLst>
            <pc:docMk/>
            <pc:sldMk cId="1008531775" sldId="466"/>
            <ac:spMk id="2" creationId="{3E9F7493-1FA8-20B8-210A-E66709C8ADD6}"/>
          </ac:spMkLst>
        </pc:spChg>
        <pc:spChg chg="add mod">
          <ac:chgData name="Casey Mulligan" userId="b1a7e7a662de0c22" providerId="LiveId" clId="{7188AF45-8E6A-7846-82A5-763D0541C6AA}" dt="2023-03-17T00:16:24.844" v="995" actId="1076"/>
          <ac:spMkLst>
            <pc:docMk/>
            <pc:sldMk cId="1008531775" sldId="466"/>
            <ac:spMk id="3" creationId="{1CA5CCC9-3273-8555-E349-980C951BDC41}"/>
          </ac:spMkLst>
        </pc:spChg>
        <pc:spChg chg="mod">
          <ac:chgData name="Casey Mulligan" userId="b1a7e7a662de0c22" providerId="LiveId" clId="{7188AF45-8E6A-7846-82A5-763D0541C6AA}" dt="2023-03-17T00:10:50.850" v="962" actId="1076"/>
          <ac:spMkLst>
            <pc:docMk/>
            <pc:sldMk cId="1008531775" sldId="466"/>
            <ac:spMk id="4" creationId="{541A3B7C-4C14-6900-6A7A-2C97718D2164}"/>
          </ac:spMkLst>
        </pc:spChg>
        <pc:spChg chg="mod">
          <ac:chgData name="Casey Mulligan" userId="b1a7e7a662de0c22" providerId="LiveId" clId="{7188AF45-8E6A-7846-82A5-763D0541C6AA}" dt="2023-03-16T23:59:18.250" v="861" actId="20577"/>
          <ac:spMkLst>
            <pc:docMk/>
            <pc:sldMk cId="1008531775" sldId="466"/>
            <ac:spMk id="7" creationId="{2FB28BA3-98CF-5B4A-E71B-4B7D72AF8239}"/>
          </ac:spMkLst>
        </pc:spChg>
        <pc:spChg chg="add mod">
          <ac:chgData name="Casey Mulligan" userId="b1a7e7a662de0c22" providerId="LiveId" clId="{7188AF45-8E6A-7846-82A5-763D0541C6AA}" dt="2023-03-17T00:13:35.618" v="970" actId="1076"/>
          <ac:spMkLst>
            <pc:docMk/>
            <pc:sldMk cId="1008531775" sldId="466"/>
            <ac:spMk id="8" creationId="{B4310574-110A-5820-58CD-AF93E6B5B845}"/>
          </ac:spMkLst>
        </pc:spChg>
        <pc:spChg chg="mod">
          <ac:chgData name="Casey Mulligan" userId="b1a7e7a662de0c22" providerId="LiveId" clId="{7188AF45-8E6A-7846-82A5-763D0541C6AA}" dt="2023-03-21T07:54:17.409" v="3559" actId="20577"/>
          <ac:spMkLst>
            <pc:docMk/>
            <pc:sldMk cId="1008531775" sldId="466"/>
            <ac:spMk id="9" creationId="{05BBD851-E76B-404D-BFF0-D8BBF37466DF}"/>
          </ac:spMkLst>
        </pc:spChg>
        <pc:spChg chg="mod">
          <ac:chgData name="Casey Mulligan" userId="b1a7e7a662de0c22" providerId="LiveId" clId="{7188AF45-8E6A-7846-82A5-763D0541C6AA}" dt="2023-03-20T19:05:04.774" v="3532" actId="1076"/>
          <ac:spMkLst>
            <pc:docMk/>
            <pc:sldMk cId="1008531775" sldId="466"/>
            <ac:spMk id="11" creationId="{BC5C56BE-9E05-56E1-3735-33A468919DFD}"/>
          </ac:spMkLst>
        </pc:spChg>
        <pc:spChg chg="add del mod">
          <ac:chgData name="Casey Mulligan" userId="b1a7e7a662de0c22" providerId="LiveId" clId="{7188AF45-8E6A-7846-82A5-763D0541C6AA}" dt="2023-03-20T09:36:03.859" v="3368" actId="478"/>
          <ac:spMkLst>
            <pc:docMk/>
            <pc:sldMk cId="1008531775" sldId="466"/>
            <ac:spMk id="12" creationId="{B19296F8-7C2D-AFC4-4227-6FA2AAF7C4FF}"/>
          </ac:spMkLst>
        </pc:spChg>
        <pc:spChg chg="mod">
          <ac:chgData name="Casey Mulligan" userId="b1a7e7a662de0c22" providerId="LiveId" clId="{7188AF45-8E6A-7846-82A5-763D0541C6AA}" dt="2023-03-17T00:15:36.189" v="987"/>
          <ac:spMkLst>
            <pc:docMk/>
            <pc:sldMk cId="1008531775" sldId="466"/>
            <ac:spMk id="13" creationId="{D4B03FBF-D8F1-3FE2-3A51-DE3531865B02}"/>
          </ac:spMkLst>
        </pc:spChg>
        <pc:spChg chg="mod">
          <ac:chgData name="Casey Mulligan" userId="b1a7e7a662de0c22" providerId="LiveId" clId="{7188AF45-8E6A-7846-82A5-763D0541C6AA}" dt="2023-03-17T00:05:22.038" v="933" actId="1076"/>
          <ac:spMkLst>
            <pc:docMk/>
            <pc:sldMk cId="1008531775" sldId="466"/>
            <ac:spMk id="14" creationId="{63ABFD6E-8A4A-B14F-0034-141887AA4B2E}"/>
          </ac:spMkLst>
        </pc:spChg>
        <pc:spChg chg="mod">
          <ac:chgData name="Casey Mulligan" userId="b1a7e7a662de0c22" providerId="LiveId" clId="{7188AF45-8E6A-7846-82A5-763D0541C6AA}" dt="2023-03-20T09:35:32.449" v="3366" actId="1076"/>
          <ac:spMkLst>
            <pc:docMk/>
            <pc:sldMk cId="1008531775" sldId="466"/>
            <ac:spMk id="15" creationId="{C1D5D4EC-3D4C-44B4-C72A-6E02BF3A773C}"/>
          </ac:spMkLst>
        </pc:spChg>
        <pc:spChg chg="add mod">
          <ac:chgData name="Casey Mulligan" userId="b1a7e7a662de0c22" providerId="LiveId" clId="{7188AF45-8E6A-7846-82A5-763D0541C6AA}" dt="2023-03-20T09:36:12.197" v="3369" actId="1076"/>
          <ac:spMkLst>
            <pc:docMk/>
            <pc:sldMk cId="1008531775" sldId="466"/>
            <ac:spMk id="16" creationId="{A42A7B91-F6F8-8611-841C-DCEB071F3D50}"/>
          </ac:spMkLst>
        </pc:spChg>
        <pc:spChg chg="add mod">
          <ac:chgData name="Casey Mulligan" userId="b1a7e7a662de0c22" providerId="LiveId" clId="{7188AF45-8E6A-7846-82A5-763D0541C6AA}" dt="2023-03-17T00:14:07.594" v="978" actId="1076"/>
          <ac:spMkLst>
            <pc:docMk/>
            <pc:sldMk cId="1008531775" sldId="466"/>
            <ac:spMk id="17" creationId="{DE7EBB7D-4898-4FD8-9EED-6DE9B1F9D2F8}"/>
          </ac:spMkLst>
        </pc:spChg>
        <pc:spChg chg="add mod">
          <ac:chgData name="Casey Mulligan" userId="b1a7e7a662de0c22" providerId="LiveId" clId="{7188AF45-8E6A-7846-82A5-763D0541C6AA}" dt="2023-03-17T00:15:22.002" v="986" actId="167"/>
          <ac:spMkLst>
            <pc:docMk/>
            <pc:sldMk cId="1008531775" sldId="466"/>
            <ac:spMk id="18" creationId="{EA5931E0-6875-FE3B-8E12-6588554E85A3}"/>
          </ac:spMkLst>
        </pc:spChg>
        <pc:spChg chg="mod">
          <ac:chgData name="Casey Mulligan" userId="b1a7e7a662de0c22" providerId="LiveId" clId="{7188AF45-8E6A-7846-82A5-763D0541C6AA}" dt="2023-03-17T00:16:49.936" v="999" actId="1076"/>
          <ac:spMkLst>
            <pc:docMk/>
            <pc:sldMk cId="1008531775" sldId="466"/>
            <ac:spMk id="19" creationId="{0B1434DD-3AF7-6907-A5CB-113E447F9FEF}"/>
          </ac:spMkLst>
        </pc:spChg>
        <pc:spChg chg="mod">
          <ac:chgData name="Casey Mulligan" userId="b1a7e7a662de0c22" providerId="LiveId" clId="{7188AF45-8E6A-7846-82A5-763D0541C6AA}" dt="2023-03-17T00:21:55.657" v="1028" actId="166"/>
          <ac:spMkLst>
            <pc:docMk/>
            <pc:sldMk cId="1008531775" sldId="466"/>
            <ac:spMk id="20" creationId="{3D15DBA0-F6E2-D099-327F-D2F35138FDDE}"/>
          </ac:spMkLst>
        </pc:spChg>
        <pc:spChg chg="add mod">
          <ac:chgData name="Casey Mulligan" userId="b1a7e7a662de0c22" providerId="LiveId" clId="{7188AF45-8E6A-7846-82A5-763D0541C6AA}" dt="2023-03-17T00:15:51.647" v="990" actId="20577"/>
          <ac:spMkLst>
            <pc:docMk/>
            <pc:sldMk cId="1008531775" sldId="466"/>
            <ac:spMk id="21" creationId="{E91550DE-19C5-54A7-1DA8-C210A47E9421}"/>
          </ac:spMkLst>
        </pc:spChg>
        <pc:spChg chg="mod">
          <ac:chgData name="Casey Mulligan" userId="b1a7e7a662de0c22" providerId="LiveId" clId="{7188AF45-8E6A-7846-82A5-763D0541C6AA}" dt="2023-03-17T00:07:09.834" v="940" actId="1076"/>
          <ac:spMkLst>
            <pc:docMk/>
            <pc:sldMk cId="1008531775" sldId="466"/>
            <ac:spMk id="22" creationId="{B273E429-4A99-CE77-B349-0DE2DF0136B6}"/>
          </ac:spMkLst>
        </pc:spChg>
        <pc:spChg chg="add mod">
          <ac:chgData name="Casey Mulligan" userId="b1a7e7a662de0c22" providerId="LiveId" clId="{7188AF45-8E6A-7846-82A5-763D0541C6AA}" dt="2023-03-18T05:29:17.388" v="1052" actId="167"/>
          <ac:spMkLst>
            <pc:docMk/>
            <pc:sldMk cId="1008531775" sldId="466"/>
            <ac:spMk id="23" creationId="{693F71D3-5FE8-B410-30F0-F0DA634E48A5}"/>
          </ac:spMkLst>
        </pc:spChg>
        <pc:spChg chg="del mod">
          <ac:chgData name="Casey Mulligan" userId="b1a7e7a662de0c22" providerId="LiveId" clId="{7188AF45-8E6A-7846-82A5-763D0541C6AA}" dt="2023-03-17T00:07:03.632" v="939" actId="478"/>
          <ac:spMkLst>
            <pc:docMk/>
            <pc:sldMk cId="1008531775" sldId="466"/>
            <ac:spMk id="23" creationId="{DF68180E-5CB2-6DDD-1786-F23EC1C8B25C}"/>
          </ac:spMkLst>
        </pc:spChg>
        <pc:spChg chg="mod">
          <ac:chgData name="Casey Mulligan" userId="b1a7e7a662de0c22" providerId="LiveId" clId="{7188AF45-8E6A-7846-82A5-763D0541C6AA}" dt="2023-03-17T00:19:02.370" v="1025"/>
          <ac:spMkLst>
            <pc:docMk/>
            <pc:sldMk cId="1008531775" sldId="466"/>
            <ac:spMk id="24" creationId="{E71140D7-3A5F-1144-A48C-ECDD66108499}"/>
          </ac:spMkLst>
        </pc:spChg>
        <pc:spChg chg="add mod">
          <ac:chgData name="Casey Mulligan" userId="b1a7e7a662de0c22" providerId="LiveId" clId="{7188AF45-8E6A-7846-82A5-763D0541C6AA}" dt="2023-03-17T00:17:30.258" v="1008" actId="167"/>
          <ac:spMkLst>
            <pc:docMk/>
            <pc:sldMk cId="1008531775" sldId="466"/>
            <ac:spMk id="26" creationId="{246A3824-81AF-C426-2498-231C95EF89EF}"/>
          </ac:spMkLst>
        </pc:spChg>
        <pc:spChg chg="mod">
          <ac:chgData name="Casey Mulligan" userId="b1a7e7a662de0c22" providerId="LiveId" clId="{7188AF45-8E6A-7846-82A5-763D0541C6AA}" dt="2023-03-17T00:15:57.764" v="991" actId="1076"/>
          <ac:spMkLst>
            <pc:docMk/>
            <pc:sldMk cId="1008531775" sldId="466"/>
            <ac:spMk id="27" creationId="{CC98C9D7-BC3C-8D1C-5B4A-C170A1A653DE}"/>
          </ac:spMkLst>
        </pc:spChg>
        <pc:spChg chg="mod">
          <ac:chgData name="Casey Mulligan" userId="b1a7e7a662de0c22" providerId="LiveId" clId="{7188AF45-8E6A-7846-82A5-763D0541C6AA}" dt="2023-03-17T00:08:01.713" v="944" actId="1076"/>
          <ac:spMkLst>
            <pc:docMk/>
            <pc:sldMk cId="1008531775" sldId="466"/>
            <ac:spMk id="28" creationId="{98390A52-EDF6-BAAE-61B9-835C593339D3}"/>
          </ac:spMkLst>
        </pc:spChg>
        <pc:spChg chg="mod">
          <ac:chgData name="Casey Mulligan" userId="b1a7e7a662de0c22" providerId="LiveId" clId="{7188AF45-8E6A-7846-82A5-763D0541C6AA}" dt="2023-03-17T00:20:17.653" v="1027" actId="1076"/>
          <ac:spMkLst>
            <pc:docMk/>
            <pc:sldMk cId="1008531775" sldId="466"/>
            <ac:spMk id="29" creationId="{3544750D-7C25-7FFB-29B5-75025A6F582C}"/>
          </ac:spMkLst>
        </pc:spChg>
        <pc:spChg chg="mod">
          <ac:chgData name="Casey Mulligan" userId="b1a7e7a662de0c22" providerId="LiveId" clId="{7188AF45-8E6A-7846-82A5-763D0541C6AA}" dt="2023-03-17T00:08:47.556" v="951" actId="206"/>
          <ac:spMkLst>
            <pc:docMk/>
            <pc:sldMk cId="1008531775" sldId="466"/>
            <ac:spMk id="30" creationId="{8DDE63C7-12C9-3458-9EC8-F85F65D26115}"/>
          </ac:spMkLst>
        </pc:spChg>
        <pc:spChg chg="del">
          <ac:chgData name="Casey Mulligan" userId="b1a7e7a662de0c22" providerId="LiveId" clId="{7188AF45-8E6A-7846-82A5-763D0541C6AA}" dt="2023-03-17T00:06:34.464" v="935" actId="478"/>
          <ac:spMkLst>
            <pc:docMk/>
            <pc:sldMk cId="1008531775" sldId="466"/>
            <ac:spMk id="31" creationId="{215978BD-425D-2EC2-E8EC-27ABB599AA46}"/>
          </ac:spMkLst>
        </pc:spChg>
        <pc:spChg chg="mod">
          <ac:chgData name="Casey Mulligan" userId="b1a7e7a662de0c22" providerId="LiveId" clId="{7188AF45-8E6A-7846-82A5-763D0541C6AA}" dt="2023-03-17T00:13:42.131" v="971" actId="1076"/>
          <ac:spMkLst>
            <pc:docMk/>
            <pc:sldMk cId="1008531775" sldId="466"/>
            <ac:spMk id="32" creationId="{D08772C4-43C8-B4B5-DC14-A7242AB62FCA}"/>
          </ac:spMkLst>
        </pc:spChg>
        <pc:spChg chg="mod">
          <ac:chgData name="Casey Mulligan" userId="b1a7e7a662de0c22" providerId="LiveId" clId="{7188AF45-8E6A-7846-82A5-763D0541C6AA}" dt="2023-03-17T00:16:20.010" v="994" actId="166"/>
          <ac:spMkLst>
            <pc:docMk/>
            <pc:sldMk cId="1008531775" sldId="466"/>
            <ac:spMk id="33" creationId="{E85CFCA1-4ABA-C64A-76A5-D917EEF27141}"/>
          </ac:spMkLst>
        </pc:spChg>
        <pc:spChg chg="del">
          <ac:chgData name="Casey Mulligan" userId="b1a7e7a662de0c22" providerId="LiveId" clId="{7188AF45-8E6A-7846-82A5-763D0541C6AA}" dt="2023-03-17T00:08:22.854" v="947" actId="478"/>
          <ac:spMkLst>
            <pc:docMk/>
            <pc:sldMk cId="1008531775" sldId="466"/>
            <ac:spMk id="34" creationId="{1E20ED80-AD9C-159E-A9C7-25FD3F04AC17}"/>
          </ac:spMkLst>
        </pc:spChg>
        <pc:spChg chg="add del">
          <ac:chgData name="Casey Mulligan" userId="b1a7e7a662de0c22" providerId="LiveId" clId="{7188AF45-8E6A-7846-82A5-763D0541C6AA}" dt="2023-03-20T19:20:45.213" v="3543" actId="22"/>
          <ac:spMkLst>
            <pc:docMk/>
            <pc:sldMk cId="1008531775" sldId="466"/>
            <ac:spMk id="34" creationId="{4DE5A5A9-A080-9C56-526E-7DF5274F6D62}"/>
          </ac:spMkLst>
        </pc:spChg>
        <pc:spChg chg="add mod">
          <ac:chgData name="Casey Mulligan" userId="b1a7e7a662de0c22" providerId="LiveId" clId="{7188AF45-8E6A-7846-82A5-763D0541C6AA}" dt="2023-03-17T00:18:17.307" v="1021" actId="14100"/>
          <ac:spMkLst>
            <pc:docMk/>
            <pc:sldMk cId="1008531775" sldId="466"/>
            <ac:spMk id="36" creationId="{A8361AB4-9058-1314-4607-65564738AC25}"/>
          </ac:spMkLst>
        </pc:spChg>
        <pc:spChg chg="add mod">
          <ac:chgData name="Casey Mulligan" userId="b1a7e7a662de0c22" providerId="LiveId" clId="{7188AF45-8E6A-7846-82A5-763D0541C6AA}" dt="2023-03-20T19:21:10.815" v="3547" actId="1076"/>
          <ac:spMkLst>
            <pc:docMk/>
            <pc:sldMk cId="1008531775" sldId="466"/>
            <ac:spMk id="38" creationId="{FE48D0FC-EB88-74CF-1775-14BC9382DB57}"/>
          </ac:spMkLst>
        </pc:spChg>
        <pc:spChg chg="mod">
          <ac:chgData name="Casey Mulligan" userId="b1a7e7a662de0c22" providerId="LiveId" clId="{7188AF45-8E6A-7846-82A5-763D0541C6AA}" dt="2023-03-17T00:19:05.892" v="1026" actId="1076"/>
          <ac:spMkLst>
            <pc:docMk/>
            <pc:sldMk cId="1008531775" sldId="466"/>
            <ac:spMk id="45" creationId="{5D9CFC32-D2FB-9546-9E85-EDBF7B933039}"/>
          </ac:spMkLst>
        </pc:spChg>
        <pc:spChg chg="mod">
          <ac:chgData name="Casey Mulligan" userId="b1a7e7a662de0c22" providerId="LiveId" clId="{7188AF45-8E6A-7846-82A5-763D0541C6AA}" dt="2023-03-17T00:18:23.390" v="1022" actId="1076"/>
          <ac:spMkLst>
            <pc:docMk/>
            <pc:sldMk cId="1008531775" sldId="466"/>
            <ac:spMk id="55" creationId="{8EF45E06-B1B2-2A49-BDF7-E740A1DE6357}"/>
          </ac:spMkLst>
        </pc:spChg>
        <pc:spChg chg="mod">
          <ac:chgData name="Casey Mulligan" userId="b1a7e7a662de0c22" providerId="LiveId" clId="{7188AF45-8E6A-7846-82A5-763D0541C6AA}" dt="2023-03-17T00:13:18.672" v="968" actId="1076"/>
          <ac:spMkLst>
            <pc:docMk/>
            <pc:sldMk cId="1008531775" sldId="466"/>
            <ac:spMk id="59" creationId="{972645DE-049C-934B-A38D-84E2F192E243}"/>
          </ac:spMkLst>
        </pc:spChg>
        <pc:spChg chg="mod">
          <ac:chgData name="Casey Mulligan" userId="b1a7e7a662de0c22" providerId="LiveId" clId="{7188AF45-8E6A-7846-82A5-763D0541C6AA}" dt="2023-03-17T00:00:01.951" v="876" actId="207"/>
          <ac:spMkLst>
            <pc:docMk/>
            <pc:sldMk cId="1008531775" sldId="466"/>
            <ac:spMk id="61" creationId="{81443991-451D-8142-AC87-B3FEC91C4F34}"/>
          </ac:spMkLst>
        </pc:spChg>
        <pc:spChg chg="mod">
          <ac:chgData name="Casey Mulligan" userId="b1a7e7a662de0c22" providerId="LiveId" clId="{7188AF45-8E6A-7846-82A5-763D0541C6AA}" dt="2023-03-17T00:16:42.700" v="998" actId="1076"/>
          <ac:spMkLst>
            <pc:docMk/>
            <pc:sldMk cId="1008531775" sldId="466"/>
            <ac:spMk id="62" creationId="{FFABC2C8-6B50-7D4E-A4E5-D4D3D9198239}"/>
          </ac:spMkLst>
        </pc:spChg>
        <pc:spChg chg="mod">
          <ac:chgData name="Casey Mulligan" userId="b1a7e7a662de0c22" providerId="LiveId" clId="{7188AF45-8E6A-7846-82A5-763D0541C6AA}" dt="2023-03-16T23:59:37.794" v="864" actId="14100"/>
          <ac:spMkLst>
            <pc:docMk/>
            <pc:sldMk cId="1008531775" sldId="466"/>
            <ac:spMk id="65" creationId="{7B15A5C9-74C7-4643-885B-12C018D2D919}"/>
          </ac:spMkLst>
        </pc:spChg>
      </pc:sldChg>
      <pc:sldChg chg="modSp add mod ord modAnim modNotesTx">
        <pc:chgData name="Casey Mulligan" userId="b1a7e7a662de0c22" providerId="LiveId" clId="{7188AF45-8E6A-7846-82A5-763D0541C6AA}" dt="2023-03-20T06:37:56.535" v="1484" actId="20577"/>
        <pc:sldMkLst>
          <pc:docMk/>
          <pc:sldMk cId="486414375" sldId="467"/>
        </pc:sldMkLst>
        <pc:spChg chg="mod">
          <ac:chgData name="Casey Mulligan" userId="b1a7e7a662de0c22" providerId="LiveId" clId="{7188AF45-8E6A-7846-82A5-763D0541C6AA}" dt="2023-03-20T06:37:29.926" v="1422" actId="1076"/>
          <ac:spMkLst>
            <pc:docMk/>
            <pc:sldMk cId="486414375" sldId="467"/>
            <ac:spMk id="18435" creationId="{00000000-0000-0000-0000-000000000000}"/>
          </ac:spMkLst>
        </pc:spChg>
        <pc:spChg chg="mod">
          <ac:chgData name="Casey Mulligan" userId="b1a7e7a662de0c22" providerId="LiveId" clId="{7188AF45-8E6A-7846-82A5-763D0541C6AA}" dt="2023-03-20T06:30:41.356" v="1081" actId="20577"/>
          <ac:spMkLst>
            <pc:docMk/>
            <pc:sldMk cId="486414375" sldId="467"/>
            <ac:spMk id="21506" creationId="{00000000-0000-0000-0000-000000000000}"/>
          </ac:spMkLst>
        </pc:spChg>
      </pc:sldChg>
      <pc:sldChg chg="modSp add mod ord modAnim modNotesTx">
        <pc:chgData name="Casey Mulligan" userId="b1a7e7a662de0c22" providerId="LiveId" clId="{7188AF45-8E6A-7846-82A5-763D0541C6AA}" dt="2023-03-25T18:07:11.401" v="6309" actId="20577"/>
        <pc:sldMkLst>
          <pc:docMk/>
          <pc:sldMk cId="3362655203" sldId="468"/>
        </pc:sldMkLst>
        <pc:spChg chg="mod">
          <ac:chgData name="Casey Mulligan" userId="b1a7e7a662de0c22" providerId="LiveId" clId="{7188AF45-8E6A-7846-82A5-763D0541C6AA}" dt="2023-03-25T18:07:11.401" v="6309" actId="20577"/>
          <ac:spMkLst>
            <pc:docMk/>
            <pc:sldMk cId="3362655203" sldId="468"/>
            <ac:spMk id="18435" creationId="{00000000-0000-0000-0000-000000000000}"/>
          </ac:spMkLst>
        </pc:spChg>
        <pc:spChg chg="mod">
          <ac:chgData name="Casey Mulligan" userId="b1a7e7a662de0c22" providerId="LiveId" clId="{7188AF45-8E6A-7846-82A5-763D0541C6AA}" dt="2023-03-20T07:10:46.555" v="1970" actId="20577"/>
          <ac:spMkLst>
            <pc:docMk/>
            <pc:sldMk cId="3362655203" sldId="468"/>
            <ac:spMk id="21506" creationId="{00000000-0000-0000-0000-000000000000}"/>
          </ac:spMkLst>
        </pc:spChg>
      </pc:sldChg>
      <pc:sldChg chg="addSp modSp add mod modAnim modNotesTx">
        <pc:chgData name="Casey Mulligan" userId="b1a7e7a662de0c22" providerId="LiveId" clId="{7188AF45-8E6A-7846-82A5-763D0541C6AA}" dt="2023-03-20T07:15:15.343" v="1982" actId="692"/>
        <pc:sldMkLst>
          <pc:docMk/>
          <pc:sldMk cId="1842445129" sldId="469"/>
        </pc:sldMkLst>
        <pc:spChg chg="add mod">
          <ac:chgData name="Casey Mulligan" userId="b1a7e7a662de0c22" providerId="LiveId" clId="{7188AF45-8E6A-7846-82A5-763D0541C6AA}" dt="2023-03-20T07:15:15.343" v="1982" actId="692"/>
          <ac:spMkLst>
            <pc:docMk/>
            <pc:sldMk cId="1842445129" sldId="469"/>
            <ac:spMk id="3" creationId="{AB770E5B-70F3-0569-6B17-CCC462C960BD}"/>
          </ac:spMkLst>
        </pc:spChg>
      </pc:sldChg>
      <pc:sldChg chg="modSp add mod ord modAnim modNotesTx">
        <pc:chgData name="Casey Mulligan" userId="b1a7e7a662de0c22" providerId="LiveId" clId="{7188AF45-8E6A-7846-82A5-763D0541C6AA}" dt="2023-03-20T07:37:13.872" v="2410" actId="20577"/>
        <pc:sldMkLst>
          <pc:docMk/>
          <pc:sldMk cId="371551682" sldId="470"/>
        </pc:sldMkLst>
        <pc:spChg chg="mod">
          <ac:chgData name="Casey Mulligan" userId="b1a7e7a662de0c22" providerId="LiveId" clId="{7188AF45-8E6A-7846-82A5-763D0541C6AA}" dt="2023-03-20T07:36:26.993" v="2327" actId="207"/>
          <ac:spMkLst>
            <pc:docMk/>
            <pc:sldMk cId="371551682" sldId="470"/>
            <ac:spMk id="18435" creationId="{00000000-0000-0000-0000-000000000000}"/>
          </ac:spMkLst>
        </pc:spChg>
      </pc:sldChg>
      <pc:sldChg chg="add mod modShow">
        <pc:chgData name="Casey Mulligan" userId="b1a7e7a662de0c22" providerId="LiveId" clId="{7188AF45-8E6A-7846-82A5-763D0541C6AA}" dt="2023-03-20T07:41:21.097" v="2416" actId="729"/>
        <pc:sldMkLst>
          <pc:docMk/>
          <pc:sldMk cId="623207796" sldId="471"/>
        </pc:sldMkLst>
      </pc:sldChg>
      <pc:sldChg chg="modSp add mod modAnim modNotesTx">
        <pc:chgData name="Casey Mulligan" userId="b1a7e7a662de0c22" providerId="LiveId" clId="{7188AF45-8E6A-7846-82A5-763D0541C6AA}" dt="2023-03-20T19:17:59.250" v="3541"/>
        <pc:sldMkLst>
          <pc:docMk/>
          <pc:sldMk cId="3696789287" sldId="473"/>
        </pc:sldMkLst>
        <pc:spChg chg="mod">
          <ac:chgData name="Casey Mulligan" userId="b1a7e7a662de0c22" providerId="LiveId" clId="{7188AF45-8E6A-7846-82A5-763D0541C6AA}" dt="2023-03-20T19:17:59.250" v="3541"/>
          <ac:spMkLst>
            <pc:docMk/>
            <pc:sldMk cId="3696789287" sldId="473"/>
            <ac:spMk id="18435" creationId="{00000000-0000-0000-0000-000000000000}"/>
          </ac:spMkLst>
        </pc:spChg>
        <pc:spChg chg="mod">
          <ac:chgData name="Casey Mulligan" userId="b1a7e7a662de0c22" providerId="LiveId" clId="{7188AF45-8E6A-7846-82A5-763D0541C6AA}" dt="2023-03-20T09:27:57.498" v="2872" actId="20577"/>
          <ac:spMkLst>
            <pc:docMk/>
            <pc:sldMk cId="3696789287" sldId="473"/>
            <ac:spMk id="21506" creationId="{00000000-0000-0000-0000-000000000000}"/>
          </ac:spMkLst>
        </pc:spChg>
      </pc:sldChg>
      <pc:sldChg chg="modSp add mod ord modAnim modNotesTx">
        <pc:chgData name="Casey Mulligan" userId="b1a7e7a662de0c22" providerId="LiveId" clId="{7188AF45-8E6A-7846-82A5-763D0541C6AA}" dt="2023-03-21T08:01:02.368" v="4033" actId="20578"/>
        <pc:sldMkLst>
          <pc:docMk/>
          <pc:sldMk cId="4081739819" sldId="474"/>
        </pc:sldMkLst>
        <pc:spChg chg="mod">
          <ac:chgData name="Casey Mulligan" userId="b1a7e7a662de0c22" providerId="LiveId" clId="{7188AF45-8E6A-7846-82A5-763D0541C6AA}" dt="2023-03-21T07:59:48.887" v="4031" actId="313"/>
          <ac:spMkLst>
            <pc:docMk/>
            <pc:sldMk cId="4081739819" sldId="474"/>
            <ac:spMk id="18435" creationId="{00000000-0000-0000-0000-000000000000}"/>
          </ac:spMkLst>
        </pc:spChg>
        <pc:spChg chg="mod">
          <ac:chgData name="Casey Mulligan" userId="b1a7e7a662de0c22" providerId="LiveId" clId="{7188AF45-8E6A-7846-82A5-763D0541C6AA}" dt="2023-03-21T07:56:10.304" v="3746" actId="20577"/>
          <ac:spMkLst>
            <pc:docMk/>
            <pc:sldMk cId="4081739819" sldId="474"/>
            <ac:spMk id="21506" creationId="{00000000-0000-0000-0000-000000000000}"/>
          </ac:spMkLst>
        </pc:spChg>
      </pc:sldChg>
      <pc:sldChg chg="addSp delSp modSp add mod ord delAnim modAnim modNotesTx">
        <pc:chgData name="Casey Mulligan" userId="b1a7e7a662de0c22" providerId="LiveId" clId="{7188AF45-8E6A-7846-82A5-763D0541C6AA}" dt="2023-03-21T08:33:38.523" v="4130" actId="20578"/>
        <pc:sldMkLst>
          <pc:docMk/>
          <pc:sldMk cId="3950214025" sldId="475"/>
        </pc:sldMkLst>
        <pc:spChg chg="del">
          <ac:chgData name="Casey Mulligan" userId="b1a7e7a662de0c22" providerId="LiveId" clId="{7188AF45-8E6A-7846-82A5-763D0541C6AA}" dt="2023-03-21T08:02:21.448" v="4060" actId="478"/>
          <ac:spMkLst>
            <pc:docMk/>
            <pc:sldMk cId="3950214025" sldId="475"/>
            <ac:spMk id="2" creationId="{2D114922-3A8E-62C3-89BF-29DF58CB4B01}"/>
          </ac:spMkLst>
        </pc:spChg>
        <pc:spChg chg="mod">
          <ac:chgData name="Casey Mulligan" userId="b1a7e7a662de0c22" providerId="LiveId" clId="{7188AF45-8E6A-7846-82A5-763D0541C6AA}" dt="2023-03-21T08:02:41.161" v="4064" actId="1076"/>
          <ac:spMkLst>
            <pc:docMk/>
            <pc:sldMk cId="3950214025" sldId="475"/>
            <ac:spMk id="7" creationId="{2FB28BA3-98CF-5B4A-E71B-4B7D72AF8239}"/>
          </ac:spMkLst>
        </pc:spChg>
        <pc:spChg chg="del">
          <ac:chgData name="Casey Mulligan" userId="b1a7e7a662de0c22" providerId="LiveId" clId="{7188AF45-8E6A-7846-82A5-763D0541C6AA}" dt="2023-03-21T08:01:36.706" v="4053" actId="478"/>
          <ac:spMkLst>
            <pc:docMk/>
            <pc:sldMk cId="3950214025" sldId="475"/>
            <ac:spMk id="8" creationId="{B4310574-110A-5820-58CD-AF93E6B5B845}"/>
          </ac:spMkLst>
        </pc:spChg>
        <pc:spChg chg="del">
          <ac:chgData name="Casey Mulligan" userId="b1a7e7a662de0c22" providerId="LiveId" clId="{7188AF45-8E6A-7846-82A5-763D0541C6AA}" dt="2023-03-21T08:01:52.481" v="4055" actId="478"/>
          <ac:spMkLst>
            <pc:docMk/>
            <pc:sldMk cId="3950214025" sldId="475"/>
            <ac:spMk id="11" creationId="{BC5C56BE-9E05-56E1-3735-33A468919DFD}"/>
          </ac:spMkLst>
        </pc:spChg>
        <pc:spChg chg="add mod">
          <ac:chgData name="Casey Mulligan" userId="b1a7e7a662de0c22" providerId="LiveId" clId="{7188AF45-8E6A-7846-82A5-763D0541C6AA}" dt="2023-03-21T08:03:39.165" v="4072" actId="14100"/>
          <ac:spMkLst>
            <pc:docMk/>
            <pc:sldMk cId="3950214025" sldId="475"/>
            <ac:spMk id="12" creationId="{FA0EF7D7-3928-FCE2-A682-5821A3C65432}"/>
          </ac:spMkLst>
        </pc:spChg>
        <pc:spChg chg="del">
          <ac:chgData name="Casey Mulligan" userId="b1a7e7a662de0c22" providerId="LiveId" clId="{7188AF45-8E6A-7846-82A5-763D0541C6AA}" dt="2023-03-21T08:02:00.580" v="4056" actId="478"/>
          <ac:spMkLst>
            <pc:docMk/>
            <pc:sldMk cId="3950214025" sldId="475"/>
            <ac:spMk id="15" creationId="{C1D5D4EC-3D4C-44B4-C72A-6E02BF3A773C}"/>
          </ac:spMkLst>
        </pc:spChg>
        <pc:spChg chg="del">
          <ac:chgData name="Casey Mulligan" userId="b1a7e7a662de0c22" providerId="LiveId" clId="{7188AF45-8E6A-7846-82A5-763D0541C6AA}" dt="2023-03-21T08:02:08.826" v="4059" actId="478"/>
          <ac:spMkLst>
            <pc:docMk/>
            <pc:sldMk cId="3950214025" sldId="475"/>
            <ac:spMk id="17" creationId="{DE7EBB7D-4898-4FD8-9EED-6DE9B1F9D2F8}"/>
          </ac:spMkLst>
        </pc:spChg>
        <pc:spChg chg="del">
          <ac:chgData name="Casey Mulligan" userId="b1a7e7a662de0c22" providerId="LiveId" clId="{7188AF45-8E6A-7846-82A5-763D0541C6AA}" dt="2023-03-21T08:02:00.580" v="4056" actId="478"/>
          <ac:spMkLst>
            <pc:docMk/>
            <pc:sldMk cId="3950214025" sldId="475"/>
            <ac:spMk id="19" creationId="{0B1434DD-3AF7-6907-A5CB-113E447F9FEF}"/>
          </ac:spMkLst>
        </pc:spChg>
        <pc:spChg chg="del">
          <ac:chgData name="Casey Mulligan" userId="b1a7e7a662de0c22" providerId="LiveId" clId="{7188AF45-8E6A-7846-82A5-763D0541C6AA}" dt="2023-03-21T08:02:29.496" v="4063" actId="478"/>
          <ac:spMkLst>
            <pc:docMk/>
            <pc:sldMk cId="3950214025" sldId="475"/>
            <ac:spMk id="23" creationId="{693F71D3-5FE8-B410-30F0-F0DA634E48A5}"/>
          </ac:spMkLst>
        </pc:spChg>
        <pc:spChg chg="del">
          <ac:chgData name="Casey Mulligan" userId="b1a7e7a662de0c22" providerId="LiveId" clId="{7188AF45-8E6A-7846-82A5-763D0541C6AA}" dt="2023-03-21T08:02:03.034" v="4057" actId="478"/>
          <ac:spMkLst>
            <pc:docMk/>
            <pc:sldMk cId="3950214025" sldId="475"/>
            <ac:spMk id="26" creationId="{246A3824-81AF-C426-2498-231C95EF89EF}"/>
          </ac:spMkLst>
        </pc:spChg>
        <pc:spChg chg="mod">
          <ac:chgData name="Casey Mulligan" userId="b1a7e7a662de0c22" providerId="LiveId" clId="{7188AF45-8E6A-7846-82A5-763D0541C6AA}" dt="2023-03-21T08:03:05.599" v="4067" actId="1076"/>
          <ac:spMkLst>
            <pc:docMk/>
            <pc:sldMk cId="3950214025" sldId="475"/>
            <ac:spMk id="27" creationId="{CC98C9D7-BC3C-8D1C-5B4A-C170A1A653DE}"/>
          </ac:spMkLst>
        </pc:spChg>
        <pc:spChg chg="del">
          <ac:chgData name="Casey Mulligan" userId="b1a7e7a662de0c22" providerId="LiveId" clId="{7188AF45-8E6A-7846-82A5-763D0541C6AA}" dt="2023-03-21T08:02:56.294" v="4066" actId="478"/>
          <ac:spMkLst>
            <pc:docMk/>
            <pc:sldMk cId="3950214025" sldId="475"/>
            <ac:spMk id="28" creationId="{98390A52-EDF6-BAAE-61B9-835C593339D3}"/>
          </ac:spMkLst>
        </pc:spChg>
        <pc:spChg chg="mod">
          <ac:chgData name="Casey Mulligan" userId="b1a7e7a662de0c22" providerId="LiveId" clId="{7188AF45-8E6A-7846-82A5-763D0541C6AA}" dt="2023-03-21T08:02:53.285" v="4065" actId="1076"/>
          <ac:spMkLst>
            <pc:docMk/>
            <pc:sldMk cId="3950214025" sldId="475"/>
            <ac:spMk id="29" creationId="{3544750D-7C25-7FFB-29B5-75025A6F582C}"/>
          </ac:spMkLst>
        </pc:spChg>
        <pc:spChg chg="add mod">
          <ac:chgData name="Casey Mulligan" userId="b1a7e7a662de0c22" providerId="LiveId" clId="{7188AF45-8E6A-7846-82A5-763D0541C6AA}" dt="2023-03-21T08:17:14.856" v="4114" actId="167"/>
          <ac:spMkLst>
            <pc:docMk/>
            <pc:sldMk cId="3950214025" sldId="475"/>
            <ac:spMk id="31" creationId="{38CDE208-05DC-ADEA-6551-661C1E58D404}"/>
          </ac:spMkLst>
        </pc:spChg>
        <pc:spChg chg="del">
          <ac:chgData name="Casey Mulligan" userId="b1a7e7a662de0c22" providerId="LiveId" clId="{7188AF45-8E6A-7846-82A5-763D0541C6AA}" dt="2023-03-21T08:01:45.942" v="4054" actId="478"/>
          <ac:spMkLst>
            <pc:docMk/>
            <pc:sldMk cId="3950214025" sldId="475"/>
            <ac:spMk id="32" creationId="{D08772C4-43C8-B4B5-DC14-A7242AB62FCA}"/>
          </ac:spMkLst>
        </pc:spChg>
        <pc:spChg chg="del">
          <ac:chgData name="Casey Mulligan" userId="b1a7e7a662de0c22" providerId="LiveId" clId="{7188AF45-8E6A-7846-82A5-763D0541C6AA}" dt="2023-03-21T08:01:45.942" v="4054" actId="478"/>
          <ac:spMkLst>
            <pc:docMk/>
            <pc:sldMk cId="3950214025" sldId="475"/>
            <ac:spMk id="33" creationId="{E85CFCA1-4ABA-C64A-76A5-D917EEF27141}"/>
          </ac:spMkLst>
        </pc:spChg>
        <pc:spChg chg="add mod">
          <ac:chgData name="Casey Mulligan" userId="b1a7e7a662de0c22" providerId="LiveId" clId="{7188AF45-8E6A-7846-82A5-763D0541C6AA}" dt="2023-03-21T08:17:21.049" v="4116" actId="1076"/>
          <ac:spMkLst>
            <pc:docMk/>
            <pc:sldMk cId="3950214025" sldId="475"/>
            <ac:spMk id="34" creationId="{435EC2C1-8C04-B706-0FAF-B49A2196C5EF}"/>
          </ac:spMkLst>
        </pc:spChg>
        <pc:spChg chg="del">
          <ac:chgData name="Casey Mulligan" userId="b1a7e7a662de0c22" providerId="LiveId" clId="{7188AF45-8E6A-7846-82A5-763D0541C6AA}" dt="2023-03-21T08:02:05.578" v="4058" actId="478"/>
          <ac:spMkLst>
            <pc:docMk/>
            <pc:sldMk cId="3950214025" sldId="475"/>
            <ac:spMk id="36" creationId="{A8361AB4-9058-1314-4607-65564738AC25}"/>
          </ac:spMkLst>
        </pc:spChg>
        <pc:spChg chg="add del mod">
          <ac:chgData name="Casey Mulligan" userId="b1a7e7a662de0c22" providerId="LiveId" clId="{7188AF45-8E6A-7846-82A5-763D0541C6AA}" dt="2023-03-21T08:16:52.263" v="4108"/>
          <ac:spMkLst>
            <pc:docMk/>
            <pc:sldMk cId="3950214025" sldId="475"/>
            <ac:spMk id="37" creationId="{16752A84-9037-9537-5993-0B1B03AEA61E}"/>
          </ac:spMkLst>
        </pc:spChg>
        <pc:spChg chg="del">
          <ac:chgData name="Casey Mulligan" userId="b1a7e7a662de0c22" providerId="LiveId" clId="{7188AF45-8E6A-7846-82A5-763D0541C6AA}" dt="2023-03-21T08:01:23.244" v="4035" actId="478"/>
          <ac:spMkLst>
            <pc:docMk/>
            <pc:sldMk cId="3950214025" sldId="475"/>
            <ac:spMk id="38" creationId="{FE48D0FC-EB88-74CF-1775-14BC9382DB57}"/>
          </ac:spMkLst>
        </pc:spChg>
        <pc:spChg chg="add del mod">
          <ac:chgData name="Casey Mulligan" userId="b1a7e7a662de0c22" providerId="LiveId" clId="{7188AF45-8E6A-7846-82A5-763D0541C6AA}" dt="2023-03-21T08:17:03.175" v="4111"/>
          <ac:spMkLst>
            <pc:docMk/>
            <pc:sldMk cId="3950214025" sldId="475"/>
            <ac:spMk id="39" creationId="{12B070EA-9242-BEE0-6404-2591D353E9F6}"/>
          </ac:spMkLst>
        </pc:spChg>
        <pc:spChg chg="add mod">
          <ac:chgData name="Casey Mulligan" userId="b1a7e7a662de0c22" providerId="LiveId" clId="{7188AF45-8E6A-7846-82A5-763D0541C6AA}" dt="2023-03-21T08:17:50.339" v="4125" actId="14100"/>
          <ac:spMkLst>
            <pc:docMk/>
            <pc:sldMk cId="3950214025" sldId="475"/>
            <ac:spMk id="40" creationId="{DA7E813A-3C99-6D4B-4162-85F98113D44C}"/>
          </ac:spMkLst>
        </pc:spChg>
        <pc:spChg chg="add mod">
          <ac:chgData name="Casey Mulligan" userId="b1a7e7a662de0c22" providerId="LiveId" clId="{7188AF45-8E6A-7846-82A5-763D0541C6AA}" dt="2023-03-21T08:17:46.268" v="4124" actId="14100"/>
          <ac:spMkLst>
            <pc:docMk/>
            <pc:sldMk cId="3950214025" sldId="475"/>
            <ac:spMk id="41" creationId="{3489275E-4287-3783-2653-39856EB70FC1}"/>
          </ac:spMkLst>
        </pc:spChg>
        <pc:spChg chg="add mod">
          <ac:chgData name="Casey Mulligan" userId="b1a7e7a662de0c22" providerId="LiveId" clId="{7188AF45-8E6A-7846-82A5-763D0541C6AA}" dt="2023-03-21T08:17:41.246" v="4123" actId="14100"/>
          <ac:spMkLst>
            <pc:docMk/>
            <pc:sldMk cId="3950214025" sldId="475"/>
            <ac:spMk id="42" creationId="{CFCFE09C-F8CD-0F31-CDC1-8C9BC5EBB6CF}"/>
          </ac:spMkLst>
        </pc:spChg>
        <pc:spChg chg="add del">
          <ac:chgData name="Casey Mulligan" userId="b1a7e7a662de0c22" providerId="LiveId" clId="{7188AF45-8E6A-7846-82A5-763D0541C6AA}" dt="2023-03-21T08:02:26.883" v="4062" actId="478"/>
          <ac:spMkLst>
            <pc:docMk/>
            <pc:sldMk cId="3950214025" sldId="475"/>
            <ac:spMk id="60" creationId="{F50DDF7D-F672-5542-A171-30E926E77BA0}"/>
          </ac:spMkLst>
        </pc:spChg>
      </pc:sldChg>
      <pc:sldChg chg="modSp add mod ord modAnim modNotesTx">
        <pc:chgData name="Casey Mulligan" userId="b1a7e7a662de0c22" providerId="LiveId" clId="{7188AF45-8E6A-7846-82A5-763D0541C6AA}" dt="2023-03-21T08:46:09.847" v="4509" actId="20578"/>
        <pc:sldMkLst>
          <pc:docMk/>
          <pc:sldMk cId="2096412881" sldId="476"/>
        </pc:sldMkLst>
        <pc:spChg chg="mod">
          <ac:chgData name="Casey Mulligan" userId="b1a7e7a662de0c22" providerId="LiveId" clId="{7188AF45-8E6A-7846-82A5-763D0541C6AA}" dt="2023-03-21T08:44:54.797" v="4506" actId="114"/>
          <ac:spMkLst>
            <pc:docMk/>
            <pc:sldMk cId="2096412881" sldId="476"/>
            <ac:spMk id="18435" creationId="{00000000-0000-0000-0000-000000000000}"/>
          </ac:spMkLst>
        </pc:spChg>
        <pc:spChg chg="mod">
          <ac:chgData name="Casey Mulligan" userId="b1a7e7a662de0c22" providerId="LiveId" clId="{7188AF45-8E6A-7846-82A5-763D0541C6AA}" dt="2023-03-21T08:41:47.727" v="4351" actId="313"/>
          <ac:spMkLst>
            <pc:docMk/>
            <pc:sldMk cId="2096412881" sldId="476"/>
            <ac:spMk id="21506" creationId="{00000000-0000-0000-0000-000000000000}"/>
          </ac:spMkLst>
        </pc:spChg>
      </pc:sldChg>
      <pc:sldChg chg="modSp add mod ord modAnim modNotesTx">
        <pc:chgData name="Casey Mulligan" userId="b1a7e7a662de0c22" providerId="LiveId" clId="{7188AF45-8E6A-7846-82A5-763D0541C6AA}" dt="2023-03-22T09:30:32.242" v="6260" actId="20577"/>
        <pc:sldMkLst>
          <pc:docMk/>
          <pc:sldMk cId="549636143" sldId="477"/>
        </pc:sldMkLst>
        <pc:spChg chg="mod">
          <ac:chgData name="Casey Mulligan" userId="b1a7e7a662de0c22" providerId="LiveId" clId="{7188AF45-8E6A-7846-82A5-763D0541C6AA}" dt="2023-03-22T09:30:32.242" v="6260" actId="20577"/>
          <ac:spMkLst>
            <pc:docMk/>
            <pc:sldMk cId="549636143" sldId="477"/>
            <ac:spMk id="18435" creationId="{00000000-0000-0000-0000-000000000000}"/>
          </ac:spMkLst>
        </pc:spChg>
        <pc:spChg chg="mod">
          <ac:chgData name="Casey Mulligan" userId="b1a7e7a662de0c22" providerId="LiveId" clId="{7188AF45-8E6A-7846-82A5-763D0541C6AA}" dt="2023-03-21T08:46:19.869" v="4522" actId="20577"/>
          <ac:spMkLst>
            <pc:docMk/>
            <pc:sldMk cId="549636143" sldId="477"/>
            <ac:spMk id="21506" creationId="{00000000-0000-0000-0000-000000000000}"/>
          </ac:spMkLst>
        </pc:spChg>
      </pc:sldChg>
      <pc:sldChg chg="modSp add mod modAnim modNotesTx">
        <pc:chgData name="Casey Mulligan" userId="b1a7e7a662de0c22" providerId="LiveId" clId="{7188AF45-8E6A-7846-82A5-763D0541C6AA}" dt="2023-03-22T09:30:57.693" v="6261" actId="20577"/>
        <pc:sldMkLst>
          <pc:docMk/>
          <pc:sldMk cId="1372865498" sldId="478"/>
        </pc:sldMkLst>
        <pc:spChg chg="mod">
          <ac:chgData name="Casey Mulligan" userId="b1a7e7a662de0c22" providerId="LiveId" clId="{7188AF45-8E6A-7846-82A5-763D0541C6AA}" dt="2023-03-22T09:30:57.693" v="6261" actId="20577"/>
          <ac:spMkLst>
            <pc:docMk/>
            <pc:sldMk cId="1372865498" sldId="478"/>
            <ac:spMk id="18435" creationId="{00000000-0000-0000-0000-000000000000}"/>
          </ac:spMkLst>
        </pc:spChg>
        <pc:spChg chg="mod">
          <ac:chgData name="Casey Mulligan" userId="b1a7e7a662de0c22" providerId="LiveId" clId="{7188AF45-8E6A-7846-82A5-763D0541C6AA}" dt="2023-03-21T08:53:37.838" v="5095" actId="20577"/>
          <ac:spMkLst>
            <pc:docMk/>
            <pc:sldMk cId="1372865498" sldId="478"/>
            <ac:spMk id="21506" creationId="{00000000-0000-0000-0000-000000000000}"/>
          </ac:spMkLst>
        </pc:spChg>
      </pc:sldChg>
      <pc:sldChg chg="addSp delSp modSp add mod ord delAnim modAnim modNotesTx">
        <pc:chgData name="Casey Mulligan" userId="b1a7e7a662de0c22" providerId="LiveId" clId="{7188AF45-8E6A-7846-82A5-763D0541C6AA}" dt="2023-03-25T18:24:59.148" v="6474" actId="20577"/>
        <pc:sldMkLst>
          <pc:docMk/>
          <pc:sldMk cId="1546605216" sldId="479"/>
        </pc:sldMkLst>
        <pc:spChg chg="del">
          <ac:chgData name="Casey Mulligan" userId="b1a7e7a662de0c22" providerId="LiveId" clId="{7188AF45-8E6A-7846-82A5-763D0541C6AA}" dt="2023-03-21T09:05:04.761" v="6035" actId="478"/>
          <ac:spMkLst>
            <pc:docMk/>
            <pc:sldMk cId="1546605216" sldId="479"/>
            <ac:spMk id="3" creationId="{1CA5CCC9-3273-8555-E349-980C951BDC41}"/>
          </ac:spMkLst>
        </pc:spChg>
        <pc:spChg chg="del">
          <ac:chgData name="Casey Mulligan" userId="b1a7e7a662de0c22" providerId="LiveId" clId="{7188AF45-8E6A-7846-82A5-763D0541C6AA}" dt="2023-03-21T09:04:58.486" v="6034" actId="478"/>
          <ac:spMkLst>
            <pc:docMk/>
            <pc:sldMk cId="1546605216" sldId="479"/>
            <ac:spMk id="8" creationId="{B4310574-110A-5820-58CD-AF93E6B5B845}"/>
          </ac:spMkLst>
        </pc:spChg>
        <pc:spChg chg="mod">
          <ac:chgData name="Casey Mulligan" userId="b1a7e7a662de0c22" providerId="LiveId" clId="{7188AF45-8E6A-7846-82A5-763D0541C6AA}" dt="2023-03-21T09:03:16.263" v="5939" actId="20577"/>
          <ac:spMkLst>
            <pc:docMk/>
            <pc:sldMk cId="1546605216" sldId="479"/>
            <ac:spMk id="9" creationId="{05BBD851-E76B-404D-BFF0-D8BBF37466DF}"/>
          </ac:spMkLst>
        </pc:spChg>
        <pc:spChg chg="del">
          <ac:chgData name="Casey Mulligan" userId="b1a7e7a662de0c22" providerId="LiveId" clId="{7188AF45-8E6A-7846-82A5-763D0541C6AA}" dt="2023-03-21T09:04:15.800" v="5952" actId="478"/>
          <ac:spMkLst>
            <pc:docMk/>
            <pc:sldMk cId="1546605216" sldId="479"/>
            <ac:spMk id="11" creationId="{BC5C56BE-9E05-56E1-3735-33A468919DFD}"/>
          </ac:spMkLst>
        </pc:spChg>
        <pc:spChg chg="add mod">
          <ac:chgData name="Casey Mulligan" userId="b1a7e7a662de0c22" providerId="LiveId" clId="{7188AF45-8E6A-7846-82A5-763D0541C6AA}" dt="2023-03-21T09:05:57.787" v="6038"/>
          <ac:spMkLst>
            <pc:docMk/>
            <pc:sldMk cId="1546605216" sldId="479"/>
            <ac:spMk id="12" creationId="{F8FD9D39-3458-0B63-5267-8E8B2FD0F2D2}"/>
          </ac:spMkLst>
        </pc:spChg>
        <pc:spChg chg="del">
          <ac:chgData name="Casey Mulligan" userId="b1a7e7a662de0c22" providerId="LiveId" clId="{7188AF45-8E6A-7846-82A5-763D0541C6AA}" dt="2023-03-21T09:04:50.487" v="6032" actId="478"/>
          <ac:spMkLst>
            <pc:docMk/>
            <pc:sldMk cId="1546605216" sldId="479"/>
            <ac:spMk id="13" creationId="{D4B03FBF-D8F1-3FE2-3A51-DE3531865B02}"/>
          </ac:spMkLst>
        </pc:spChg>
        <pc:spChg chg="del">
          <ac:chgData name="Casey Mulligan" userId="b1a7e7a662de0c22" providerId="LiveId" clId="{7188AF45-8E6A-7846-82A5-763D0541C6AA}" dt="2023-03-21T09:06:21.950" v="6040" actId="478"/>
          <ac:spMkLst>
            <pc:docMk/>
            <pc:sldMk cId="1546605216" sldId="479"/>
            <ac:spMk id="18" creationId="{EA5931E0-6875-FE3B-8E12-6588554E85A3}"/>
          </ac:spMkLst>
        </pc:spChg>
        <pc:spChg chg="del">
          <ac:chgData name="Casey Mulligan" userId="b1a7e7a662de0c22" providerId="LiveId" clId="{7188AF45-8E6A-7846-82A5-763D0541C6AA}" dt="2023-03-21T09:06:19.783" v="6039" actId="478"/>
          <ac:spMkLst>
            <pc:docMk/>
            <pc:sldMk cId="1546605216" sldId="479"/>
            <ac:spMk id="21" creationId="{E91550DE-19C5-54A7-1DA8-C210A47E9421}"/>
          </ac:spMkLst>
        </pc:spChg>
        <pc:spChg chg="del">
          <ac:chgData name="Casey Mulligan" userId="b1a7e7a662de0c22" providerId="LiveId" clId="{7188AF45-8E6A-7846-82A5-763D0541C6AA}" dt="2023-03-21T09:05:04.761" v="6035" actId="478"/>
          <ac:spMkLst>
            <pc:docMk/>
            <pc:sldMk cId="1546605216" sldId="479"/>
            <ac:spMk id="22" creationId="{B273E429-4A99-CE77-B349-0DE2DF0136B6}"/>
          </ac:spMkLst>
        </pc:spChg>
        <pc:spChg chg="del">
          <ac:chgData name="Casey Mulligan" userId="b1a7e7a662de0c22" providerId="LiveId" clId="{7188AF45-8E6A-7846-82A5-763D0541C6AA}" dt="2023-03-21T09:04:54.349" v="6033" actId="478"/>
          <ac:spMkLst>
            <pc:docMk/>
            <pc:sldMk cId="1546605216" sldId="479"/>
            <ac:spMk id="27" creationId="{CC98C9D7-BC3C-8D1C-5B4A-C170A1A653DE}"/>
          </ac:spMkLst>
        </pc:spChg>
        <pc:spChg chg="del">
          <ac:chgData name="Casey Mulligan" userId="b1a7e7a662de0c22" providerId="LiveId" clId="{7188AF45-8E6A-7846-82A5-763D0541C6AA}" dt="2023-03-21T09:04:48.262" v="6031" actId="478"/>
          <ac:spMkLst>
            <pc:docMk/>
            <pc:sldMk cId="1546605216" sldId="479"/>
            <ac:spMk id="28" creationId="{98390A52-EDF6-BAAE-61B9-835C593339D3}"/>
          </ac:spMkLst>
        </pc:spChg>
        <pc:spChg chg="del">
          <ac:chgData name="Casey Mulligan" userId="b1a7e7a662de0c22" providerId="LiveId" clId="{7188AF45-8E6A-7846-82A5-763D0541C6AA}" dt="2023-03-21T09:04:15.800" v="5952" actId="478"/>
          <ac:spMkLst>
            <pc:docMk/>
            <pc:sldMk cId="1546605216" sldId="479"/>
            <ac:spMk id="29" creationId="{3544750D-7C25-7FFB-29B5-75025A6F582C}"/>
          </ac:spMkLst>
        </pc:spChg>
        <pc:spChg chg="del">
          <ac:chgData name="Casey Mulligan" userId="b1a7e7a662de0c22" providerId="LiveId" clId="{7188AF45-8E6A-7846-82A5-763D0541C6AA}" dt="2023-03-21T09:05:08.517" v="6036" actId="478"/>
          <ac:spMkLst>
            <pc:docMk/>
            <pc:sldMk cId="1546605216" sldId="479"/>
            <ac:spMk id="30" creationId="{8DDE63C7-12C9-3458-9EC8-F85F65D26115}"/>
          </ac:spMkLst>
        </pc:spChg>
        <pc:spChg chg="add mod">
          <ac:chgData name="Casey Mulligan" userId="b1a7e7a662de0c22" providerId="LiveId" clId="{7188AF45-8E6A-7846-82A5-763D0541C6AA}" dt="2023-03-21T09:08:27.020" v="6106" actId="1076"/>
          <ac:spMkLst>
            <pc:docMk/>
            <pc:sldMk cId="1546605216" sldId="479"/>
            <ac:spMk id="31" creationId="{78D27D2A-5B52-93ED-A6AC-3FC7D8005076}"/>
          </ac:spMkLst>
        </pc:spChg>
        <pc:spChg chg="del">
          <ac:chgData name="Casey Mulligan" userId="b1a7e7a662de0c22" providerId="LiveId" clId="{7188AF45-8E6A-7846-82A5-763D0541C6AA}" dt="2023-03-21T09:05:04.761" v="6035" actId="478"/>
          <ac:spMkLst>
            <pc:docMk/>
            <pc:sldMk cId="1546605216" sldId="479"/>
            <ac:spMk id="32" creationId="{D08772C4-43C8-B4B5-DC14-A7242AB62FCA}"/>
          </ac:spMkLst>
        </pc:spChg>
        <pc:spChg chg="del">
          <ac:chgData name="Casey Mulligan" userId="b1a7e7a662de0c22" providerId="LiveId" clId="{7188AF45-8E6A-7846-82A5-763D0541C6AA}" dt="2023-03-21T09:05:04.761" v="6035" actId="478"/>
          <ac:spMkLst>
            <pc:docMk/>
            <pc:sldMk cId="1546605216" sldId="479"/>
            <ac:spMk id="33" creationId="{E85CFCA1-4ABA-C64A-76A5-D917EEF27141}"/>
          </ac:spMkLst>
        </pc:spChg>
        <pc:spChg chg="add mod">
          <ac:chgData name="Casey Mulligan" userId="b1a7e7a662de0c22" providerId="LiveId" clId="{7188AF45-8E6A-7846-82A5-763D0541C6AA}" dt="2023-03-21T09:08:34.927" v="6108" actId="1076"/>
          <ac:spMkLst>
            <pc:docMk/>
            <pc:sldMk cId="1546605216" sldId="479"/>
            <ac:spMk id="34" creationId="{9FBB3789-8BB1-6322-7952-17F947E97D82}"/>
          </ac:spMkLst>
        </pc:spChg>
        <pc:spChg chg="add mod">
          <ac:chgData name="Casey Mulligan" userId="b1a7e7a662de0c22" providerId="LiveId" clId="{7188AF45-8E6A-7846-82A5-763D0541C6AA}" dt="2023-03-21T09:08:58.974" v="6112" actId="1076"/>
          <ac:spMkLst>
            <pc:docMk/>
            <pc:sldMk cId="1546605216" sldId="479"/>
            <ac:spMk id="37" creationId="{FFDAFF7C-14A2-7792-FB58-AAA71A5E5ABB}"/>
          </ac:spMkLst>
        </pc:spChg>
        <pc:spChg chg="del">
          <ac:chgData name="Casey Mulligan" userId="b1a7e7a662de0c22" providerId="LiveId" clId="{7188AF45-8E6A-7846-82A5-763D0541C6AA}" dt="2023-03-21T09:03:45.006" v="5951" actId="478"/>
          <ac:spMkLst>
            <pc:docMk/>
            <pc:sldMk cId="1546605216" sldId="479"/>
            <ac:spMk id="38" creationId="{FE48D0FC-EB88-74CF-1775-14BC9382DB57}"/>
          </ac:spMkLst>
        </pc:spChg>
        <pc:spChg chg="add mod">
          <ac:chgData name="Casey Mulligan" userId="b1a7e7a662de0c22" providerId="LiveId" clId="{7188AF45-8E6A-7846-82A5-763D0541C6AA}" dt="2023-03-21T09:10:05.396" v="6118" actId="1076"/>
          <ac:spMkLst>
            <pc:docMk/>
            <pc:sldMk cId="1546605216" sldId="479"/>
            <ac:spMk id="39" creationId="{69D91DCF-4089-CEF8-D3E3-D5629F9B731B}"/>
          </ac:spMkLst>
        </pc:spChg>
        <pc:spChg chg="add mod">
          <ac:chgData name="Casey Mulligan" userId="b1a7e7a662de0c22" providerId="LiveId" clId="{7188AF45-8E6A-7846-82A5-763D0541C6AA}" dt="2023-03-22T09:31:58.593" v="6263" actId="255"/>
          <ac:spMkLst>
            <pc:docMk/>
            <pc:sldMk cId="1546605216" sldId="479"/>
            <ac:spMk id="40" creationId="{90AB615B-AD0F-AB17-A9A3-66A4BC7C4CDB}"/>
          </ac:spMkLst>
        </pc:spChg>
        <pc:spChg chg="add mod">
          <ac:chgData name="Casey Mulligan" userId="b1a7e7a662de0c22" providerId="LiveId" clId="{7188AF45-8E6A-7846-82A5-763D0541C6AA}" dt="2023-03-22T09:32:43.916" v="6266" actId="14100"/>
          <ac:spMkLst>
            <pc:docMk/>
            <pc:sldMk cId="1546605216" sldId="479"/>
            <ac:spMk id="41" creationId="{C1258F42-CD9B-0951-1756-82477DA58137}"/>
          </ac:spMkLst>
        </pc:spChg>
        <pc:spChg chg="add del mod">
          <ac:chgData name="Casey Mulligan" userId="b1a7e7a662de0c22" providerId="LiveId" clId="{7188AF45-8E6A-7846-82A5-763D0541C6AA}" dt="2023-03-22T09:32:51.827" v="6268"/>
          <ac:spMkLst>
            <pc:docMk/>
            <pc:sldMk cId="1546605216" sldId="479"/>
            <ac:spMk id="42" creationId="{D4412620-9867-8340-AA2A-B3341749D714}"/>
          </ac:spMkLst>
        </pc:spChg>
        <pc:spChg chg="add mod">
          <ac:chgData name="Casey Mulligan" userId="b1a7e7a662de0c22" providerId="LiveId" clId="{7188AF45-8E6A-7846-82A5-763D0541C6AA}" dt="2023-03-22T09:33:47.877" v="6299" actId="14100"/>
          <ac:spMkLst>
            <pc:docMk/>
            <pc:sldMk cId="1546605216" sldId="479"/>
            <ac:spMk id="43" creationId="{67FFD0B0-8BDE-8DCF-0626-1F73E2B69452}"/>
          </ac:spMkLst>
        </pc:spChg>
        <pc:spChg chg="mod">
          <ac:chgData name="Casey Mulligan" userId="b1a7e7a662de0c22" providerId="LiveId" clId="{7188AF45-8E6A-7846-82A5-763D0541C6AA}" dt="2023-03-21T09:03:34.990" v="5949" actId="20577"/>
          <ac:spMkLst>
            <pc:docMk/>
            <pc:sldMk cId="1546605216" sldId="479"/>
            <ac:spMk id="61" creationId="{81443991-451D-8142-AC87-B3FEC91C4F34}"/>
          </ac:spMkLst>
        </pc:spChg>
      </pc:sldChg>
    </pc:docChg>
  </pc:docChgLst>
  <pc:docChgLst>
    <pc:chgData name="Casey Mulligan" userId="b1a7e7a662de0c22" providerId="LiveId" clId="{5774B7A2-EFCC-2E4E-8121-7371531D657C}"/>
    <pc:docChg chg="undo custSel addSld delSld modSld delMainMaster">
      <pc:chgData name="Casey Mulligan" userId="b1a7e7a662de0c22" providerId="LiveId" clId="{5774B7A2-EFCC-2E4E-8121-7371531D657C}" dt="2019-09-27T21:05:24.436" v="1623"/>
      <pc:docMkLst>
        <pc:docMk/>
      </pc:docMkLst>
      <pc:sldChg chg="modSp">
        <pc:chgData name="Casey Mulligan" userId="b1a7e7a662de0c22" providerId="LiveId" clId="{5774B7A2-EFCC-2E4E-8121-7371531D657C}" dt="2019-09-27T19:43:02.573" v="27" actId="20577"/>
        <pc:sldMkLst>
          <pc:docMk/>
          <pc:sldMk cId="0" sldId="266"/>
        </pc:sldMkLst>
        <pc:spChg chg="mod">
          <ac:chgData name="Casey Mulligan" userId="b1a7e7a662de0c22" providerId="LiveId" clId="{5774B7A2-EFCC-2E4E-8121-7371531D657C}" dt="2019-09-27T19:43:02.573" v="27" actId="20577"/>
          <ac:spMkLst>
            <pc:docMk/>
            <pc:sldMk cId="0" sldId="266"/>
            <ac:spMk id="19459" creationId="{00000000-0000-0000-0000-000000000000}"/>
          </ac:spMkLst>
        </pc:spChg>
      </pc:sldChg>
      <pc:sldChg chg="modSp modAnim modNotesTx">
        <pc:chgData name="Casey Mulligan" userId="b1a7e7a662de0c22" providerId="LiveId" clId="{5774B7A2-EFCC-2E4E-8121-7371531D657C}" dt="2019-09-27T21:05:01.912" v="1619"/>
        <pc:sldMkLst>
          <pc:docMk/>
          <pc:sldMk cId="0" sldId="267"/>
        </pc:sldMkLst>
        <pc:spChg chg="mod">
          <ac:chgData name="Casey Mulligan" userId="b1a7e7a662de0c22" providerId="LiveId" clId="{5774B7A2-EFCC-2E4E-8121-7371531D657C}" dt="2019-09-27T20:44:44.129" v="1346" actId="6549"/>
          <ac:spMkLst>
            <pc:docMk/>
            <pc:sldMk cId="0" sldId="267"/>
            <ac:spMk id="18435" creationId="{00000000-0000-0000-0000-000000000000}"/>
          </ac:spMkLst>
        </pc:spChg>
        <pc:spChg chg="mod">
          <ac:chgData name="Casey Mulligan" userId="b1a7e7a662de0c22" providerId="LiveId" clId="{5774B7A2-EFCC-2E4E-8121-7371531D657C}" dt="2019-09-27T19:48:00.851" v="210" actId="6549"/>
          <ac:spMkLst>
            <pc:docMk/>
            <pc:sldMk cId="0" sldId="267"/>
            <ac:spMk id="21506" creationId="{00000000-0000-0000-0000-000000000000}"/>
          </ac:spMkLst>
        </pc:spChg>
      </pc:sldChg>
      <pc:sldChg chg="modSp modAnim">
        <pc:chgData name="Casey Mulligan" userId="b1a7e7a662de0c22" providerId="LiveId" clId="{5774B7A2-EFCC-2E4E-8121-7371531D657C}" dt="2019-09-27T21:05:10.737" v="1620"/>
        <pc:sldMkLst>
          <pc:docMk/>
          <pc:sldMk cId="4276617165" sldId="334"/>
        </pc:sldMkLst>
        <pc:spChg chg="mod">
          <ac:chgData name="Casey Mulligan" userId="b1a7e7a662de0c22" providerId="LiveId" clId="{5774B7A2-EFCC-2E4E-8121-7371531D657C}" dt="2019-09-27T19:58:49.211" v="925" actId="20577"/>
          <ac:spMkLst>
            <pc:docMk/>
            <pc:sldMk cId="4276617165" sldId="334"/>
            <ac:spMk id="18435" creationId="{00000000-0000-0000-0000-000000000000}"/>
          </ac:spMkLst>
        </pc:spChg>
        <pc:spChg chg="mod">
          <ac:chgData name="Casey Mulligan" userId="b1a7e7a662de0c22" providerId="LiveId" clId="{5774B7A2-EFCC-2E4E-8121-7371531D657C}" dt="2019-09-27T19:48:36.716" v="254" actId="20577"/>
          <ac:spMkLst>
            <pc:docMk/>
            <pc:sldMk cId="4276617165" sldId="334"/>
            <ac:spMk id="21506" creationId="{00000000-0000-0000-0000-000000000000}"/>
          </ac:spMkLst>
        </pc:spChg>
      </pc:sldChg>
      <pc:sldChg chg="modSp add modAnim">
        <pc:chgData name="Casey Mulligan" userId="b1a7e7a662de0c22" providerId="LiveId" clId="{5774B7A2-EFCC-2E4E-8121-7371531D657C}" dt="2019-09-27T21:05:24.436" v="1623"/>
        <pc:sldMkLst>
          <pc:docMk/>
          <pc:sldMk cId="421186318" sldId="335"/>
        </pc:sldMkLst>
        <pc:spChg chg="mod">
          <ac:chgData name="Casey Mulligan" userId="b1a7e7a662de0c22" providerId="LiveId" clId="{5774B7A2-EFCC-2E4E-8121-7371531D657C}" dt="2019-09-27T20:50:20.872" v="1618" actId="20577"/>
          <ac:spMkLst>
            <pc:docMk/>
            <pc:sldMk cId="421186318" sldId="335"/>
            <ac:spMk id="18435" creationId="{00000000-0000-0000-0000-000000000000}"/>
          </ac:spMkLst>
        </pc:spChg>
        <pc:spChg chg="mod">
          <ac:chgData name="Casey Mulligan" userId="b1a7e7a662de0c22" providerId="LiveId" clId="{5774B7A2-EFCC-2E4E-8121-7371531D657C}" dt="2019-09-27T20:18:44.915" v="1045" actId="20577"/>
          <ac:spMkLst>
            <pc:docMk/>
            <pc:sldMk cId="421186318" sldId="335"/>
            <ac:spMk id="21506" creationId="{00000000-0000-0000-0000-000000000000}"/>
          </ac:spMkLst>
        </pc:spChg>
      </pc:sldChg>
      <pc:sldChg chg="modSp add">
        <pc:chgData name="Casey Mulligan" userId="b1a7e7a662de0c22" providerId="LiveId" clId="{5774B7A2-EFCC-2E4E-8121-7371531D657C}" dt="2019-09-27T20:43:34.437" v="1328" actId="20577"/>
        <pc:sldMkLst>
          <pc:docMk/>
          <pc:sldMk cId="2923918630" sldId="336"/>
        </pc:sldMkLst>
        <pc:spChg chg="mod">
          <ac:chgData name="Casey Mulligan" userId="b1a7e7a662de0c22" providerId="LiveId" clId="{5774B7A2-EFCC-2E4E-8121-7371531D657C}" dt="2019-09-27T20:43:34.437" v="1328" actId="20577"/>
          <ac:spMkLst>
            <pc:docMk/>
            <pc:sldMk cId="2923918630" sldId="336"/>
            <ac:spMk id="18435" creationId="{00000000-0000-0000-0000-000000000000}"/>
          </ac:spMkLst>
        </pc:spChg>
        <pc:spChg chg="mod">
          <ac:chgData name="Casey Mulligan" userId="b1a7e7a662de0c22" providerId="LiveId" clId="{5774B7A2-EFCC-2E4E-8121-7371531D657C}" dt="2019-09-27T20:41:37.888" v="1186" actId="20577"/>
          <ac:spMkLst>
            <pc:docMk/>
            <pc:sldMk cId="2923918630" sldId="336"/>
            <ac:spMk id="21506" creationId="{00000000-0000-0000-0000-000000000000}"/>
          </ac:spMkLst>
        </pc:spChg>
      </pc:sldChg>
    </pc:docChg>
  </pc:docChgLst>
  <pc:docChgLst>
    <pc:chgData name="Casey Mulligan" userId="b1a7e7a662de0c22" providerId="LiveId" clId="{701DB885-4157-674C-8D9F-C88EAF2BE6E8}"/>
    <pc:docChg chg="custSel addSld modSld">
      <pc:chgData name="Casey Mulligan" userId="b1a7e7a662de0c22" providerId="LiveId" clId="{701DB885-4157-674C-8D9F-C88EAF2BE6E8}" dt="2021-10-27T19:43:13.210" v="175"/>
      <pc:docMkLst>
        <pc:docMk/>
      </pc:docMkLst>
      <pc:sldChg chg="add">
        <pc:chgData name="Casey Mulligan" userId="b1a7e7a662de0c22" providerId="LiveId" clId="{701DB885-4157-674C-8D9F-C88EAF2BE6E8}" dt="2021-10-27T19:43:13.210" v="175"/>
        <pc:sldMkLst>
          <pc:docMk/>
          <pc:sldMk cId="3213882515" sldId="296"/>
        </pc:sldMkLst>
      </pc:sldChg>
      <pc:sldChg chg="mod modShow">
        <pc:chgData name="Casey Mulligan" userId="b1a7e7a662de0c22" providerId="LiveId" clId="{701DB885-4157-674C-8D9F-C88EAF2BE6E8}" dt="2021-10-27T19:40:31.592" v="53" actId="729"/>
        <pc:sldMkLst>
          <pc:docMk/>
          <pc:sldMk cId="3628679868" sldId="331"/>
        </pc:sldMkLst>
      </pc:sldChg>
      <pc:sldChg chg="modNotesTx">
        <pc:chgData name="Casey Mulligan" userId="b1a7e7a662de0c22" providerId="LiveId" clId="{701DB885-4157-674C-8D9F-C88EAF2BE6E8}" dt="2021-10-27T19:41:37.276" v="173" actId="20577"/>
        <pc:sldMkLst>
          <pc:docMk/>
          <pc:sldMk cId="421186318" sldId="335"/>
        </pc:sldMkLst>
      </pc:sldChg>
      <pc:sldChg chg="modSp mod">
        <pc:chgData name="Casey Mulligan" userId="b1a7e7a662de0c22" providerId="LiveId" clId="{701DB885-4157-674C-8D9F-C88EAF2BE6E8}" dt="2021-10-27T19:39:18.361" v="37" actId="20577"/>
        <pc:sldMkLst>
          <pc:docMk/>
          <pc:sldMk cId="1825133553" sldId="344"/>
        </pc:sldMkLst>
        <pc:spChg chg="mod">
          <ac:chgData name="Casey Mulligan" userId="b1a7e7a662de0c22" providerId="LiveId" clId="{701DB885-4157-674C-8D9F-C88EAF2BE6E8}" dt="2021-10-27T19:39:18.361" v="37" actId="20577"/>
          <ac:spMkLst>
            <pc:docMk/>
            <pc:sldMk cId="1825133553" sldId="344"/>
            <ac:spMk id="18435" creationId="{00000000-0000-0000-0000-000000000000}"/>
          </ac:spMkLst>
        </pc:spChg>
      </pc:sldChg>
      <pc:sldChg chg="modSp mod">
        <pc:chgData name="Casey Mulligan" userId="b1a7e7a662de0c22" providerId="LiveId" clId="{701DB885-4157-674C-8D9F-C88EAF2BE6E8}" dt="2021-10-27T19:39:28.071" v="41"/>
        <pc:sldMkLst>
          <pc:docMk/>
          <pc:sldMk cId="795539793" sldId="345"/>
        </pc:sldMkLst>
        <pc:spChg chg="mod">
          <ac:chgData name="Casey Mulligan" userId="b1a7e7a662de0c22" providerId="LiveId" clId="{701DB885-4157-674C-8D9F-C88EAF2BE6E8}" dt="2021-10-27T19:39:28.071" v="41"/>
          <ac:spMkLst>
            <pc:docMk/>
            <pc:sldMk cId="795539793" sldId="345"/>
            <ac:spMk id="18435" creationId="{00000000-0000-0000-0000-000000000000}"/>
          </ac:spMkLst>
        </pc:spChg>
      </pc:sldChg>
      <pc:sldChg chg="modSp mod">
        <pc:chgData name="Casey Mulligan" userId="b1a7e7a662de0c22" providerId="LiveId" clId="{701DB885-4157-674C-8D9F-C88EAF2BE6E8}" dt="2021-10-27T19:39:36.398" v="45"/>
        <pc:sldMkLst>
          <pc:docMk/>
          <pc:sldMk cId="3521485154" sldId="346"/>
        </pc:sldMkLst>
        <pc:spChg chg="mod">
          <ac:chgData name="Casey Mulligan" userId="b1a7e7a662de0c22" providerId="LiveId" clId="{701DB885-4157-674C-8D9F-C88EAF2BE6E8}" dt="2021-10-27T19:39:36.398" v="45"/>
          <ac:spMkLst>
            <pc:docMk/>
            <pc:sldMk cId="3521485154" sldId="346"/>
            <ac:spMk id="18435" creationId="{00000000-0000-0000-0000-000000000000}"/>
          </ac:spMkLst>
        </pc:spChg>
      </pc:sldChg>
      <pc:sldChg chg="modSp mod">
        <pc:chgData name="Casey Mulligan" userId="b1a7e7a662de0c22" providerId="LiveId" clId="{701DB885-4157-674C-8D9F-C88EAF2BE6E8}" dt="2021-10-27T19:39:45.212" v="49"/>
        <pc:sldMkLst>
          <pc:docMk/>
          <pc:sldMk cId="1762999413" sldId="347"/>
        </pc:sldMkLst>
        <pc:spChg chg="mod">
          <ac:chgData name="Casey Mulligan" userId="b1a7e7a662de0c22" providerId="LiveId" clId="{701DB885-4157-674C-8D9F-C88EAF2BE6E8}" dt="2021-10-27T19:39:45.212" v="49"/>
          <ac:spMkLst>
            <pc:docMk/>
            <pc:sldMk cId="1762999413" sldId="347"/>
            <ac:spMk id="18435" creationId="{00000000-0000-0000-0000-000000000000}"/>
          </ac:spMkLst>
        </pc:spChg>
      </pc:sldChg>
      <pc:sldChg chg="modSp add mod">
        <pc:chgData name="Casey Mulligan" userId="b1a7e7a662de0c22" providerId="LiveId" clId="{701DB885-4157-674C-8D9F-C88EAF2BE6E8}" dt="2021-10-27T19:40:09.062" v="52" actId="207"/>
        <pc:sldMkLst>
          <pc:docMk/>
          <pc:sldMk cId="1027104541" sldId="348"/>
        </pc:sldMkLst>
        <pc:spChg chg="mod">
          <ac:chgData name="Casey Mulligan" userId="b1a7e7a662de0c22" providerId="LiveId" clId="{701DB885-4157-674C-8D9F-C88EAF2BE6E8}" dt="2021-10-27T19:40:09.062" v="52" actId="207"/>
          <ac:spMkLst>
            <pc:docMk/>
            <pc:sldMk cId="1027104541" sldId="348"/>
            <ac:spMk id="18435" creationId="{00000000-0000-0000-0000-000000000000}"/>
          </ac:spMkLst>
        </pc:spChg>
      </pc:sldChg>
      <pc:sldChg chg="add">
        <pc:chgData name="Casey Mulligan" userId="b1a7e7a662de0c22" providerId="LiveId" clId="{701DB885-4157-674C-8D9F-C88EAF2BE6E8}" dt="2021-10-27T19:42:29.285" v="174"/>
        <pc:sldMkLst>
          <pc:docMk/>
          <pc:sldMk cId="1992052758" sldId="349"/>
        </pc:sldMkLst>
      </pc:sldChg>
      <pc:sldChg chg="add">
        <pc:chgData name="Casey Mulligan" userId="b1a7e7a662de0c22" providerId="LiveId" clId="{701DB885-4157-674C-8D9F-C88EAF2BE6E8}" dt="2021-10-27T19:43:13.210" v="175"/>
        <pc:sldMkLst>
          <pc:docMk/>
          <pc:sldMk cId="4174265879" sldId="351"/>
        </pc:sldMkLst>
      </pc:sldChg>
      <pc:sldChg chg="add">
        <pc:chgData name="Casey Mulligan" userId="b1a7e7a662de0c22" providerId="LiveId" clId="{701DB885-4157-674C-8D9F-C88EAF2BE6E8}" dt="2021-10-27T19:43:13.210" v="175"/>
        <pc:sldMkLst>
          <pc:docMk/>
          <pc:sldMk cId="135117050" sldId="352"/>
        </pc:sldMkLst>
      </pc:sldChg>
      <pc:sldChg chg="add">
        <pc:chgData name="Casey Mulligan" userId="b1a7e7a662de0c22" providerId="LiveId" clId="{701DB885-4157-674C-8D9F-C88EAF2BE6E8}" dt="2021-10-27T19:43:13.210" v="175"/>
        <pc:sldMkLst>
          <pc:docMk/>
          <pc:sldMk cId="803251054" sldId="353"/>
        </pc:sldMkLst>
      </pc:sldChg>
    </pc:docChg>
  </pc:docChgLst>
  <pc:docChgLst>
    <pc:chgData name="Casey Mulligan" userId="b1a7e7a662de0c22" providerId="LiveId" clId="{528BD1BE-EEE6-F44A-9939-4B97DB575E3D}"/>
    <pc:docChg chg="undo custSel modSld">
      <pc:chgData name="Casey Mulligan" userId="b1a7e7a662de0c22" providerId="LiveId" clId="{528BD1BE-EEE6-F44A-9939-4B97DB575E3D}" dt="2022-10-28T19:31:19.811" v="599" actId="20577"/>
      <pc:docMkLst>
        <pc:docMk/>
      </pc:docMkLst>
      <pc:sldChg chg="modNotesTx">
        <pc:chgData name="Casey Mulligan" userId="b1a7e7a662de0c22" providerId="LiveId" clId="{528BD1BE-EEE6-F44A-9939-4B97DB575E3D}" dt="2022-10-26T00:29:34.211" v="181" actId="20577"/>
        <pc:sldMkLst>
          <pc:docMk/>
          <pc:sldMk cId="0" sldId="267"/>
        </pc:sldMkLst>
      </pc:sldChg>
      <pc:sldChg chg="modSp modAnim">
        <pc:chgData name="Casey Mulligan" userId="b1a7e7a662de0c22" providerId="LiveId" clId="{528BD1BE-EEE6-F44A-9939-4B97DB575E3D}" dt="2022-10-26T00:49:31.240" v="344"/>
        <pc:sldMkLst>
          <pc:docMk/>
          <pc:sldMk cId="458016875" sldId="339"/>
        </pc:sldMkLst>
        <pc:spChg chg="mod">
          <ac:chgData name="Casey Mulligan" userId="b1a7e7a662de0c22" providerId="LiveId" clId="{528BD1BE-EEE6-F44A-9939-4B97DB575E3D}" dt="2022-10-26T00:48:58.954" v="343" actId="6549"/>
          <ac:spMkLst>
            <pc:docMk/>
            <pc:sldMk cId="458016875" sldId="339"/>
            <ac:spMk id="18435" creationId="{00000000-0000-0000-0000-000000000000}"/>
          </ac:spMkLst>
        </pc:spChg>
      </pc:sldChg>
      <pc:sldChg chg="modNotesTx">
        <pc:chgData name="Casey Mulligan" userId="b1a7e7a662de0c22" providerId="LiveId" clId="{528BD1BE-EEE6-F44A-9939-4B97DB575E3D}" dt="2022-10-28T19:31:19.811" v="599" actId="20577"/>
        <pc:sldMkLst>
          <pc:docMk/>
          <pc:sldMk cId="3451263255" sldId="343"/>
        </pc:sldMkLst>
      </pc:sldChg>
      <pc:sldChg chg="modNotesTx">
        <pc:chgData name="Casey Mulligan" userId="b1a7e7a662de0c22" providerId="LiveId" clId="{528BD1BE-EEE6-F44A-9939-4B97DB575E3D}" dt="2022-10-26T00:25:14.304" v="85" actId="20577"/>
        <pc:sldMkLst>
          <pc:docMk/>
          <pc:sldMk cId="2263729591" sldId="382"/>
        </pc:sldMkLst>
      </pc:sldChg>
      <pc:sldChg chg="modNotesTx">
        <pc:chgData name="Casey Mulligan" userId="b1a7e7a662de0c22" providerId="LiveId" clId="{528BD1BE-EEE6-F44A-9939-4B97DB575E3D}" dt="2022-10-28T19:31:03.093" v="563" actId="20577"/>
        <pc:sldMkLst>
          <pc:docMk/>
          <pc:sldMk cId="1573341006" sldId="384"/>
        </pc:sldMkLst>
      </pc:sldChg>
      <pc:sldChg chg="modNotesTx">
        <pc:chgData name="Casey Mulligan" userId="b1a7e7a662de0c22" providerId="LiveId" clId="{528BD1BE-EEE6-F44A-9939-4B97DB575E3D}" dt="2022-10-26T00:42:20.693" v="282"/>
        <pc:sldMkLst>
          <pc:docMk/>
          <pc:sldMk cId="2062015508" sldId="462"/>
        </pc:sldMkLst>
      </pc:sldChg>
    </pc:docChg>
  </pc:docChgLst>
  <pc:docChgLst>
    <pc:chgData name="Casey Mulligan" userId="b1a7e7a662de0c22" providerId="LiveId" clId="{608BC30F-EA2F-7944-AF8C-3B9ECC70EC8F}"/>
    <pc:docChg chg="custSel addSld delSld modSld sldOrd delMainMaster">
      <pc:chgData name="Casey Mulligan" userId="b1a7e7a662de0c22" providerId="LiveId" clId="{608BC30F-EA2F-7944-AF8C-3B9ECC70EC8F}" dt="2021-11-13T14:57:21.201" v="4394" actId="20577"/>
      <pc:docMkLst>
        <pc:docMk/>
      </pc:docMkLst>
      <pc:sldChg chg="del">
        <pc:chgData name="Casey Mulligan" userId="b1a7e7a662de0c22" providerId="LiveId" clId="{608BC30F-EA2F-7944-AF8C-3B9ECC70EC8F}" dt="2021-10-31T01:16:35.611" v="20" actId="2696"/>
        <pc:sldMkLst>
          <pc:docMk/>
          <pc:sldMk cId="0" sldId="266"/>
        </pc:sldMkLst>
      </pc:sldChg>
      <pc:sldChg chg="modSp modAnim">
        <pc:chgData name="Casey Mulligan" userId="b1a7e7a662de0c22" providerId="LiveId" clId="{608BC30F-EA2F-7944-AF8C-3B9ECC70EC8F}" dt="2021-11-12T20:02:05.669" v="4207"/>
        <pc:sldMkLst>
          <pc:docMk/>
          <pc:sldMk cId="0" sldId="267"/>
        </pc:sldMkLst>
        <pc:spChg chg="mod">
          <ac:chgData name="Casey Mulligan" userId="b1a7e7a662de0c22" providerId="LiveId" clId="{608BC30F-EA2F-7944-AF8C-3B9ECC70EC8F}" dt="2021-10-30T21:55:41.729" v="17" actId="20577"/>
          <ac:spMkLst>
            <pc:docMk/>
            <pc:sldMk cId="0" sldId="267"/>
            <ac:spMk id="18435" creationId="{00000000-0000-0000-0000-000000000000}"/>
          </ac:spMkLst>
        </pc:spChg>
      </pc:sldChg>
      <pc:sldChg chg="del">
        <pc:chgData name="Casey Mulligan" userId="b1a7e7a662de0c22" providerId="LiveId" clId="{608BC30F-EA2F-7944-AF8C-3B9ECC70EC8F}" dt="2021-10-31T01:19:36.968" v="60" actId="2696"/>
        <pc:sldMkLst>
          <pc:docMk/>
          <pc:sldMk cId="3213882515" sldId="296"/>
        </pc:sldMkLst>
      </pc:sldChg>
      <pc:sldChg chg="del">
        <pc:chgData name="Casey Mulligan" userId="b1a7e7a662de0c22" providerId="LiveId" clId="{608BC30F-EA2F-7944-AF8C-3B9ECC70EC8F}" dt="2021-10-31T01:17:44.922" v="57" actId="2696"/>
        <pc:sldMkLst>
          <pc:docMk/>
          <pc:sldMk cId="3628679868" sldId="331"/>
        </pc:sldMkLst>
      </pc:sldChg>
      <pc:sldChg chg="del">
        <pc:chgData name="Casey Mulligan" userId="b1a7e7a662de0c22" providerId="LiveId" clId="{608BC30F-EA2F-7944-AF8C-3B9ECC70EC8F}" dt="2021-10-31T01:18:23.474" v="58" actId="2696"/>
        <pc:sldMkLst>
          <pc:docMk/>
          <pc:sldMk cId="4276617165" sldId="334"/>
        </pc:sldMkLst>
      </pc:sldChg>
      <pc:sldChg chg="del">
        <pc:chgData name="Casey Mulligan" userId="b1a7e7a662de0c22" providerId="LiveId" clId="{608BC30F-EA2F-7944-AF8C-3B9ECC70EC8F}" dt="2021-10-31T01:18:26.185" v="59" actId="2696"/>
        <pc:sldMkLst>
          <pc:docMk/>
          <pc:sldMk cId="421186318" sldId="335"/>
        </pc:sldMkLst>
      </pc:sldChg>
      <pc:sldChg chg="modSp mod modAnim modNotesTx">
        <pc:chgData name="Casey Mulligan" userId="b1a7e7a662de0c22" providerId="LiveId" clId="{608BC30F-EA2F-7944-AF8C-3B9ECC70EC8F}" dt="2021-11-11T14:43:07.995" v="4206"/>
        <pc:sldMkLst>
          <pc:docMk/>
          <pc:sldMk cId="458016875" sldId="339"/>
        </pc:sldMkLst>
        <pc:spChg chg="mod">
          <ac:chgData name="Casey Mulligan" userId="b1a7e7a662de0c22" providerId="LiveId" clId="{608BC30F-EA2F-7944-AF8C-3B9ECC70EC8F}" dt="2021-10-31T02:36:28.286" v="1720" actId="14100"/>
          <ac:spMkLst>
            <pc:docMk/>
            <pc:sldMk cId="458016875" sldId="339"/>
            <ac:spMk id="18435" creationId="{00000000-0000-0000-0000-000000000000}"/>
          </ac:spMkLst>
        </pc:spChg>
        <pc:spChg chg="mod">
          <ac:chgData name="Casey Mulligan" userId="b1a7e7a662de0c22" providerId="LiveId" clId="{608BC30F-EA2F-7944-AF8C-3B9ECC70EC8F}" dt="2021-10-31T02:36:05.227" v="1703" actId="6549"/>
          <ac:spMkLst>
            <pc:docMk/>
            <pc:sldMk cId="458016875" sldId="339"/>
            <ac:spMk id="21506" creationId="{00000000-0000-0000-0000-000000000000}"/>
          </ac:spMkLst>
        </pc:spChg>
      </pc:sldChg>
      <pc:sldChg chg="del">
        <pc:chgData name="Casey Mulligan" userId="b1a7e7a662de0c22" providerId="LiveId" clId="{608BC30F-EA2F-7944-AF8C-3B9ECC70EC8F}" dt="2021-10-31T01:17:42.972" v="56" actId="2696"/>
        <pc:sldMkLst>
          <pc:docMk/>
          <pc:sldMk cId="892760988" sldId="342"/>
        </pc:sldMkLst>
      </pc:sldChg>
      <pc:sldChg chg="del">
        <pc:chgData name="Casey Mulligan" userId="b1a7e7a662de0c22" providerId="LiveId" clId="{608BC30F-EA2F-7944-AF8C-3B9ECC70EC8F}" dt="2021-10-31T01:19:36.968" v="60" actId="2696"/>
        <pc:sldMkLst>
          <pc:docMk/>
          <pc:sldMk cId="1825133553" sldId="344"/>
        </pc:sldMkLst>
      </pc:sldChg>
      <pc:sldChg chg="del">
        <pc:chgData name="Casey Mulligan" userId="b1a7e7a662de0c22" providerId="LiveId" clId="{608BC30F-EA2F-7944-AF8C-3B9ECC70EC8F}" dt="2021-10-31T01:19:36.968" v="60" actId="2696"/>
        <pc:sldMkLst>
          <pc:docMk/>
          <pc:sldMk cId="795539793" sldId="345"/>
        </pc:sldMkLst>
      </pc:sldChg>
      <pc:sldChg chg="del">
        <pc:chgData name="Casey Mulligan" userId="b1a7e7a662de0c22" providerId="LiveId" clId="{608BC30F-EA2F-7944-AF8C-3B9ECC70EC8F}" dt="2021-10-31T01:19:36.968" v="60" actId="2696"/>
        <pc:sldMkLst>
          <pc:docMk/>
          <pc:sldMk cId="3521485154" sldId="346"/>
        </pc:sldMkLst>
      </pc:sldChg>
      <pc:sldChg chg="del">
        <pc:chgData name="Casey Mulligan" userId="b1a7e7a662de0c22" providerId="LiveId" clId="{608BC30F-EA2F-7944-AF8C-3B9ECC70EC8F}" dt="2021-10-31T01:19:36.968" v="60" actId="2696"/>
        <pc:sldMkLst>
          <pc:docMk/>
          <pc:sldMk cId="1762999413" sldId="347"/>
        </pc:sldMkLst>
      </pc:sldChg>
      <pc:sldChg chg="del">
        <pc:chgData name="Casey Mulligan" userId="b1a7e7a662de0c22" providerId="LiveId" clId="{608BC30F-EA2F-7944-AF8C-3B9ECC70EC8F}" dt="2021-10-31T01:19:36.968" v="60" actId="2696"/>
        <pc:sldMkLst>
          <pc:docMk/>
          <pc:sldMk cId="1027104541" sldId="348"/>
        </pc:sldMkLst>
      </pc:sldChg>
      <pc:sldChg chg="del">
        <pc:chgData name="Casey Mulligan" userId="b1a7e7a662de0c22" providerId="LiveId" clId="{608BC30F-EA2F-7944-AF8C-3B9ECC70EC8F}" dt="2021-10-31T01:16:48.235" v="55" actId="2696"/>
        <pc:sldMkLst>
          <pc:docMk/>
          <pc:sldMk cId="1992052758" sldId="349"/>
        </pc:sldMkLst>
      </pc:sldChg>
      <pc:sldChg chg="del">
        <pc:chgData name="Casey Mulligan" userId="b1a7e7a662de0c22" providerId="LiveId" clId="{608BC30F-EA2F-7944-AF8C-3B9ECC70EC8F}" dt="2021-10-31T01:19:36.968" v="60" actId="2696"/>
        <pc:sldMkLst>
          <pc:docMk/>
          <pc:sldMk cId="4174265879" sldId="351"/>
        </pc:sldMkLst>
      </pc:sldChg>
      <pc:sldChg chg="del">
        <pc:chgData name="Casey Mulligan" userId="b1a7e7a662de0c22" providerId="LiveId" clId="{608BC30F-EA2F-7944-AF8C-3B9ECC70EC8F}" dt="2021-10-31T01:19:36.968" v="60" actId="2696"/>
        <pc:sldMkLst>
          <pc:docMk/>
          <pc:sldMk cId="135117050" sldId="352"/>
        </pc:sldMkLst>
      </pc:sldChg>
      <pc:sldChg chg="del">
        <pc:chgData name="Casey Mulligan" userId="b1a7e7a662de0c22" providerId="LiveId" clId="{608BC30F-EA2F-7944-AF8C-3B9ECC70EC8F}" dt="2021-10-31T01:19:36.968" v="60" actId="2696"/>
        <pc:sldMkLst>
          <pc:docMk/>
          <pc:sldMk cId="803251054" sldId="353"/>
        </pc:sldMkLst>
      </pc:sldChg>
      <pc:sldChg chg="addSp delSp modSp add mod modAnim modNotesTx">
        <pc:chgData name="Casey Mulligan" userId="b1a7e7a662de0c22" providerId="LiveId" clId="{608BC30F-EA2F-7944-AF8C-3B9ECC70EC8F}" dt="2021-11-13T14:51:11.380" v="4261" actId="313"/>
        <pc:sldMkLst>
          <pc:docMk/>
          <pc:sldMk cId="2263729591" sldId="382"/>
        </pc:sldMkLst>
        <pc:spChg chg="del">
          <ac:chgData name="Casey Mulligan" userId="b1a7e7a662de0c22" providerId="LiveId" clId="{608BC30F-EA2F-7944-AF8C-3B9ECC70EC8F}" dt="2021-10-31T02:00:44.317" v="886" actId="478"/>
          <ac:spMkLst>
            <pc:docMk/>
            <pc:sldMk cId="2263729591" sldId="382"/>
            <ac:spMk id="32" creationId="{3D01A546-0BAD-2947-B093-66EE7D7BB3D1}"/>
          </ac:spMkLst>
        </pc:spChg>
        <pc:spChg chg="del">
          <ac:chgData name="Casey Mulligan" userId="b1a7e7a662de0c22" providerId="LiveId" clId="{608BC30F-EA2F-7944-AF8C-3B9ECC70EC8F}" dt="2021-10-31T02:00:44.317" v="886" actId="478"/>
          <ac:spMkLst>
            <pc:docMk/>
            <pc:sldMk cId="2263729591" sldId="382"/>
            <ac:spMk id="36" creationId="{1A6A0A21-38FA-754D-988D-9AB1787E03AF}"/>
          </ac:spMkLst>
        </pc:spChg>
        <pc:spChg chg="del">
          <ac:chgData name="Casey Mulligan" userId="b1a7e7a662de0c22" providerId="LiveId" clId="{608BC30F-EA2F-7944-AF8C-3B9ECC70EC8F}" dt="2021-10-31T02:00:29.341" v="882" actId="478"/>
          <ac:spMkLst>
            <pc:docMk/>
            <pc:sldMk cId="2263729591" sldId="382"/>
            <ac:spMk id="38" creationId="{DA234365-0D5A-1C44-98C1-F3D1F5A94D8D}"/>
          </ac:spMkLst>
        </pc:spChg>
        <pc:spChg chg="add mod">
          <ac:chgData name="Casey Mulligan" userId="b1a7e7a662de0c22" providerId="LiveId" clId="{608BC30F-EA2F-7944-AF8C-3B9ECC70EC8F}" dt="2021-10-31T02:09:42.521" v="964" actId="1076"/>
          <ac:spMkLst>
            <pc:docMk/>
            <pc:sldMk cId="2263729591" sldId="382"/>
            <ac:spMk id="39" creationId="{AE576DCC-21F7-814A-92C0-306592B059A6}"/>
          </ac:spMkLst>
        </pc:spChg>
        <pc:spChg chg="del">
          <ac:chgData name="Casey Mulligan" userId="b1a7e7a662de0c22" providerId="LiveId" clId="{608BC30F-EA2F-7944-AF8C-3B9ECC70EC8F}" dt="2021-10-31T02:00:39.664" v="885" actId="478"/>
          <ac:spMkLst>
            <pc:docMk/>
            <pc:sldMk cId="2263729591" sldId="382"/>
            <ac:spMk id="51" creationId="{B9725F44-0072-0246-9AF8-9C62CB8567D6}"/>
          </ac:spMkLst>
        </pc:spChg>
        <pc:spChg chg="del">
          <ac:chgData name="Casey Mulligan" userId="b1a7e7a662de0c22" providerId="LiveId" clId="{608BC30F-EA2F-7944-AF8C-3B9ECC70EC8F}" dt="2021-10-31T02:00:37.540" v="884" actId="478"/>
          <ac:spMkLst>
            <pc:docMk/>
            <pc:sldMk cId="2263729591" sldId="382"/>
            <ac:spMk id="53" creationId="{7B830E13-B66A-2742-9352-D4A39F95CB89}"/>
          </ac:spMkLst>
        </pc:spChg>
        <pc:spChg chg="mod">
          <ac:chgData name="Casey Mulligan" userId="b1a7e7a662de0c22" providerId="LiveId" clId="{608BC30F-EA2F-7944-AF8C-3B9ECC70EC8F}" dt="2021-11-02T13:44:52.052" v="3416" actId="1076"/>
          <ac:spMkLst>
            <pc:docMk/>
            <pc:sldMk cId="2263729591" sldId="382"/>
            <ac:spMk id="57" creationId="{431C02C3-2FCF-D545-9BBA-756DDB601391}"/>
          </ac:spMkLst>
        </pc:spChg>
        <pc:spChg chg="del">
          <ac:chgData name="Casey Mulligan" userId="b1a7e7a662de0c22" providerId="LiveId" clId="{608BC30F-EA2F-7944-AF8C-3B9ECC70EC8F}" dt="2021-10-31T02:00:37.540" v="884" actId="478"/>
          <ac:spMkLst>
            <pc:docMk/>
            <pc:sldMk cId="2263729591" sldId="382"/>
            <ac:spMk id="59" creationId="{972645DE-049C-934B-A38D-84E2F192E243}"/>
          </ac:spMkLst>
        </pc:spChg>
        <pc:spChg chg="del">
          <ac:chgData name="Casey Mulligan" userId="b1a7e7a662de0c22" providerId="LiveId" clId="{608BC30F-EA2F-7944-AF8C-3B9ECC70EC8F}" dt="2021-10-31T02:00:49.452" v="887" actId="478"/>
          <ac:spMkLst>
            <pc:docMk/>
            <pc:sldMk cId="2263729591" sldId="382"/>
            <ac:spMk id="60" creationId="{F50DDF7D-F672-5542-A171-30E926E77BA0}"/>
          </ac:spMkLst>
        </pc:spChg>
        <pc:spChg chg="del">
          <ac:chgData name="Casey Mulligan" userId="b1a7e7a662de0c22" providerId="LiveId" clId="{608BC30F-EA2F-7944-AF8C-3B9ECC70EC8F}" dt="2021-10-31T02:02:31.859" v="896" actId="478"/>
          <ac:spMkLst>
            <pc:docMk/>
            <pc:sldMk cId="2263729591" sldId="382"/>
            <ac:spMk id="61" creationId="{81443991-451D-8142-AC87-B3FEC91C4F34}"/>
          </ac:spMkLst>
        </pc:spChg>
        <pc:spChg chg="del">
          <ac:chgData name="Casey Mulligan" userId="b1a7e7a662de0c22" providerId="LiveId" clId="{608BC30F-EA2F-7944-AF8C-3B9ECC70EC8F}" dt="2021-10-31T02:00:49.452" v="887" actId="478"/>
          <ac:spMkLst>
            <pc:docMk/>
            <pc:sldMk cId="2263729591" sldId="382"/>
            <ac:spMk id="62" creationId="{FFABC2C8-6B50-7D4E-A4E5-D4D3D9198239}"/>
          </ac:spMkLst>
        </pc:spChg>
        <pc:spChg chg="del">
          <ac:chgData name="Casey Mulligan" userId="b1a7e7a662de0c22" providerId="LiveId" clId="{608BC30F-EA2F-7944-AF8C-3B9ECC70EC8F}" dt="2021-10-31T02:00:32.329" v="883" actId="478"/>
          <ac:spMkLst>
            <pc:docMk/>
            <pc:sldMk cId="2263729591" sldId="382"/>
            <ac:spMk id="63" creationId="{F3E042F5-9954-CF49-A425-24319248A015}"/>
          </ac:spMkLst>
        </pc:spChg>
      </pc:sldChg>
      <pc:sldChg chg="modSp add mod">
        <pc:chgData name="Casey Mulligan" userId="b1a7e7a662de0c22" providerId="LiveId" clId="{608BC30F-EA2F-7944-AF8C-3B9ECC70EC8F}" dt="2021-10-31T01:16:44.407" v="54" actId="20577"/>
        <pc:sldMkLst>
          <pc:docMk/>
          <pc:sldMk cId="1573341006" sldId="384"/>
        </pc:sldMkLst>
        <pc:spChg chg="mod">
          <ac:chgData name="Casey Mulligan" userId="b1a7e7a662de0c22" providerId="LiveId" clId="{608BC30F-EA2F-7944-AF8C-3B9ECC70EC8F}" dt="2021-10-31T01:16:44.407" v="54" actId="20577"/>
          <ac:spMkLst>
            <pc:docMk/>
            <pc:sldMk cId="1573341006" sldId="384"/>
            <ac:spMk id="58369" creationId="{00000000-0000-0000-0000-000000000000}"/>
          </ac:spMkLst>
        </pc:spChg>
      </pc:sldChg>
      <pc:sldChg chg="addSp modSp add mod modAnim modNotesTx">
        <pc:chgData name="Casey Mulligan" userId="b1a7e7a662de0c22" providerId="LiveId" clId="{608BC30F-EA2F-7944-AF8C-3B9ECC70EC8F}" dt="2021-10-31T01:45:43.359" v="566"/>
        <pc:sldMkLst>
          <pc:docMk/>
          <pc:sldMk cId="4186448167" sldId="385"/>
        </pc:sldMkLst>
        <pc:spChg chg="add mod">
          <ac:chgData name="Casey Mulligan" userId="b1a7e7a662de0c22" providerId="LiveId" clId="{608BC30F-EA2F-7944-AF8C-3B9ECC70EC8F}" dt="2021-10-31T01:44:02.784" v="559" actId="1076"/>
          <ac:spMkLst>
            <pc:docMk/>
            <pc:sldMk cId="4186448167" sldId="385"/>
            <ac:spMk id="4" creationId="{00F5DE65-ED37-5244-8EF7-ACCD9FE9ABAA}"/>
          </ac:spMkLst>
        </pc:spChg>
        <pc:spChg chg="add mod">
          <ac:chgData name="Casey Mulligan" userId="b1a7e7a662de0c22" providerId="LiveId" clId="{608BC30F-EA2F-7944-AF8C-3B9ECC70EC8F}" dt="2021-10-31T01:44:02.784" v="559" actId="1076"/>
          <ac:spMkLst>
            <pc:docMk/>
            <pc:sldMk cId="4186448167" sldId="385"/>
            <ac:spMk id="5" creationId="{8B9B25AF-4C60-A645-97E1-43F51ECFD869}"/>
          </ac:spMkLst>
        </pc:spChg>
        <pc:spChg chg="mod">
          <ac:chgData name="Casey Mulligan" userId="b1a7e7a662de0c22" providerId="LiveId" clId="{608BC30F-EA2F-7944-AF8C-3B9ECC70EC8F}" dt="2021-10-31T01:43:43.279" v="557" actId="1076"/>
          <ac:spMkLst>
            <pc:docMk/>
            <pc:sldMk cId="4186448167" sldId="385"/>
            <ac:spMk id="18435" creationId="{00000000-0000-0000-0000-000000000000}"/>
          </ac:spMkLst>
        </pc:spChg>
        <pc:spChg chg="mod">
          <ac:chgData name="Casey Mulligan" userId="b1a7e7a662de0c22" providerId="LiveId" clId="{608BC30F-EA2F-7944-AF8C-3B9ECC70EC8F}" dt="2021-10-31T01:20:47.687" v="73" actId="20577"/>
          <ac:spMkLst>
            <pc:docMk/>
            <pc:sldMk cId="4186448167" sldId="385"/>
            <ac:spMk id="21506" creationId="{00000000-0000-0000-0000-000000000000}"/>
          </ac:spMkLst>
        </pc:spChg>
      </pc:sldChg>
      <pc:sldChg chg="addSp modSp add mod modAnim modNotesTx">
        <pc:chgData name="Casey Mulligan" userId="b1a7e7a662de0c22" providerId="LiveId" clId="{608BC30F-EA2F-7944-AF8C-3B9ECC70EC8F}" dt="2021-11-13T14:51:45.440" v="4273" actId="20577"/>
        <pc:sldMkLst>
          <pc:docMk/>
          <pc:sldMk cId="3534002715" sldId="386"/>
        </pc:sldMkLst>
        <pc:spChg chg="mod">
          <ac:chgData name="Casey Mulligan" userId="b1a7e7a662de0c22" providerId="LiveId" clId="{608BC30F-EA2F-7944-AF8C-3B9ECC70EC8F}" dt="2021-10-31T01:52:33.310" v="714" actId="1076"/>
          <ac:spMkLst>
            <pc:docMk/>
            <pc:sldMk cId="3534002715" sldId="386"/>
            <ac:spMk id="4" creationId="{00F5DE65-ED37-5244-8EF7-ACCD9FE9ABAA}"/>
          </ac:spMkLst>
        </pc:spChg>
        <pc:spChg chg="mod">
          <ac:chgData name="Casey Mulligan" userId="b1a7e7a662de0c22" providerId="LiveId" clId="{608BC30F-EA2F-7944-AF8C-3B9ECC70EC8F}" dt="2021-10-31T01:52:29.089" v="713" actId="1076"/>
          <ac:spMkLst>
            <pc:docMk/>
            <pc:sldMk cId="3534002715" sldId="386"/>
            <ac:spMk id="5" creationId="{8B9B25AF-4C60-A645-97E1-43F51ECFD869}"/>
          </ac:spMkLst>
        </pc:spChg>
        <pc:spChg chg="add mod">
          <ac:chgData name="Casey Mulligan" userId="b1a7e7a662de0c22" providerId="LiveId" clId="{608BC30F-EA2F-7944-AF8C-3B9ECC70EC8F}" dt="2021-10-31T01:53:37.287" v="761" actId="20577"/>
          <ac:spMkLst>
            <pc:docMk/>
            <pc:sldMk cId="3534002715" sldId="386"/>
            <ac:spMk id="6" creationId="{F2CA0C73-B3B6-0345-9F72-4ADA8882551A}"/>
          </ac:spMkLst>
        </pc:spChg>
        <pc:spChg chg="mod">
          <ac:chgData name="Casey Mulligan" userId="b1a7e7a662de0c22" providerId="LiveId" clId="{608BC30F-EA2F-7944-AF8C-3B9ECC70EC8F}" dt="2021-11-11T14:27:00.193" v="3634" actId="20577"/>
          <ac:spMkLst>
            <pc:docMk/>
            <pc:sldMk cId="3534002715" sldId="386"/>
            <ac:spMk id="18435" creationId="{00000000-0000-0000-0000-000000000000}"/>
          </ac:spMkLst>
        </pc:spChg>
        <pc:spChg chg="mod">
          <ac:chgData name="Casey Mulligan" userId="b1a7e7a662de0c22" providerId="LiveId" clId="{608BC30F-EA2F-7944-AF8C-3B9ECC70EC8F}" dt="2021-11-11T14:28:30.459" v="3782" actId="20577"/>
          <ac:spMkLst>
            <pc:docMk/>
            <pc:sldMk cId="3534002715" sldId="386"/>
            <ac:spMk id="21506" creationId="{00000000-0000-0000-0000-000000000000}"/>
          </ac:spMkLst>
        </pc:spChg>
      </pc:sldChg>
      <pc:sldChg chg="delSp modSp add mod modAnim modNotesTx">
        <pc:chgData name="Casey Mulligan" userId="b1a7e7a662de0c22" providerId="LiveId" clId="{608BC30F-EA2F-7944-AF8C-3B9ECC70EC8F}" dt="2021-10-31T01:57:54.759" v="876" actId="6549"/>
        <pc:sldMkLst>
          <pc:docMk/>
          <pc:sldMk cId="2687021242" sldId="387"/>
        </pc:sldMkLst>
        <pc:spChg chg="mod">
          <ac:chgData name="Casey Mulligan" userId="b1a7e7a662de0c22" providerId="LiveId" clId="{608BC30F-EA2F-7944-AF8C-3B9ECC70EC8F}" dt="2021-10-31T01:57:01.954" v="871" actId="1076"/>
          <ac:spMkLst>
            <pc:docMk/>
            <pc:sldMk cId="2687021242" sldId="387"/>
            <ac:spMk id="4" creationId="{00F5DE65-ED37-5244-8EF7-ACCD9FE9ABAA}"/>
          </ac:spMkLst>
        </pc:spChg>
        <pc:spChg chg="del">
          <ac:chgData name="Casey Mulligan" userId="b1a7e7a662de0c22" providerId="LiveId" clId="{608BC30F-EA2F-7944-AF8C-3B9ECC70EC8F}" dt="2021-10-31T01:55:47.920" v="815" actId="478"/>
          <ac:spMkLst>
            <pc:docMk/>
            <pc:sldMk cId="2687021242" sldId="387"/>
            <ac:spMk id="5" creationId="{8B9B25AF-4C60-A645-97E1-43F51ECFD869}"/>
          </ac:spMkLst>
        </pc:spChg>
        <pc:spChg chg="mod">
          <ac:chgData name="Casey Mulligan" userId="b1a7e7a662de0c22" providerId="LiveId" clId="{608BC30F-EA2F-7944-AF8C-3B9ECC70EC8F}" dt="2021-10-31T01:57:45.141" v="875" actId="1076"/>
          <ac:spMkLst>
            <pc:docMk/>
            <pc:sldMk cId="2687021242" sldId="387"/>
            <ac:spMk id="6" creationId="{F2CA0C73-B3B6-0345-9F72-4ADA8882551A}"/>
          </ac:spMkLst>
        </pc:spChg>
        <pc:spChg chg="mod">
          <ac:chgData name="Casey Mulligan" userId="b1a7e7a662de0c22" providerId="LiveId" clId="{608BC30F-EA2F-7944-AF8C-3B9ECC70EC8F}" dt="2021-10-31T01:57:39.481" v="874" actId="6549"/>
          <ac:spMkLst>
            <pc:docMk/>
            <pc:sldMk cId="2687021242" sldId="387"/>
            <ac:spMk id="18435" creationId="{00000000-0000-0000-0000-000000000000}"/>
          </ac:spMkLst>
        </pc:spChg>
        <pc:spChg chg="mod">
          <ac:chgData name="Casey Mulligan" userId="b1a7e7a662de0c22" providerId="LiveId" clId="{608BC30F-EA2F-7944-AF8C-3B9ECC70EC8F}" dt="2021-10-31T01:55:27.713" v="812" actId="404"/>
          <ac:spMkLst>
            <pc:docMk/>
            <pc:sldMk cId="2687021242" sldId="387"/>
            <ac:spMk id="21506" creationId="{00000000-0000-0000-0000-000000000000}"/>
          </ac:spMkLst>
        </pc:spChg>
      </pc:sldChg>
      <pc:sldChg chg="addSp delSp modSp add mod modAnim modNotesTx">
        <pc:chgData name="Casey Mulligan" userId="b1a7e7a662de0c22" providerId="LiveId" clId="{608BC30F-EA2F-7944-AF8C-3B9ECC70EC8F}" dt="2021-11-13T14:52:21.896" v="4332" actId="20577"/>
        <pc:sldMkLst>
          <pc:docMk/>
          <pc:sldMk cId="999656255" sldId="388"/>
        </pc:sldMkLst>
        <pc:spChg chg="add mod">
          <ac:chgData name="Casey Mulligan" userId="b1a7e7a662de0c22" providerId="LiveId" clId="{608BC30F-EA2F-7944-AF8C-3B9ECC70EC8F}" dt="2021-10-31T02:33:38.309" v="1605" actId="1076"/>
          <ac:spMkLst>
            <pc:docMk/>
            <pc:sldMk cId="999656255" sldId="388"/>
            <ac:spMk id="2" creationId="{95A316C8-0319-4C48-A0F4-660196075AE3}"/>
          </ac:spMkLst>
        </pc:spChg>
        <pc:spChg chg="mod">
          <ac:chgData name="Casey Mulligan" userId="b1a7e7a662de0c22" providerId="LiveId" clId="{608BC30F-EA2F-7944-AF8C-3B9ECC70EC8F}" dt="2021-11-02T13:25:54.018" v="3097" actId="14100"/>
          <ac:spMkLst>
            <pc:docMk/>
            <pc:sldMk cId="999656255" sldId="388"/>
            <ac:spMk id="38" creationId="{DA234365-0D5A-1C44-98C1-F3D1F5A94D8D}"/>
          </ac:spMkLst>
        </pc:spChg>
        <pc:spChg chg="add mod">
          <ac:chgData name="Casey Mulligan" userId="b1a7e7a662de0c22" providerId="LiveId" clId="{608BC30F-EA2F-7944-AF8C-3B9ECC70EC8F}" dt="2021-10-31T02:34:38.889" v="1642" actId="1076"/>
          <ac:spMkLst>
            <pc:docMk/>
            <pc:sldMk cId="999656255" sldId="388"/>
            <ac:spMk id="39" creationId="{27D205D3-E32C-334C-BBDF-3DC8C3ABEED7}"/>
          </ac:spMkLst>
        </pc:spChg>
        <pc:spChg chg="mod">
          <ac:chgData name="Casey Mulligan" userId="b1a7e7a662de0c22" providerId="LiveId" clId="{608BC30F-EA2F-7944-AF8C-3B9ECC70EC8F}" dt="2021-11-02T13:25:38.459" v="3096" actId="14100"/>
          <ac:spMkLst>
            <pc:docMk/>
            <pc:sldMk cId="999656255" sldId="388"/>
            <ac:spMk id="40" creationId="{D0CDC0DA-DC8F-C34F-9D26-54D1E2451897}"/>
          </ac:spMkLst>
        </pc:spChg>
        <pc:spChg chg="del">
          <ac:chgData name="Casey Mulligan" userId="b1a7e7a662de0c22" providerId="LiveId" clId="{608BC30F-EA2F-7944-AF8C-3B9ECC70EC8F}" dt="2021-11-02T13:25:26.331" v="3094" actId="478"/>
          <ac:spMkLst>
            <pc:docMk/>
            <pc:sldMk cId="999656255" sldId="388"/>
            <ac:spMk id="43" creationId="{A85F0705-DBBA-DA47-A1CF-91AE49C75D8A}"/>
          </ac:spMkLst>
        </pc:spChg>
        <pc:spChg chg="del">
          <ac:chgData name="Casey Mulligan" userId="b1a7e7a662de0c22" providerId="LiveId" clId="{608BC30F-EA2F-7944-AF8C-3B9ECC70EC8F}" dt="2021-11-02T13:25:20.189" v="3092" actId="478"/>
          <ac:spMkLst>
            <pc:docMk/>
            <pc:sldMk cId="999656255" sldId="388"/>
            <ac:spMk id="52" creationId="{FB2BD190-61A3-5E45-93BC-07A0971B9020}"/>
          </ac:spMkLst>
        </pc:spChg>
        <pc:spChg chg="del">
          <ac:chgData name="Casey Mulligan" userId="b1a7e7a662de0c22" providerId="LiveId" clId="{608BC30F-EA2F-7944-AF8C-3B9ECC70EC8F}" dt="2021-11-02T13:25:22.837" v="3093" actId="478"/>
          <ac:spMkLst>
            <pc:docMk/>
            <pc:sldMk cId="999656255" sldId="388"/>
            <ac:spMk id="54" creationId="{0FE1C01D-EB9D-1043-BC73-D427FFD735F0}"/>
          </ac:spMkLst>
        </pc:spChg>
        <pc:spChg chg="del">
          <ac:chgData name="Casey Mulligan" userId="b1a7e7a662de0c22" providerId="LiveId" clId="{608BC30F-EA2F-7944-AF8C-3B9ECC70EC8F}" dt="2021-11-02T13:25:31.330" v="3095" actId="478"/>
          <ac:spMkLst>
            <pc:docMk/>
            <pc:sldMk cId="999656255" sldId="388"/>
            <ac:spMk id="56" creationId="{F4A61005-A783-154D-81A9-6AB62C371F62}"/>
          </ac:spMkLst>
        </pc:spChg>
        <pc:spChg chg="del mod">
          <ac:chgData name="Casey Mulligan" userId="b1a7e7a662de0c22" providerId="LiveId" clId="{608BC30F-EA2F-7944-AF8C-3B9ECC70EC8F}" dt="2021-11-02T13:25:17.534" v="3091" actId="478"/>
          <ac:spMkLst>
            <pc:docMk/>
            <pc:sldMk cId="999656255" sldId="388"/>
            <ac:spMk id="57" creationId="{431C02C3-2FCF-D545-9BBA-756DDB601391}"/>
          </ac:spMkLst>
        </pc:spChg>
        <pc:spChg chg="mod">
          <ac:chgData name="Casey Mulligan" userId="b1a7e7a662de0c22" providerId="LiveId" clId="{608BC30F-EA2F-7944-AF8C-3B9ECC70EC8F}" dt="2021-10-31T02:32:32.984" v="1599" actId="167"/>
          <ac:spMkLst>
            <pc:docMk/>
            <pc:sldMk cId="999656255" sldId="388"/>
            <ac:spMk id="59" creationId="{972645DE-049C-934B-A38D-84E2F192E243}"/>
          </ac:spMkLst>
        </pc:spChg>
        <pc:spChg chg="mod">
          <ac:chgData name="Casey Mulligan" userId="b1a7e7a662de0c22" providerId="LiveId" clId="{608BC30F-EA2F-7944-AF8C-3B9ECC70EC8F}" dt="2021-10-31T02:23:46.863" v="1410" actId="14100"/>
          <ac:spMkLst>
            <pc:docMk/>
            <pc:sldMk cId="999656255" sldId="388"/>
            <ac:spMk id="61" creationId="{81443991-451D-8142-AC87-B3FEC91C4F34}"/>
          </ac:spMkLst>
        </pc:spChg>
        <pc:spChg chg="mod">
          <ac:chgData name="Casey Mulligan" userId="b1a7e7a662de0c22" providerId="LiveId" clId="{608BC30F-EA2F-7944-AF8C-3B9ECC70EC8F}" dt="2021-10-31T02:33:22.687" v="1602" actId="167"/>
          <ac:spMkLst>
            <pc:docMk/>
            <pc:sldMk cId="999656255" sldId="388"/>
            <ac:spMk id="2070" creationId="{00000000-0000-0000-0000-000000000000}"/>
          </ac:spMkLst>
        </pc:spChg>
      </pc:sldChg>
      <pc:sldChg chg="delSp modSp add mod ord modAnim">
        <pc:chgData name="Casey Mulligan" userId="b1a7e7a662de0c22" providerId="LiveId" clId="{608BC30F-EA2F-7944-AF8C-3B9ECC70EC8F}" dt="2021-10-31T02:30:26.976" v="1572" actId="20577"/>
        <pc:sldMkLst>
          <pc:docMk/>
          <pc:sldMk cId="1705553157" sldId="389"/>
        </pc:sldMkLst>
        <pc:spChg chg="del">
          <ac:chgData name="Casey Mulligan" userId="b1a7e7a662de0c22" providerId="LiveId" clId="{608BC30F-EA2F-7944-AF8C-3B9ECC70EC8F}" dt="2021-10-31T02:21:45.728" v="1294" actId="478"/>
          <ac:spMkLst>
            <pc:docMk/>
            <pc:sldMk cId="1705553157" sldId="389"/>
            <ac:spMk id="4" creationId="{00F5DE65-ED37-5244-8EF7-ACCD9FE9ABAA}"/>
          </ac:spMkLst>
        </pc:spChg>
        <pc:spChg chg="del">
          <ac:chgData name="Casey Mulligan" userId="b1a7e7a662de0c22" providerId="LiveId" clId="{608BC30F-EA2F-7944-AF8C-3B9ECC70EC8F}" dt="2021-10-31T02:23:05.751" v="1399" actId="478"/>
          <ac:spMkLst>
            <pc:docMk/>
            <pc:sldMk cId="1705553157" sldId="389"/>
            <ac:spMk id="6" creationId="{F2CA0C73-B3B6-0345-9F72-4ADA8882551A}"/>
          </ac:spMkLst>
        </pc:spChg>
        <pc:spChg chg="mod">
          <ac:chgData name="Casey Mulligan" userId="b1a7e7a662de0c22" providerId="LiveId" clId="{608BC30F-EA2F-7944-AF8C-3B9ECC70EC8F}" dt="2021-10-31T02:30:26.976" v="1572" actId="20577"/>
          <ac:spMkLst>
            <pc:docMk/>
            <pc:sldMk cId="1705553157" sldId="389"/>
            <ac:spMk id="18435" creationId="{00000000-0000-0000-0000-000000000000}"/>
          </ac:spMkLst>
        </pc:spChg>
        <pc:spChg chg="mod">
          <ac:chgData name="Casey Mulligan" userId="b1a7e7a662de0c22" providerId="LiveId" clId="{608BC30F-EA2F-7944-AF8C-3B9ECC70EC8F}" dt="2021-10-31T02:13:42.408" v="1099" actId="20577"/>
          <ac:spMkLst>
            <pc:docMk/>
            <pc:sldMk cId="1705553157" sldId="389"/>
            <ac:spMk id="21506" creationId="{00000000-0000-0000-0000-000000000000}"/>
          </ac:spMkLst>
        </pc:spChg>
      </pc:sldChg>
      <pc:sldChg chg="addSp delSp modSp add mod ord modAnim modNotesTx">
        <pc:chgData name="Casey Mulligan" userId="b1a7e7a662de0c22" providerId="LiveId" clId="{608BC30F-EA2F-7944-AF8C-3B9ECC70EC8F}" dt="2021-11-02T14:21:01.268" v="3515" actId="20577"/>
        <pc:sldMkLst>
          <pc:docMk/>
          <pc:sldMk cId="1375259352" sldId="390"/>
        </pc:sldMkLst>
        <pc:spChg chg="add del mod">
          <ac:chgData name="Casey Mulligan" userId="b1a7e7a662de0c22" providerId="LiveId" clId="{608BC30F-EA2F-7944-AF8C-3B9ECC70EC8F}" dt="2021-10-31T02:35:22.961" v="1645"/>
          <ac:spMkLst>
            <pc:docMk/>
            <pc:sldMk cId="1375259352" sldId="390"/>
            <ac:spMk id="4" creationId="{80AFB7AD-7099-E745-BA56-1942068CDA10}"/>
          </ac:spMkLst>
        </pc:spChg>
        <pc:spChg chg="mod">
          <ac:chgData name="Casey Mulligan" userId="b1a7e7a662de0c22" providerId="LiveId" clId="{608BC30F-EA2F-7944-AF8C-3B9ECC70EC8F}" dt="2021-11-02T13:31:30.623" v="3176" actId="20577"/>
          <ac:spMkLst>
            <pc:docMk/>
            <pc:sldMk cId="1375259352" sldId="390"/>
            <ac:spMk id="18435" creationId="{00000000-0000-0000-0000-000000000000}"/>
          </ac:spMkLst>
        </pc:spChg>
        <pc:spChg chg="mod">
          <ac:chgData name="Casey Mulligan" userId="b1a7e7a662de0c22" providerId="LiveId" clId="{608BC30F-EA2F-7944-AF8C-3B9ECC70EC8F}" dt="2021-10-31T02:37:31.241" v="1730" actId="403"/>
          <ac:spMkLst>
            <pc:docMk/>
            <pc:sldMk cId="1375259352" sldId="390"/>
            <ac:spMk id="21506" creationId="{00000000-0000-0000-0000-000000000000}"/>
          </ac:spMkLst>
        </pc:spChg>
      </pc:sldChg>
      <pc:sldChg chg="modSp add mod modAnim modNotesTx">
        <pc:chgData name="Casey Mulligan" userId="b1a7e7a662de0c22" providerId="LiveId" clId="{608BC30F-EA2F-7944-AF8C-3B9ECC70EC8F}" dt="2021-11-11T14:40:12.217" v="4174" actId="20577"/>
        <pc:sldMkLst>
          <pc:docMk/>
          <pc:sldMk cId="1369386095" sldId="391"/>
        </pc:sldMkLst>
        <pc:spChg chg="mod">
          <ac:chgData name="Casey Mulligan" userId="b1a7e7a662de0c22" providerId="LiveId" clId="{608BC30F-EA2F-7944-AF8C-3B9ECC70EC8F}" dt="2021-10-31T03:07:25.152" v="2902" actId="1076"/>
          <ac:spMkLst>
            <pc:docMk/>
            <pc:sldMk cId="1369386095" sldId="391"/>
            <ac:spMk id="18435" creationId="{00000000-0000-0000-0000-000000000000}"/>
          </ac:spMkLst>
        </pc:spChg>
        <pc:spChg chg="mod">
          <ac:chgData name="Casey Mulligan" userId="b1a7e7a662de0c22" providerId="LiveId" clId="{608BC30F-EA2F-7944-AF8C-3B9ECC70EC8F}" dt="2021-10-31T02:58:22.467" v="2202" actId="6549"/>
          <ac:spMkLst>
            <pc:docMk/>
            <pc:sldMk cId="1369386095" sldId="391"/>
            <ac:spMk id="21506" creationId="{00000000-0000-0000-0000-000000000000}"/>
          </ac:spMkLst>
        </pc:spChg>
      </pc:sldChg>
      <pc:sldChg chg="modAnim modNotesTx">
        <pc:chgData name="Casey Mulligan" userId="b1a7e7a662de0c22" providerId="LiveId" clId="{608BC30F-EA2F-7944-AF8C-3B9ECC70EC8F}" dt="2021-11-11T14:41:45.844" v="4205"/>
        <pc:sldMkLst>
          <pc:docMk/>
          <pc:sldMk cId="91780053" sldId="392"/>
        </pc:sldMkLst>
      </pc:sldChg>
      <pc:sldChg chg="modNotesTx">
        <pc:chgData name="Casey Mulligan" userId="b1a7e7a662de0c22" providerId="LiveId" clId="{608BC30F-EA2F-7944-AF8C-3B9ECC70EC8F}" dt="2021-11-13T14:57:21.201" v="4394" actId="20577"/>
        <pc:sldMkLst>
          <pc:docMk/>
          <pc:sldMk cId="4232237504" sldId="463"/>
        </pc:sldMkLst>
      </pc:sldChg>
      <pc:sldMasterChg chg="del delSldLayout">
        <pc:chgData name="Casey Mulligan" userId="b1a7e7a662de0c22" providerId="LiveId" clId="{608BC30F-EA2F-7944-AF8C-3B9ECC70EC8F}" dt="2021-10-31T01:17:44.922" v="57" actId="2696"/>
        <pc:sldMasterMkLst>
          <pc:docMk/>
          <pc:sldMasterMk cId="3771989171" sldId="2147483839"/>
        </pc:sldMasterMkLst>
        <pc:sldLayoutChg chg="del">
          <pc:chgData name="Casey Mulligan" userId="b1a7e7a662de0c22" providerId="LiveId" clId="{608BC30F-EA2F-7944-AF8C-3B9ECC70EC8F}" dt="2021-10-31T01:17:44.922" v="57" actId="2696"/>
          <pc:sldLayoutMkLst>
            <pc:docMk/>
            <pc:sldMasterMk cId="3771989171" sldId="2147483839"/>
            <pc:sldLayoutMk cId="1433922758" sldId="2147483840"/>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2032564024" sldId="2147483841"/>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3669955121" sldId="2147483842"/>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2683757797" sldId="2147483843"/>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2715812718" sldId="2147483844"/>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1791089072" sldId="2147483845"/>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825317245" sldId="2147483846"/>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1177285124" sldId="2147483847"/>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4220646209" sldId="2147483848"/>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945944146" sldId="2147483849"/>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1470596669" sldId="2147483850"/>
          </pc:sldLayoutMkLst>
        </pc:sldLayoutChg>
      </pc:sldMasterChg>
      <pc:sldMasterChg chg="del delSldLayout">
        <pc:chgData name="Casey Mulligan" userId="b1a7e7a662de0c22" providerId="LiveId" clId="{608BC30F-EA2F-7944-AF8C-3B9ECC70EC8F}" dt="2021-10-31T01:19:36.968" v="60" actId="2696"/>
        <pc:sldMasterMkLst>
          <pc:docMk/>
          <pc:sldMasterMk cId="3746376863" sldId="2147483851"/>
        </pc:sldMasterMkLst>
        <pc:sldLayoutChg chg="del">
          <pc:chgData name="Casey Mulligan" userId="b1a7e7a662de0c22" providerId="LiveId" clId="{608BC30F-EA2F-7944-AF8C-3B9ECC70EC8F}" dt="2021-10-31T01:19:36.968" v="60" actId="2696"/>
          <pc:sldLayoutMkLst>
            <pc:docMk/>
            <pc:sldMasterMk cId="3746376863" sldId="2147483851"/>
            <pc:sldLayoutMk cId="567714038" sldId="2147483852"/>
          </pc:sldLayoutMkLst>
        </pc:sldLayoutChg>
      </pc:sldMasterChg>
    </pc:docChg>
  </pc:docChgLst>
  <pc:docChgLst>
    <pc:chgData name="Casey Mulligan" userId="b1a7e7a662de0c22" providerId="LiveId" clId="{4B41D6F0-63DA-BF44-BA31-BFB208509982}"/>
    <pc:docChg chg="custSel modSld">
      <pc:chgData name="Casey Mulligan" userId="b1a7e7a662de0c22" providerId="LiveId" clId="{4B41D6F0-63DA-BF44-BA31-BFB208509982}" dt="2021-11-12T14:25:07.379" v="32" actId="20577"/>
      <pc:docMkLst>
        <pc:docMk/>
      </pc:docMkLst>
      <pc:sldChg chg="modSp modNotesTx">
        <pc:chgData name="Casey Mulligan" userId="b1a7e7a662de0c22" providerId="LiveId" clId="{4B41D6F0-63DA-BF44-BA31-BFB208509982}" dt="2021-11-12T14:25:07.379" v="32" actId="20577"/>
        <pc:sldMkLst>
          <pc:docMk/>
          <pc:sldMk cId="0" sldId="267"/>
        </pc:sldMkLst>
        <pc:spChg chg="mod">
          <ac:chgData name="Casey Mulligan" userId="b1a7e7a662de0c22" providerId="LiveId" clId="{4B41D6F0-63DA-BF44-BA31-BFB208509982}" dt="2021-11-12T14:23:44.189" v="12" actId="20577"/>
          <ac:spMkLst>
            <pc:docMk/>
            <pc:sldMk cId="0" sldId="267"/>
            <ac:spMk id="18435" creationId="{00000000-0000-0000-0000-000000000000}"/>
          </ac:spMkLst>
        </pc:spChg>
      </pc:sldChg>
    </pc:docChg>
  </pc:docChgLst>
  <pc:docChgLst>
    <pc:chgData name="Casey Mulligan" userId="b1a7e7a662de0c22" providerId="LiveId" clId="{C4D42CC5-5ADB-0841-AFAE-D4A0DBD517D6}"/>
    <pc:docChg chg="custSel addSld delSld modSld sldOrd modSection">
      <pc:chgData name="Casey Mulligan" userId="b1a7e7a662de0c22" providerId="LiveId" clId="{C4D42CC5-5ADB-0841-AFAE-D4A0DBD517D6}" dt="2023-06-28T15:51:09.710" v="958"/>
      <pc:docMkLst>
        <pc:docMk/>
      </pc:docMkLst>
      <pc:sldChg chg="modSp mod modNotesTx">
        <pc:chgData name="Casey Mulligan" userId="b1a7e7a662de0c22" providerId="LiveId" clId="{C4D42CC5-5ADB-0841-AFAE-D4A0DBD517D6}" dt="2023-06-28T14:22:13.642" v="246" actId="20577"/>
        <pc:sldMkLst>
          <pc:docMk/>
          <pc:sldMk cId="1573341006" sldId="384"/>
        </pc:sldMkLst>
        <pc:spChg chg="mod">
          <ac:chgData name="Casey Mulligan" userId="b1a7e7a662de0c22" providerId="LiveId" clId="{C4D42CC5-5ADB-0841-AFAE-D4A0DBD517D6}" dt="2023-06-28T14:13:36.806" v="200" actId="20577"/>
          <ac:spMkLst>
            <pc:docMk/>
            <pc:sldMk cId="1573341006" sldId="384"/>
            <ac:spMk id="58370" creationId="{00000000-0000-0000-0000-000000000000}"/>
          </ac:spMkLst>
        </pc:spChg>
      </pc:sldChg>
      <pc:sldChg chg="del">
        <pc:chgData name="Casey Mulligan" userId="b1a7e7a662de0c22" providerId="LiveId" clId="{C4D42CC5-5ADB-0841-AFAE-D4A0DBD517D6}" dt="2023-06-27T23:15:31.564" v="0" actId="2696"/>
        <pc:sldMkLst>
          <pc:docMk/>
          <pc:sldMk cId="999656255" sldId="388"/>
        </pc:sldMkLst>
      </pc:sldChg>
      <pc:sldChg chg="modNotesTx">
        <pc:chgData name="Casey Mulligan" userId="b1a7e7a662de0c22" providerId="LiveId" clId="{C4D42CC5-5ADB-0841-AFAE-D4A0DBD517D6}" dt="2023-06-28T14:21:50.618" v="226" actId="20577"/>
        <pc:sldMkLst>
          <pc:docMk/>
          <pc:sldMk cId="1375259352" sldId="390"/>
        </pc:sldMkLst>
      </pc:sldChg>
      <pc:sldChg chg="modSp mod modAnim">
        <pc:chgData name="Casey Mulligan" userId="b1a7e7a662de0c22" providerId="LiveId" clId="{C4D42CC5-5ADB-0841-AFAE-D4A0DBD517D6}" dt="2023-06-27T23:16:08.019" v="36" actId="6549"/>
        <pc:sldMkLst>
          <pc:docMk/>
          <pc:sldMk cId="2096412881" sldId="476"/>
        </pc:sldMkLst>
        <pc:spChg chg="mod">
          <ac:chgData name="Casey Mulligan" userId="b1a7e7a662de0c22" providerId="LiveId" clId="{C4D42CC5-5ADB-0841-AFAE-D4A0DBD517D6}" dt="2023-06-27T23:16:08.019" v="36" actId="6549"/>
          <ac:spMkLst>
            <pc:docMk/>
            <pc:sldMk cId="2096412881" sldId="476"/>
            <ac:spMk id="18435" creationId="{00000000-0000-0000-0000-000000000000}"/>
          </ac:spMkLst>
        </pc:spChg>
        <pc:spChg chg="mod">
          <ac:chgData name="Casey Mulligan" userId="b1a7e7a662de0c22" providerId="LiveId" clId="{C4D42CC5-5ADB-0841-AFAE-D4A0DBD517D6}" dt="2023-06-27T23:15:57.440" v="35" actId="20577"/>
          <ac:spMkLst>
            <pc:docMk/>
            <pc:sldMk cId="2096412881" sldId="476"/>
            <ac:spMk id="21506" creationId="{00000000-0000-0000-0000-000000000000}"/>
          </ac:spMkLst>
        </pc:spChg>
      </pc:sldChg>
      <pc:sldChg chg="del">
        <pc:chgData name="Casey Mulligan" userId="b1a7e7a662de0c22" providerId="LiveId" clId="{C4D42CC5-5ADB-0841-AFAE-D4A0DBD517D6}" dt="2023-06-27T23:15:40.949" v="1" actId="2696"/>
        <pc:sldMkLst>
          <pc:docMk/>
          <pc:sldMk cId="549636143" sldId="477"/>
        </pc:sldMkLst>
      </pc:sldChg>
      <pc:sldChg chg="del">
        <pc:chgData name="Casey Mulligan" userId="b1a7e7a662de0c22" providerId="LiveId" clId="{C4D42CC5-5ADB-0841-AFAE-D4A0DBD517D6}" dt="2023-06-27T23:15:40.949" v="1" actId="2696"/>
        <pc:sldMkLst>
          <pc:docMk/>
          <pc:sldMk cId="1372865498" sldId="478"/>
        </pc:sldMkLst>
      </pc:sldChg>
      <pc:sldChg chg="addSp delSp modSp add mod delAnim modAnim modNotesTx">
        <pc:chgData name="Casey Mulligan" userId="b1a7e7a662de0c22" providerId="LiveId" clId="{C4D42CC5-5ADB-0841-AFAE-D4A0DBD517D6}" dt="2023-06-28T15:47:39.247" v="952" actId="20577"/>
        <pc:sldMkLst>
          <pc:docMk/>
          <pc:sldMk cId="1094002150" sldId="480"/>
        </pc:sldMkLst>
        <pc:spChg chg="del">
          <ac:chgData name="Casey Mulligan" userId="b1a7e7a662de0c22" providerId="LiveId" clId="{C4D42CC5-5ADB-0841-AFAE-D4A0DBD517D6}" dt="2023-06-28T01:27:19.817" v="48" actId="478"/>
          <ac:spMkLst>
            <pc:docMk/>
            <pc:sldMk cId="1094002150" sldId="480"/>
            <ac:spMk id="2" creationId="{2D114922-3A8E-62C3-89BF-29DF58CB4B01}"/>
          </ac:spMkLst>
        </pc:spChg>
        <pc:spChg chg="del">
          <ac:chgData name="Casey Mulligan" userId="b1a7e7a662de0c22" providerId="LiveId" clId="{C4D42CC5-5ADB-0841-AFAE-D4A0DBD517D6}" dt="2023-06-28T01:26:53.580" v="42" actId="478"/>
          <ac:spMkLst>
            <pc:docMk/>
            <pc:sldMk cId="1094002150" sldId="480"/>
            <ac:spMk id="3" creationId="{1CA5CCC9-3273-8555-E349-980C951BDC41}"/>
          </ac:spMkLst>
        </pc:spChg>
        <pc:spChg chg="del">
          <ac:chgData name="Casey Mulligan" userId="b1a7e7a662de0c22" providerId="LiveId" clId="{C4D42CC5-5ADB-0841-AFAE-D4A0DBD517D6}" dt="2023-06-28T02:54:19.026" v="53" actId="478"/>
          <ac:spMkLst>
            <pc:docMk/>
            <pc:sldMk cId="1094002150" sldId="480"/>
            <ac:spMk id="4" creationId="{541A3B7C-4C14-6900-6A7A-2C97718D2164}"/>
          </ac:spMkLst>
        </pc:spChg>
        <pc:spChg chg="del">
          <ac:chgData name="Casey Mulligan" userId="b1a7e7a662de0c22" providerId="LiveId" clId="{C4D42CC5-5ADB-0841-AFAE-D4A0DBD517D6}" dt="2023-06-28T01:14:12.570" v="40" actId="478"/>
          <ac:spMkLst>
            <pc:docMk/>
            <pc:sldMk cId="1094002150" sldId="480"/>
            <ac:spMk id="8" creationId="{B4310574-110A-5820-58CD-AF93E6B5B845}"/>
          </ac:spMkLst>
        </pc:spChg>
        <pc:spChg chg="mod">
          <ac:chgData name="Casey Mulligan" userId="b1a7e7a662de0c22" providerId="LiveId" clId="{C4D42CC5-5ADB-0841-AFAE-D4A0DBD517D6}" dt="2023-06-28T02:57:32.899" v="89" actId="20577"/>
          <ac:spMkLst>
            <pc:docMk/>
            <pc:sldMk cId="1094002150" sldId="480"/>
            <ac:spMk id="9" creationId="{05BBD851-E76B-404D-BFF0-D8BBF37466DF}"/>
          </ac:spMkLst>
        </pc:spChg>
        <pc:spChg chg="del">
          <ac:chgData name="Casey Mulligan" userId="b1a7e7a662de0c22" providerId="LiveId" clId="{C4D42CC5-5ADB-0841-AFAE-D4A0DBD517D6}" dt="2023-06-28T02:54:04.126" v="50" actId="478"/>
          <ac:spMkLst>
            <pc:docMk/>
            <pc:sldMk cId="1094002150" sldId="480"/>
            <ac:spMk id="10" creationId="{39D0877C-FD04-792F-4FD3-16F39243BCE3}"/>
          </ac:spMkLst>
        </pc:spChg>
        <pc:spChg chg="del">
          <ac:chgData name="Casey Mulligan" userId="b1a7e7a662de0c22" providerId="LiveId" clId="{C4D42CC5-5ADB-0841-AFAE-D4A0DBD517D6}" dt="2023-06-28T01:27:07.320" v="45" actId="478"/>
          <ac:spMkLst>
            <pc:docMk/>
            <pc:sldMk cId="1094002150" sldId="480"/>
            <ac:spMk id="11" creationId="{BC5C56BE-9E05-56E1-3735-33A468919DFD}"/>
          </ac:spMkLst>
        </pc:spChg>
        <pc:spChg chg="add mod">
          <ac:chgData name="Casey Mulligan" userId="b1a7e7a662de0c22" providerId="LiveId" clId="{C4D42CC5-5ADB-0841-AFAE-D4A0DBD517D6}" dt="2023-06-28T02:56:43.824" v="58" actId="571"/>
          <ac:spMkLst>
            <pc:docMk/>
            <pc:sldMk cId="1094002150" sldId="480"/>
            <ac:spMk id="12" creationId="{826B89E1-FE46-FBEE-599E-8915657AF075}"/>
          </ac:spMkLst>
        </pc:spChg>
        <pc:spChg chg="del">
          <ac:chgData name="Casey Mulligan" userId="b1a7e7a662de0c22" providerId="LiveId" clId="{C4D42CC5-5ADB-0841-AFAE-D4A0DBD517D6}" dt="2023-06-28T01:14:18.634" v="41" actId="478"/>
          <ac:spMkLst>
            <pc:docMk/>
            <pc:sldMk cId="1094002150" sldId="480"/>
            <ac:spMk id="13" creationId="{D4B03FBF-D8F1-3FE2-3A51-DE3531865B02}"/>
          </ac:spMkLst>
        </pc:spChg>
        <pc:spChg chg="del mod">
          <ac:chgData name="Casey Mulligan" userId="b1a7e7a662de0c22" providerId="LiveId" clId="{C4D42CC5-5ADB-0841-AFAE-D4A0DBD517D6}" dt="2023-06-28T02:56:49.694" v="59" actId="478"/>
          <ac:spMkLst>
            <pc:docMk/>
            <pc:sldMk cId="1094002150" sldId="480"/>
            <ac:spMk id="15" creationId="{C1D5D4EC-3D4C-44B4-C72A-6E02BF3A773C}"/>
          </ac:spMkLst>
        </pc:spChg>
        <pc:spChg chg="mod">
          <ac:chgData name="Casey Mulligan" userId="b1a7e7a662de0c22" providerId="LiveId" clId="{C4D42CC5-5ADB-0841-AFAE-D4A0DBD517D6}" dt="2023-06-28T02:56:08.920" v="57" actId="1076"/>
          <ac:spMkLst>
            <pc:docMk/>
            <pc:sldMk cId="1094002150" sldId="480"/>
            <ac:spMk id="16" creationId="{A42A7B91-F6F8-8611-841C-DCEB071F3D50}"/>
          </ac:spMkLst>
        </pc:spChg>
        <pc:spChg chg="del">
          <ac:chgData name="Casey Mulligan" userId="b1a7e7a662de0c22" providerId="LiveId" clId="{C4D42CC5-5ADB-0841-AFAE-D4A0DBD517D6}" dt="2023-06-28T02:54:21.841" v="54" actId="478"/>
          <ac:spMkLst>
            <pc:docMk/>
            <pc:sldMk cId="1094002150" sldId="480"/>
            <ac:spMk id="17" creationId="{DE7EBB7D-4898-4FD8-9EED-6DE9B1F9D2F8}"/>
          </ac:spMkLst>
        </pc:spChg>
        <pc:spChg chg="del">
          <ac:chgData name="Casey Mulligan" userId="b1a7e7a662de0c22" providerId="LiveId" clId="{C4D42CC5-5ADB-0841-AFAE-D4A0DBD517D6}" dt="2023-06-28T02:55:42.782" v="55" actId="478"/>
          <ac:spMkLst>
            <pc:docMk/>
            <pc:sldMk cId="1094002150" sldId="480"/>
            <ac:spMk id="18" creationId="{EA5931E0-6875-FE3B-8E12-6588554E85A3}"/>
          </ac:spMkLst>
        </pc:spChg>
        <pc:spChg chg="del mod">
          <ac:chgData name="Casey Mulligan" userId="b1a7e7a662de0c22" providerId="LiveId" clId="{C4D42CC5-5ADB-0841-AFAE-D4A0DBD517D6}" dt="2023-06-28T02:56:49.694" v="59" actId="478"/>
          <ac:spMkLst>
            <pc:docMk/>
            <pc:sldMk cId="1094002150" sldId="480"/>
            <ac:spMk id="19" creationId="{0B1434DD-3AF7-6907-A5CB-113E447F9FEF}"/>
          </ac:spMkLst>
        </pc:spChg>
        <pc:spChg chg="del">
          <ac:chgData name="Casey Mulligan" userId="b1a7e7a662de0c22" providerId="LiveId" clId="{C4D42CC5-5ADB-0841-AFAE-D4A0DBD517D6}" dt="2023-06-28T02:55:48.208" v="56" actId="478"/>
          <ac:spMkLst>
            <pc:docMk/>
            <pc:sldMk cId="1094002150" sldId="480"/>
            <ac:spMk id="21" creationId="{E91550DE-19C5-54A7-1DA8-C210A47E9421}"/>
          </ac:spMkLst>
        </pc:spChg>
        <pc:spChg chg="del">
          <ac:chgData name="Casey Mulligan" userId="b1a7e7a662de0c22" providerId="LiveId" clId="{C4D42CC5-5ADB-0841-AFAE-D4A0DBD517D6}" dt="2023-06-28T01:26:53.580" v="42" actId="478"/>
          <ac:spMkLst>
            <pc:docMk/>
            <pc:sldMk cId="1094002150" sldId="480"/>
            <ac:spMk id="22" creationId="{B273E429-4A99-CE77-B349-0DE2DF0136B6}"/>
          </ac:spMkLst>
        </pc:spChg>
        <pc:spChg chg="del">
          <ac:chgData name="Casey Mulligan" userId="b1a7e7a662de0c22" providerId="LiveId" clId="{C4D42CC5-5ADB-0841-AFAE-D4A0DBD517D6}" dt="2023-06-28T01:27:17.233" v="47" actId="478"/>
          <ac:spMkLst>
            <pc:docMk/>
            <pc:sldMk cId="1094002150" sldId="480"/>
            <ac:spMk id="23" creationId="{693F71D3-5FE8-B410-30F0-F0DA634E48A5}"/>
          </ac:spMkLst>
        </pc:spChg>
        <pc:spChg chg="del">
          <ac:chgData name="Casey Mulligan" userId="b1a7e7a662de0c22" providerId="LiveId" clId="{C4D42CC5-5ADB-0841-AFAE-D4A0DBD517D6}" dt="2023-06-28T02:54:11.018" v="52" actId="478"/>
          <ac:spMkLst>
            <pc:docMk/>
            <pc:sldMk cId="1094002150" sldId="480"/>
            <ac:spMk id="26" creationId="{246A3824-81AF-C426-2498-231C95EF89EF}"/>
          </ac:spMkLst>
        </pc:spChg>
        <pc:spChg chg="del">
          <ac:chgData name="Casey Mulligan" userId="b1a7e7a662de0c22" providerId="LiveId" clId="{C4D42CC5-5ADB-0841-AFAE-D4A0DBD517D6}" dt="2023-06-28T01:14:08.190" v="39" actId="478"/>
          <ac:spMkLst>
            <pc:docMk/>
            <pc:sldMk cId="1094002150" sldId="480"/>
            <ac:spMk id="27" creationId="{CC98C9D7-BC3C-8D1C-5B4A-C170A1A653DE}"/>
          </ac:spMkLst>
        </pc:spChg>
        <pc:spChg chg="del">
          <ac:chgData name="Casey Mulligan" userId="b1a7e7a662de0c22" providerId="LiveId" clId="{C4D42CC5-5ADB-0841-AFAE-D4A0DBD517D6}" dt="2023-06-28T01:27:02.328" v="44" actId="478"/>
          <ac:spMkLst>
            <pc:docMk/>
            <pc:sldMk cId="1094002150" sldId="480"/>
            <ac:spMk id="28" creationId="{98390A52-EDF6-BAAE-61B9-835C593339D3}"/>
          </ac:spMkLst>
        </pc:spChg>
        <pc:spChg chg="del">
          <ac:chgData name="Casey Mulligan" userId="b1a7e7a662de0c22" providerId="LiveId" clId="{C4D42CC5-5ADB-0841-AFAE-D4A0DBD517D6}" dt="2023-06-28T01:27:11.382" v="46" actId="478"/>
          <ac:spMkLst>
            <pc:docMk/>
            <pc:sldMk cId="1094002150" sldId="480"/>
            <ac:spMk id="29" creationId="{3544750D-7C25-7FFB-29B5-75025A6F582C}"/>
          </ac:spMkLst>
        </pc:spChg>
        <pc:spChg chg="del">
          <ac:chgData name="Casey Mulligan" userId="b1a7e7a662de0c22" providerId="LiveId" clId="{C4D42CC5-5ADB-0841-AFAE-D4A0DBD517D6}" dt="2023-06-28T01:26:57.441" v="43" actId="478"/>
          <ac:spMkLst>
            <pc:docMk/>
            <pc:sldMk cId="1094002150" sldId="480"/>
            <ac:spMk id="30" creationId="{8DDE63C7-12C9-3458-9EC8-F85F65D26115}"/>
          </ac:spMkLst>
        </pc:spChg>
        <pc:spChg chg="add mod">
          <ac:chgData name="Casey Mulligan" userId="b1a7e7a662de0c22" providerId="LiveId" clId="{C4D42CC5-5ADB-0841-AFAE-D4A0DBD517D6}" dt="2023-06-28T02:56:43.824" v="58" actId="571"/>
          <ac:spMkLst>
            <pc:docMk/>
            <pc:sldMk cId="1094002150" sldId="480"/>
            <ac:spMk id="31" creationId="{A95B1381-F0EC-0771-C1D7-F161965B0ACC}"/>
          </ac:spMkLst>
        </pc:spChg>
        <pc:spChg chg="del">
          <ac:chgData name="Casey Mulligan" userId="b1a7e7a662de0c22" providerId="LiveId" clId="{C4D42CC5-5ADB-0841-AFAE-D4A0DBD517D6}" dt="2023-06-28T01:26:53.580" v="42" actId="478"/>
          <ac:spMkLst>
            <pc:docMk/>
            <pc:sldMk cId="1094002150" sldId="480"/>
            <ac:spMk id="32" creationId="{D08772C4-43C8-B4B5-DC14-A7242AB62FCA}"/>
          </ac:spMkLst>
        </pc:spChg>
        <pc:spChg chg="del">
          <ac:chgData name="Casey Mulligan" userId="b1a7e7a662de0c22" providerId="LiveId" clId="{C4D42CC5-5ADB-0841-AFAE-D4A0DBD517D6}" dt="2023-06-28T01:26:53.580" v="42" actId="478"/>
          <ac:spMkLst>
            <pc:docMk/>
            <pc:sldMk cId="1094002150" sldId="480"/>
            <ac:spMk id="33" creationId="{E85CFCA1-4ABA-C64A-76A5-D917EEF27141}"/>
          </ac:spMkLst>
        </pc:spChg>
        <pc:spChg chg="add mod">
          <ac:chgData name="Casey Mulligan" userId="b1a7e7a662de0c22" providerId="LiveId" clId="{C4D42CC5-5ADB-0841-AFAE-D4A0DBD517D6}" dt="2023-06-28T03:02:02.179" v="132" actId="1076"/>
          <ac:spMkLst>
            <pc:docMk/>
            <pc:sldMk cId="1094002150" sldId="480"/>
            <ac:spMk id="34" creationId="{3DA33289-BC4D-5557-A518-D0A14232EA51}"/>
          </ac:spMkLst>
        </pc:spChg>
        <pc:spChg chg="del">
          <ac:chgData name="Casey Mulligan" userId="b1a7e7a662de0c22" providerId="LiveId" clId="{C4D42CC5-5ADB-0841-AFAE-D4A0DBD517D6}" dt="2023-06-28T02:54:19.026" v="53" actId="478"/>
          <ac:spMkLst>
            <pc:docMk/>
            <pc:sldMk cId="1094002150" sldId="480"/>
            <ac:spMk id="36" creationId="{A8361AB4-9058-1314-4607-65564738AC25}"/>
          </ac:spMkLst>
        </pc:spChg>
        <pc:spChg chg="add del mod">
          <ac:chgData name="Casey Mulligan" userId="b1a7e7a662de0c22" providerId="LiveId" clId="{C4D42CC5-5ADB-0841-AFAE-D4A0DBD517D6}" dt="2023-06-28T03:07:36.841" v="191" actId="21"/>
          <ac:spMkLst>
            <pc:docMk/>
            <pc:sldMk cId="1094002150" sldId="480"/>
            <ac:spMk id="37" creationId="{2557073F-79FC-D351-CCA5-39FAA54BEC9A}"/>
          </ac:spMkLst>
        </pc:spChg>
        <pc:spChg chg="del">
          <ac:chgData name="Casey Mulligan" userId="b1a7e7a662de0c22" providerId="LiveId" clId="{C4D42CC5-5ADB-0841-AFAE-D4A0DBD517D6}" dt="2023-06-28T01:14:02.045" v="38" actId="478"/>
          <ac:spMkLst>
            <pc:docMk/>
            <pc:sldMk cId="1094002150" sldId="480"/>
            <ac:spMk id="38" creationId="{FE48D0FC-EB88-74CF-1775-14BC9382DB57}"/>
          </ac:spMkLst>
        </pc:spChg>
        <pc:spChg chg="del">
          <ac:chgData name="Casey Mulligan" userId="b1a7e7a662de0c22" providerId="LiveId" clId="{C4D42CC5-5ADB-0841-AFAE-D4A0DBD517D6}" dt="2023-06-28T02:54:19.026" v="53" actId="478"/>
          <ac:spMkLst>
            <pc:docMk/>
            <pc:sldMk cId="1094002150" sldId="480"/>
            <ac:spMk id="55" creationId="{8EF45E06-B1B2-2A49-BDF7-E740A1DE6357}"/>
          </ac:spMkLst>
        </pc:spChg>
        <pc:spChg chg="del">
          <ac:chgData name="Casey Mulligan" userId="b1a7e7a662de0c22" providerId="LiveId" clId="{C4D42CC5-5ADB-0841-AFAE-D4A0DBD517D6}" dt="2023-06-28T02:54:07.762" v="51" actId="478"/>
          <ac:spMkLst>
            <pc:docMk/>
            <pc:sldMk cId="1094002150" sldId="480"/>
            <ac:spMk id="59" creationId="{972645DE-049C-934B-A38D-84E2F192E243}"/>
          </ac:spMkLst>
        </pc:spChg>
        <pc:spChg chg="mod">
          <ac:chgData name="Casey Mulligan" userId="b1a7e7a662de0c22" providerId="LiveId" clId="{C4D42CC5-5ADB-0841-AFAE-D4A0DBD517D6}" dt="2023-06-28T02:56:08.920" v="57" actId="1076"/>
          <ac:spMkLst>
            <pc:docMk/>
            <pc:sldMk cId="1094002150" sldId="480"/>
            <ac:spMk id="60" creationId="{F50DDF7D-F672-5542-A171-30E926E77BA0}"/>
          </ac:spMkLst>
        </pc:spChg>
        <pc:spChg chg="mod">
          <ac:chgData name="Casey Mulligan" userId="b1a7e7a662de0c22" providerId="LiveId" clId="{C4D42CC5-5ADB-0841-AFAE-D4A0DBD517D6}" dt="2023-06-28T02:56:08.920" v="57" actId="1076"/>
          <ac:spMkLst>
            <pc:docMk/>
            <pc:sldMk cId="1094002150" sldId="480"/>
            <ac:spMk id="61" creationId="{81443991-451D-8142-AC87-B3FEC91C4F34}"/>
          </ac:spMkLst>
        </pc:spChg>
        <pc:spChg chg="mod">
          <ac:chgData name="Casey Mulligan" userId="b1a7e7a662de0c22" providerId="LiveId" clId="{C4D42CC5-5ADB-0841-AFAE-D4A0DBD517D6}" dt="2023-06-28T02:56:08.920" v="57" actId="1076"/>
          <ac:spMkLst>
            <pc:docMk/>
            <pc:sldMk cId="1094002150" sldId="480"/>
            <ac:spMk id="62" creationId="{FFABC2C8-6B50-7D4E-A4E5-D4D3D9198239}"/>
          </ac:spMkLst>
        </pc:spChg>
      </pc:sldChg>
      <pc:sldChg chg="addSp delSp modSp add mod delAnim modAnim">
        <pc:chgData name="Casey Mulligan" userId="b1a7e7a662de0c22" providerId="LiveId" clId="{C4D42CC5-5ADB-0841-AFAE-D4A0DBD517D6}" dt="2023-06-28T03:08:21.383" v="193"/>
        <pc:sldMkLst>
          <pc:docMk/>
          <pc:sldMk cId="1989018154" sldId="481"/>
        </pc:sldMkLst>
        <pc:spChg chg="add del mod">
          <ac:chgData name="Casey Mulligan" userId="b1a7e7a662de0c22" providerId="LiveId" clId="{C4D42CC5-5ADB-0841-AFAE-D4A0DBD517D6}" dt="2023-06-28T02:59:41.357" v="105"/>
          <ac:spMkLst>
            <pc:docMk/>
            <pc:sldMk cId="1989018154" sldId="481"/>
            <ac:spMk id="2" creationId="{09E2C8AC-EBDC-5FA4-C0F0-224318BEEDAB}"/>
          </ac:spMkLst>
        </pc:spChg>
        <pc:spChg chg="add mod">
          <ac:chgData name="Casey Mulligan" userId="b1a7e7a662de0c22" providerId="LiveId" clId="{C4D42CC5-5ADB-0841-AFAE-D4A0DBD517D6}" dt="2023-06-28T03:00:31.579" v="113"/>
          <ac:spMkLst>
            <pc:docMk/>
            <pc:sldMk cId="1989018154" sldId="481"/>
            <ac:spMk id="3" creationId="{449181C3-0771-6AC5-D9CB-41C9AFE1250C}"/>
          </ac:spMkLst>
        </pc:spChg>
        <pc:spChg chg="add mod">
          <ac:chgData name="Casey Mulligan" userId="b1a7e7a662de0c22" providerId="LiveId" clId="{C4D42CC5-5ADB-0841-AFAE-D4A0DBD517D6}" dt="2023-06-28T03:00:31.579" v="113"/>
          <ac:spMkLst>
            <pc:docMk/>
            <pc:sldMk cId="1989018154" sldId="481"/>
            <ac:spMk id="4" creationId="{0EFE367A-40B2-5FDD-54A4-113EB9FFDB25}"/>
          </ac:spMkLst>
        </pc:spChg>
        <pc:spChg chg="mod">
          <ac:chgData name="Casey Mulligan" userId="b1a7e7a662de0c22" providerId="LiveId" clId="{C4D42CC5-5ADB-0841-AFAE-D4A0DBD517D6}" dt="2023-06-28T02:58:36.723" v="93" actId="1076"/>
          <ac:spMkLst>
            <pc:docMk/>
            <pc:sldMk cId="1989018154" sldId="481"/>
            <ac:spMk id="5" creationId="{517E1805-167C-2960-5D2A-DFBE05988C7F}"/>
          </ac:spMkLst>
        </pc:spChg>
        <pc:spChg chg="mod">
          <ac:chgData name="Casey Mulligan" userId="b1a7e7a662de0c22" providerId="LiveId" clId="{C4D42CC5-5ADB-0841-AFAE-D4A0DBD517D6}" dt="2023-06-28T03:05:28.482" v="150" actId="1076"/>
          <ac:spMkLst>
            <pc:docMk/>
            <pc:sldMk cId="1989018154" sldId="481"/>
            <ac:spMk id="7" creationId="{2FB28BA3-98CF-5B4A-E71B-4B7D72AF8239}"/>
          </ac:spMkLst>
        </pc:spChg>
        <pc:spChg chg="add mod">
          <ac:chgData name="Casey Mulligan" userId="b1a7e7a662de0c22" providerId="LiveId" clId="{C4D42CC5-5ADB-0841-AFAE-D4A0DBD517D6}" dt="2023-06-28T03:02:11.584" v="133"/>
          <ac:spMkLst>
            <pc:docMk/>
            <pc:sldMk cId="1989018154" sldId="481"/>
            <ac:spMk id="8" creationId="{742FE672-2779-926F-5A02-597F55C7F979}"/>
          </ac:spMkLst>
        </pc:spChg>
        <pc:spChg chg="add mod">
          <ac:chgData name="Casey Mulligan" userId="b1a7e7a662de0c22" providerId="LiveId" clId="{C4D42CC5-5ADB-0841-AFAE-D4A0DBD517D6}" dt="2023-06-28T03:02:21.570" v="135" actId="1076"/>
          <ac:spMkLst>
            <pc:docMk/>
            <pc:sldMk cId="1989018154" sldId="481"/>
            <ac:spMk id="10" creationId="{2E36C1A5-8454-7994-F58A-2324497865B8}"/>
          </ac:spMkLst>
        </pc:spChg>
        <pc:spChg chg="add mod">
          <ac:chgData name="Casey Mulligan" userId="b1a7e7a662de0c22" providerId="LiveId" clId="{C4D42CC5-5ADB-0841-AFAE-D4A0DBD517D6}" dt="2023-06-28T03:05:32.284" v="151" actId="1076"/>
          <ac:spMkLst>
            <pc:docMk/>
            <pc:sldMk cId="1989018154" sldId="481"/>
            <ac:spMk id="11" creationId="{3D1DDF7E-C6CF-AF1C-32E6-F4C894ADAB8F}"/>
          </ac:spMkLst>
        </pc:spChg>
        <pc:spChg chg="mod">
          <ac:chgData name="Casey Mulligan" userId="b1a7e7a662de0c22" providerId="LiveId" clId="{C4D42CC5-5ADB-0841-AFAE-D4A0DBD517D6}" dt="2023-06-28T03:00:15.784" v="110" actId="6549"/>
          <ac:spMkLst>
            <pc:docMk/>
            <pc:sldMk cId="1989018154" sldId="481"/>
            <ac:spMk id="12" creationId="{826B89E1-FE46-FBEE-599E-8915657AF075}"/>
          </ac:spMkLst>
        </pc:spChg>
        <pc:spChg chg="add mod">
          <ac:chgData name="Casey Mulligan" userId="b1a7e7a662de0c22" providerId="LiveId" clId="{C4D42CC5-5ADB-0841-AFAE-D4A0DBD517D6}" dt="2023-06-28T03:05:13.396" v="148" actId="1076"/>
          <ac:spMkLst>
            <pc:docMk/>
            <pc:sldMk cId="1989018154" sldId="481"/>
            <ac:spMk id="13" creationId="{28E74904-A7E8-AF35-8B11-4D8CCDB723FE}"/>
          </ac:spMkLst>
        </pc:spChg>
        <pc:spChg chg="mod">
          <ac:chgData name="Casey Mulligan" userId="b1a7e7a662de0c22" providerId="LiveId" clId="{C4D42CC5-5ADB-0841-AFAE-D4A0DBD517D6}" dt="2023-06-28T03:05:36.244" v="152" actId="1076"/>
          <ac:spMkLst>
            <pc:docMk/>
            <pc:sldMk cId="1989018154" sldId="481"/>
            <ac:spMk id="14" creationId="{63ABFD6E-8A4A-B14F-0034-141887AA4B2E}"/>
          </ac:spMkLst>
        </pc:spChg>
        <pc:spChg chg="mod">
          <ac:chgData name="Casey Mulligan" userId="b1a7e7a662de0c22" providerId="LiveId" clId="{C4D42CC5-5ADB-0841-AFAE-D4A0DBD517D6}" dt="2023-06-28T03:02:38.619" v="136" actId="14100"/>
          <ac:spMkLst>
            <pc:docMk/>
            <pc:sldMk cId="1989018154" sldId="481"/>
            <ac:spMk id="16" creationId="{A42A7B91-F6F8-8611-841C-DCEB071F3D50}"/>
          </ac:spMkLst>
        </pc:spChg>
        <pc:spChg chg="mod">
          <ac:chgData name="Casey Mulligan" userId="b1a7e7a662de0c22" providerId="LiveId" clId="{C4D42CC5-5ADB-0841-AFAE-D4A0DBD517D6}" dt="2023-06-28T02:59:29.552" v="103" actId="1076"/>
          <ac:spMkLst>
            <pc:docMk/>
            <pc:sldMk cId="1989018154" sldId="481"/>
            <ac:spMk id="20" creationId="{3D15DBA0-F6E2-D099-327F-D2F35138FDDE}"/>
          </ac:spMkLst>
        </pc:spChg>
        <pc:spChg chg="mod">
          <ac:chgData name="Casey Mulligan" userId="b1a7e7a662de0c22" providerId="LiveId" clId="{C4D42CC5-5ADB-0841-AFAE-D4A0DBD517D6}" dt="2023-06-28T02:59:49.846" v="106" actId="1076"/>
          <ac:spMkLst>
            <pc:docMk/>
            <pc:sldMk cId="1989018154" sldId="481"/>
            <ac:spMk id="31" creationId="{A95B1381-F0EC-0771-C1D7-F161965B0ACC}"/>
          </ac:spMkLst>
        </pc:spChg>
        <pc:spChg chg="mod">
          <ac:chgData name="Casey Mulligan" userId="b1a7e7a662de0c22" providerId="LiveId" clId="{C4D42CC5-5ADB-0841-AFAE-D4A0DBD517D6}" dt="2023-06-28T02:58:36.723" v="93" actId="1076"/>
          <ac:spMkLst>
            <pc:docMk/>
            <pc:sldMk cId="1989018154" sldId="481"/>
            <ac:spMk id="60" creationId="{F50DDF7D-F672-5542-A171-30E926E77BA0}"/>
          </ac:spMkLst>
        </pc:spChg>
        <pc:spChg chg="mod">
          <ac:chgData name="Casey Mulligan" userId="b1a7e7a662de0c22" providerId="LiveId" clId="{C4D42CC5-5ADB-0841-AFAE-D4A0DBD517D6}" dt="2023-06-28T02:59:15.437" v="102" actId="14100"/>
          <ac:spMkLst>
            <pc:docMk/>
            <pc:sldMk cId="1989018154" sldId="481"/>
            <ac:spMk id="61" creationId="{81443991-451D-8142-AC87-B3FEC91C4F34}"/>
          </ac:spMkLst>
        </pc:spChg>
        <pc:spChg chg="del mod">
          <ac:chgData name="Casey Mulligan" userId="b1a7e7a662de0c22" providerId="LiveId" clId="{C4D42CC5-5ADB-0841-AFAE-D4A0DBD517D6}" dt="2023-06-28T03:02:53.834" v="140" actId="478"/>
          <ac:spMkLst>
            <pc:docMk/>
            <pc:sldMk cId="1989018154" sldId="481"/>
            <ac:spMk id="62" creationId="{FFABC2C8-6B50-7D4E-A4E5-D4D3D9198239}"/>
          </ac:spMkLst>
        </pc:spChg>
        <pc:spChg chg="mod">
          <ac:chgData name="Casey Mulligan" userId="b1a7e7a662de0c22" providerId="LiveId" clId="{C4D42CC5-5ADB-0841-AFAE-D4A0DBD517D6}" dt="2023-06-28T02:59:06.057" v="99" actId="1076"/>
          <ac:spMkLst>
            <pc:docMk/>
            <pc:sldMk cId="1989018154" sldId="481"/>
            <ac:spMk id="65" creationId="{7B15A5C9-74C7-4643-885B-12C018D2D919}"/>
          </ac:spMkLst>
        </pc:spChg>
      </pc:sldChg>
      <pc:sldChg chg="addSp modSp add mod ord modAnim">
        <pc:chgData name="Casey Mulligan" userId="b1a7e7a662de0c22" providerId="LiveId" clId="{C4D42CC5-5ADB-0841-AFAE-D4A0DBD517D6}" dt="2023-06-28T15:48:22.845" v="955" actId="113"/>
        <pc:sldMkLst>
          <pc:docMk/>
          <pc:sldMk cId="2259661054" sldId="482"/>
        </pc:sldMkLst>
        <pc:spChg chg="add mod">
          <ac:chgData name="Casey Mulligan" userId="b1a7e7a662de0c22" providerId="LiveId" clId="{C4D42CC5-5ADB-0841-AFAE-D4A0DBD517D6}" dt="2023-06-28T03:07:39.201" v="192"/>
          <ac:spMkLst>
            <pc:docMk/>
            <pc:sldMk cId="2259661054" sldId="482"/>
            <ac:spMk id="2" creationId="{DCEC95D0-8C5A-0DC5-E980-8C53A13ACDBB}"/>
          </ac:spMkLst>
        </pc:spChg>
        <pc:spChg chg="mod">
          <ac:chgData name="Casey Mulligan" userId="b1a7e7a662de0c22" providerId="LiveId" clId="{C4D42CC5-5ADB-0841-AFAE-D4A0DBD517D6}" dt="2023-06-28T15:48:22.845" v="955" actId="113"/>
          <ac:spMkLst>
            <pc:docMk/>
            <pc:sldMk cId="2259661054" sldId="482"/>
            <ac:spMk id="9" creationId="{05BBD851-E76B-404D-BFF0-D8BBF37466DF}"/>
          </ac:spMkLst>
        </pc:spChg>
      </pc:sldChg>
      <pc:sldChg chg="modSp add mod ord modAnim modNotesTx">
        <pc:chgData name="Casey Mulligan" userId="b1a7e7a662de0c22" providerId="LiveId" clId="{C4D42CC5-5ADB-0841-AFAE-D4A0DBD517D6}" dt="2023-06-28T15:51:09.710" v="958"/>
        <pc:sldMkLst>
          <pc:docMk/>
          <pc:sldMk cId="4204217400" sldId="483"/>
        </pc:sldMkLst>
        <pc:spChg chg="mod">
          <ac:chgData name="Casey Mulligan" userId="b1a7e7a662de0c22" providerId="LiveId" clId="{C4D42CC5-5ADB-0841-AFAE-D4A0DBD517D6}" dt="2023-06-28T15:39:55.843" v="790"/>
          <ac:spMkLst>
            <pc:docMk/>
            <pc:sldMk cId="4204217400" sldId="483"/>
            <ac:spMk id="18435" creationId="{00000000-0000-0000-0000-000000000000}"/>
          </ac:spMkLst>
        </pc:spChg>
        <pc:spChg chg="mod">
          <ac:chgData name="Casey Mulligan" userId="b1a7e7a662de0c22" providerId="LiveId" clId="{C4D42CC5-5ADB-0841-AFAE-D4A0DBD517D6}" dt="2023-06-28T14:27:57.313" v="262" actId="20577"/>
          <ac:spMkLst>
            <pc:docMk/>
            <pc:sldMk cId="4204217400" sldId="483"/>
            <ac:spMk id="21506" creationId="{00000000-0000-0000-0000-000000000000}"/>
          </ac:spMkLst>
        </pc:spChg>
      </pc:sldChg>
    </pc:docChg>
  </pc:docChgLst>
  <pc:docChgLst>
    <pc:chgData name="Casey Mulligan" userId="b1a7e7a662de0c22" providerId="LiveId" clId="{23664824-2CBD-774C-8C83-0D3494103A45}"/>
    <pc:docChg chg="modSld">
      <pc:chgData name="Casey Mulligan" userId="b1a7e7a662de0c22" providerId="LiveId" clId="{23664824-2CBD-774C-8C83-0D3494103A45}" dt="2020-05-13T20:04:16.566" v="71" actId="20577"/>
      <pc:docMkLst>
        <pc:docMk/>
      </pc:docMkLst>
      <pc:sldChg chg="modSp">
        <pc:chgData name="Casey Mulligan" userId="b1a7e7a662de0c22" providerId="LiveId" clId="{23664824-2CBD-774C-8C83-0D3494103A45}" dt="2020-05-13T20:03:47.563" v="29" actId="20577"/>
        <pc:sldMkLst>
          <pc:docMk/>
          <pc:sldMk cId="4276617165" sldId="334"/>
        </pc:sldMkLst>
        <pc:spChg chg="mod">
          <ac:chgData name="Casey Mulligan" userId="b1a7e7a662de0c22" providerId="LiveId" clId="{23664824-2CBD-774C-8C83-0D3494103A45}" dt="2020-05-13T20:03:47.563" v="29" actId="20577"/>
          <ac:spMkLst>
            <pc:docMk/>
            <pc:sldMk cId="4276617165" sldId="334"/>
            <ac:spMk id="21506" creationId="{00000000-0000-0000-0000-000000000000}"/>
          </ac:spMkLst>
        </pc:spChg>
      </pc:sldChg>
      <pc:sldChg chg="modSp">
        <pc:chgData name="Casey Mulligan" userId="b1a7e7a662de0c22" providerId="LiveId" clId="{23664824-2CBD-774C-8C83-0D3494103A45}" dt="2020-05-13T20:04:16.566" v="71" actId="20577"/>
        <pc:sldMkLst>
          <pc:docMk/>
          <pc:sldMk cId="421186318" sldId="335"/>
        </pc:sldMkLst>
        <pc:spChg chg="mod">
          <ac:chgData name="Casey Mulligan" userId="b1a7e7a662de0c22" providerId="LiveId" clId="{23664824-2CBD-774C-8C83-0D3494103A45}" dt="2020-05-13T20:04:16.566" v="71" actId="20577"/>
          <ac:spMkLst>
            <pc:docMk/>
            <pc:sldMk cId="421186318" sldId="335"/>
            <ac:spMk id="21506" creationId="{00000000-0000-0000-0000-000000000000}"/>
          </ac:spMkLst>
        </pc:spChg>
      </pc:sldChg>
    </pc:docChg>
  </pc:docChgLst>
  <pc:docChgLst>
    <pc:chgData name="Casey Mulligan" userId="b1a7e7a662de0c22" providerId="LiveId" clId="{24F052E3-DAF7-164E-B875-89525C006D57}"/>
    <pc:docChg chg="modSld">
      <pc:chgData name="Casey Mulligan" userId="b1a7e7a662de0c22" providerId="LiveId" clId="{24F052E3-DAF7-164E-B875-89525C006D57}" dt="2019-09-24T03:08:21.750" v="10" actId="20577"/>
      <pc:docMkLst>
        <pc:docMk/>
      </pc:docMkLst>
      <pc:sldChg chg="modSp">
        <pc:chgData name="Casey Mulligan" userId="b1a7e7a662de0c22" providerId="LiveId" clId="{24F052E3-DAF7-164E-B875-89525C006D57}" dt="2019-09-24T03:08:21.750" v="10" actId="20577"/>
        <pc:sldMkLst>
          <pc:docMk/>
          <pc:sldMk cId="0" sldId="266"/>
        </pc:sldMkLst>
        <pc:spChg chg="mod">
          <ac:chgData name="Casey Mulligan" userId="b1a7e7a662de0c22" providerId="LiveId" clId="{24F052E3-DAF7-164E-B875-89525C006D57}" dt="2019-09-24T03:08:13.039" v="0"/>
          <ac:spMkLst>
            <pc:docMk/>
            <pc:sldMk cId="0" sldId="266"/>
            <ac:spMk id="19458" creationId="{00000000-0000-0000-0000-000000000000}"/>
          </ac:spMkLst>
        </pc:spChg>
        <pc:spChg chg="mod">
          <ac:chgData name="Casey Mulligan" userId="b1a7e7a662de0c22" providerId="LiveId" clId="{24F052E3-DAF7-164E-B875-89525C006D57}" dt="2019-09-24T03:08:21.750" v="10" actId="20577"/>
          <ac:spMkLst>
            <pc:docMk/>
            <pc:sldMk cId="0" sldId="266"/>
            <ac:spMk id="19459" creationId="{00000000-0000-0000-0000-000000000000}"/>
          </ac:spMkLst>
        </pc:spChg>
      </pc:sldChg>
    </pc:docChg>
  </pc:docChgLst>
  <pc:docChgLst>
    <pc:chgData name="Casey Mulligan" userId="b1a7e7a662de0c22" providerId="LiveId" clId="{46A95251-F8DB-1643-AEC2-BBE561BA8E80}"/>
    <pc:docChg chg="modSld">
      <pc:chgData name="Casey Mulligan" userId="b1a7e7a662de0c22" providerId="LiveId" clId="{46A95251-F8DB-1643-AEC2-BBE561BA8E80}" dt="2023-06-27T23:07:44.880" v="5" actId="20577"/>
      <pc:docMkLst>
        <pc:docMk/>
      </pc:docMkLst>
      <pc:sldChg chg="modSp">
        <pc:chgData name="Casey Mulligan" userId="b1a7e7a662de0c22" providerId="LiveId" clId="{46A95251-F8DB-1643-AEC2-BBE561BA8E80}" dt="2023-06-27T23:07:44.880" v="5" actId="20577"/>
        <pc:sldMkLst>
          <pc:docMk/>
          <pc:sldMk cId="3696789287" sldId="473"/>
        </pc:sldMkLst>
        <pc:spChg chg="mod">
          <ac:chgData name="Casey Mulligan" userId="b1a7e7a662de0c22" providerId="LiveId" clId="{46A95251-F8DB-1643-AEC2-BBE561BA8E80}" dt="2023-06-27T23:07:44.880" v="5" actId="20577"/>
          <ac:spMkLst>
            <pc:docMk/>
            <pc:sldMk cId="3696789287" sldId="473"/>
            <ac:spMk id="18435" creationId="{00000000-0000-0000-0000-000000000000}"/>
          </ac:spMkLst>
        </pc:spChg>
      </pc:sldChg>
    </pc:docChg>
  </pc:docChgLst>
  <pc:docChgLst>
    <pc:chgData name="Casey Mulligan" userId="b1a7e7a662de0c22" providerId="LiveId" clId="{5560084B-2506-5440-B5F4-916D84819BAC}"/>
    <pc:docChg chg="modSld">
      <pc:chgData name="Casey Mulligan" userId="b1a7e7a662de0c22" providerId="LiveId" clId="{5560084B-2506-5440-B5F4-916D84819BAC}" dt="2023-06-28T12:15:22.237" v="295" actId="20577"/>
      <pc:docMkLst>
        <pc:docMk/>
      </pc:docMkLst>
      <pc:sldChg chg="modSp">
        <pc:chgData name="Casey Mulligan" userId="b1a7e7a662de0c22" providerId="LiveId" clId="{5560084B-2506-5440-B5F4-916D84819BAC}" dt="2023-06-28T12:06:13.582" v="2" actId="20577"/>
        <pc:sldMkLst>
          <pc:docMk/>
          <pc:sldMk cId="4081739819" sldId="474"/>
        </pc:sldMkLst>
        <pc:spChg chg="mod">
          <ac:chgData name="Casey Mulligan" userId="b1a7e7a662de0c22" providerId="LiveId" clId="{5560084B-2506-5440-B5F4-916D84819BAC}" dt="2023-06-28T12:06:13.582" v="2" actId="20577"/>
          <ac:spMkLst>
            <pc:docMk/>
            <pc:sldMk cId="4081739819" sldId="474"/>
            <ac:spMk id="18435" creationId="{00000000-0000-0000-0000-000000000000}"/>
          </ac:spMkLst>
        </pc:spChg>
      </pc:sldChg>
      <pc:sldChg chg="modSp">
        <pc:chgData name="Casey Mulligan" userId="b1a7e7a662de0c22" providerId="LiveId" clId="{5560084B-2506-5440-B5F4-916D84819BAC}" dt="2023-06-28T12:07:43.732" v="24" actId="14100"/>
        <pc:sldMkLst>
          <pc:docMk/>
          <pc:sldMk cId="3950214025" sldId="475"/>
        </pc:sldMkLst>
        <pc:spChg chg="mod">
          <ac:chgData name="Casey Mulligan" userId="b1a7e7a662de0c22" providerId="LiveId" clId="{5560084B-2506-5440-B5F4-916D84819BAC}" dt="2023-06-28T12:07:27.576" v="20" actId="14100"/>
          <ac:spMkLst>
            <pc:docMk/>
            <pc:sldMk cId="3950214025" sldId="475"/>
            <ac:spMk id="7" creationId="{2FB28BA3-98CF-5B4A-E71B-4B7D72AF8239}"/>
          </ac:spMkLst>
        </pc:spChg>
        <pc:spChg chg="mod">
          <ac:chgData name="Casey Mulligan" userId="b1a7e7a662de0c22" providerId="LiveId" clId="{5560084B-2506-5440-B5F4-916D84819BAC}" dt="2023-06-28T12:07:43.732" v="24" actId="14100"/>
          <ac:spMkLst>
            <pc:docMk/>
            <pc:sldMk cId="3950214025" sldId="475"/>
            <ac:spMk id="42" creationId="{CFCFE09C-F8CD-0F31-CDC1-8C9BC5EBB6CF}"/>
          </ac:spMkLst>
        </pc:spChg>
      </pc:sldChg>
      <pc:sldChg chg="modSp">
        <pc:chgData name="Casey Mulligan" userId="b1a7e7a662de0c22" providerId="LiveId" clId="{5560084B-2506-5440-B5F4-916D84819BAC}" dt="2023-06-28T12:08:31.086" v="41" actId="20577"/>
        <pc:sldMkLst>
          <pc:docMk/>
          <pc:sldMk cId="2096412881" sldId="476"/>
        </pc:sldMkLst>
        <pc:spChg chg="mod">
          <ac:chgData name="Casey Mulligan" userId="b1a7e7a662de0c22" providerId="LiveId" clId="{5560084B-2506-5440-B5F4-916D84819BAC}" dt="2023-06-28T12:08:31.086" v="41" actId="20577"/>
          <ac:spMkLst>
            <pc:docMk/>
            <pc:sldMk cId="2096412881" sldId="476"/>
            <ac:spMk id="18435" creationId="{00000000-0000-0000-0000-000000000000}"/>
          </ac:spMkLst>
        </pc:spChg>
      </pc:sldChg>
      <pc:sldChg chg="modNotesTx">
        <pc:chgData name="Casey Mulligan" userId="b1a7e7a662de0c22" providerId="LiveId" clId="{5560084B-2506-5440-B5F4-916D84819BAC}" dt="2023-06-28T12:15:22.237" v="295" actId="20577"/>
        <pc:sldMkLst>
          <pc:docMk/>
          <pc:sldMk cId="1546605216" sldId="479"/>
        </pc:sldMkLst>
      </pc:sldChg>
      <pc:sldChg chg="modNotesTx">
        <pc:chgData name="Casey Mulligan" userId="b1a7e7a662de0c22" providerId="LiveId" clId="{5560084B-2506-5440-B5F4-916D84819BAC}" dt="2023-06-28T12:13:01.870" v="195" actId="20577"/>
        <pc:sldMkLst>
          <pc:docMk/>
          <pc:sldMk cId="2259661054" sldId="482"/>
        </pc:sldMkLst>
      </pc:sldChg>
    </pc:docChg>
  </pc:docChgLst>
  <pc:docChgLst>
    <pc:chgData name="Casey Mulligan" userId="b1a7e7a662de0c22" providerId="LiveId" clId="{ED2818AC-A77D-E941-8141-872888A9C126}"/>
    <pc:docChg chg="undo custSel addSld modSld sldOrd">
      <pc:chgData name="Casey Mulligan" userId="b1a7e7a662de0c22" providerId="LiveId" clId="{ED2818AC-A77D-E941-8141-872888A9C126}" dt="2019-10-27T01:16:22.047" v="2062" actId="20577"/>
      <pc:docMkLst>
        <pc:docMk/>
      </pc:docMkLst>
      <pc:sldChg chg="modSp modAnim">
        <pc:chgData name="Casey Mulligan" userId="b1a7e7a662de0c22" providerId="LiveId" clId="{ED2818AC-A77D-E941-8141-872888A9C126}" dt="2019-10-27T01:14:07.047" v="2045" actId="20577"/>
        <pc:sldMkLst>
          <pc:docMk/>
          <pc:sldMk cId="421186318" sldId="335"/>
        </pc:sldMkLst>
        <pc:spChg chg="mod">
          <ac:chgData name="Casey Mulligan" userId="b1a7e7a662de0c22" providerId="LiveId" clId="{ED2818AC-A77D-E941-8141-872888A9C126}" dt="2019-10-27T01:14:07.047" v="2045" actId="20577"/>
          <ac:spMkLst>
            <pc:docMk/>
            <pc:sldMk cId="421186318" sldId="335"/>
            <ac:spMk id="18435" creationId="{00000000-0000-0000-0000-000000000000}"/>
          </ac:spMkLst>
        </pc:spChg>
      </pc:sldChg>
      <pc:sldChg chg="modSp">
        <pc:chgData name="Casey Mulligan" userId="b1a7e7a662de0c22" providerId="LiveId" clId="{ED2818AC-A77D-E941-8141-872888A9C126}" dt="2019-10-27T01:16:22.047" v="2062" actId="20577"/>
        <pc:sldMkLst>
          <pc:docMk/>
          <pc:sldMk cId="2923918630" sldId="336"/>
        </pc:sldMkLst>
        <pc:spChg chg="mod">
          <ac:chgData name="Casey Mulligan" userId="b1a7e7a662de0c22" providerId="LiveId" clId="{ED2818AC-A77D-E941-8141-872888A9C126}" dt="2019-10-27T01:16:22.047" v="2062" actId="20577"/>
          <ac:spMkLst>
            <pc:docMk/>
            <pc:sldMk cId="2923918630" sldId="336"/>
            <ac:spMk id="18435" creationId="{00000000-0000-0000-0000-000000000000}"/>
          </ac:spMkLst>
        </pc:spChg>
      </pc:sldChg>
      <pc:sldChg chg="modSp add modAnim">
        <pc:chgData name="Casey Mulligan" userId="b1a7e7a662de0c22" providerId="LiveId" clId="{ED2818AC-A77D-E941-8141-872888A9C126}" dt="2019-10-26T18:21:49.989" v="1419"/>
        <pc:sldMkLst>
          <pc:docMk/>
          <pc:sldMk cId="4208682032" sldId="337"/>
        </pc:sldMkLst>
        <pc:spChg chg="mod">
          <ac:chgData name="Casey Mulligan" userId="b1a7e7a662de0c22" providerId="LiveId" clId="{ED2818AC-A77D-E941-8141-872888A9C126}" dt="2019-10-26T18:14:30.850" v="1417" actId="20577"/>
          <ac:spMkLst>
            <pc:docMk/>
            <pc:sldMk cId="4208682032" sldId="337"/>
            <ac:spMk id="18435" creationId="{00000000-0000-0000-0000-000000000000}"/>
          </ac:spMkLst>
        </pc:spChg>
        <pc:spChg chg="mod">
          <ac:chgData name="Casey Mulligan" userId="b1a7e7a662de0c22" providerId="LiveId" clId="{ED2818AC-A77D-E941-8141-872888A9C126}" dt="2019-10-25T17:15:24.688" v="189" actId="20577"/>
          <ac:spMkLst>
            <pc:docMk/>
            <pc:sldMk cId="4208682032" sldId="337"/>
            <ac:spMk id="21506" creationId="{00000000-0000-0000-0000-000000000000}"/>
          </ac:spMkLst>
        </pc:spChg>
      </pc:sldChg>
      <pc:sldChg chg="addSp delSp modSp add ord addAnim delAnim modAnim modNotesTx">
        <pc:chgData name="Casey Mulligan" userId="b1a7e7a662de0c22" providerId="LiveId" clId="{ED2818AC-A77D-E941-8141-872888A9C126}" dt="2019-10-26T17:54:54.892" v="606"/>
        <pc:sldMkLst>
          <pc:docMk/>
          <pc:sldMk cId="2667862104" sldId="338"/>
        </pc:sldMkLst>
        <pc:spChg chg="add del mod">
          <ac:chgData name="Casey Mulligan" userId="b1a7e7a662de0c22" providerId="LiveId" clId="{ED2818AC-A77D-E941-8141-872888A9C126}" dt="2019-10-26T17:46:51.205" v="539" actId="478"/>
          <ac:spMkLst>
            <pc:docMk/>
            <pc:sldMk cId="2667862104" sldId="338"/>
            <ac:spMk id="9" creationId="{0B323D76-42BA-0D4B-8989-275F6E63D2FA}"/>
          </ac:spMkLst>
        </pc:spChg>
        <pc:spChg chg="add del mod">
          <ac:chgData name="Casey Mulligan" userId="b1a7e7a662de0c22" providerId="LiveId" clId="{ED2818AC-A77D-E941-8141-872888A9C126}" dt="2019-10-26T17:46:59.051" v="542" actId="167"/>
          <ac:spMkLst>
            <pc:docMk/>
            <pc:sldMk cId="2667862104" sldId="338"/>
            <ac:spMk id="13" creationId="{7F07977E-95FD-DC40-988F-6E584719C6D1}"/>
          </ac:spMkLst>
        </pc:spChg>
        <pc:spChg chg="mod">
          <ac:chgData name="Casey Mulligan" userId="b1a7e7a662de0c22" providerId="LiveId" clId="{ED2818AC-A77D-E941-8141-872888A9C126}" dt="2019-10-26T17:46:16.378" v="533" actId="20577"/>
          <ac:spMkLst>
            <pc:docMk/>
            <pc:sldMk cId="2667862104" sldId="338"/>
            <ac:spMk id="18435" creationId="{00000000-0000-0000-0000-000000000000}"/>
          </ac:spMkLst>
        </pc:spChg>
        <pc:picChg chg="add mod">
          <ac:chgData name="Casey Mulligan" userId="b1a7e7a662de0c22" providerId="LiveId" clId="{ED2818AC-A77D-E941-8141-872888A9C126}" dt="2019-10-26T17:47:06.346" v="544" actId="167"/>
          <ac:picMkLst>
            <pc:docMk/>
            <pc:sldMk cId="2667862104" sldId="338"/>
            <ac:picMk id="2" creationId="{AFDFFEAE-0BEB-C647-82DD-B232B27A945B}"/>
          </ac:picMkLst>
        </pc:picChg>
        <pc:cxnChg chg="add del mod">
          <ac:chgData name="Casey Mulligan" userId="b1a7e7a662de0c22" providerId="LiveId" clId="{ED2818AC-A77D-E941-8141-872888A9C126}" dt="2019-10-26T17:47:03.771" v="543" actId="478"/>
          <ac:cxnSpMkLst>
            <pc:docMk/>
            <pc:sldMk cId="2667862104" sldId="338"/>
            <ac:cxnSpMk id="4" creationId="{E0250BDE-0FEC-0D48-AE7A-67B2E2E00EBB}"/>
          </ac:cxnSpMkLst>
        </pc:cxnChg>
        <pc:cxnChg chg="add del mod">
          <ac:chgData name="Casey Mulligan" userId="b1a7e7a662de0c22" providerId="LiveId" clId="{ED2818AC-A77D-E941-8141-872888A9C126}" dt="2019-10-26T17:46:47.610" v="538" actId="478"/>
          <ac:cxnSpMkLst>
            <pc:docMk/>
            <pc:sldMk cId="2667862104" sldId="338"/>
            <ac:cxnSpMk id="12" creationId="{0DB37AA0-4744-FA49-8237-5D9CFCD32ED5}"/>
          </ac:cxnSpMkLst>
        </pc:cxnChg>
      </pc:sldChg>
      <pc:sldChg chg="modSp add modAnim modNotesTx">
        <pc:chgData name="Casey Mulligan" userId="b1a7e7a662de0c22" providerId="LiveId" clId="{ED2818AC-A77D-E941-8141-872888A9C126}" dt="2019-10-27T00:54:26.935" v="1711" actId="20577"/>
        <pc:sldMkLst>
          <pc:docMk/>
          <pc:sldMk cId="458016875" sldId="339"/>
        </pc:sldMkLst>
        <pc:spChg chg="mod">
          <ac:chgData name="Casey Mulligan" userId="b1a7e7a662de0c22" providerId="LiveId" clId="{ED2818AC-A77D-E941-8141-872888A9C126}" dt="2019-10-27T00:54:13.176" v="1694" actId="20577"/>
          <ac:spMkLst>
            <pc:docMk/>
            <pc:sldMk cId="458016875" sldId="339"/>
            <ac:spMk id="18435" creationId="{00000000-0000-0000-0000-000000000000}"/>
          </ac:spMkLst>
        </pc:spChg>
      </pc:sldChg>
      <pc:sldChg chg="modSp add modAnim">
        <pc:chgData name="Casey Mulligan" userId="b1a7e7a662de0c22" providerId="LiveId" clId="{ED2818AC-A77D-E941-8141-872888A9C126}" dt="2019-10-27T01:03:00.769" v="1919" actId="20577"/>
        <pc:sldMkLst>
          <pc:docMk/>
          <pc:sldMk cId="2318034195" sldId="340"/>
        </pc:sldMkLst>
        <pc:spChg chg="mod">
          <ac:chgData name="Casey Mulligan" userId="b1a7e7a662de0c22" providerId="LiveId" clId="{ED2818AC-A77D-E941-8141-872888A9C126}" dt="2019-10-27T01:03:00.769" v="1919" actId="20577"/>
          <ac:spMkLst>
            <pc:docMk/>
            <pc:sldMk cId="2318034195" sldId="340"/>
            <ac:spMk id="18435" creationId="{00000000-0000-0000-0000-000000000000}"/>
          </ac:spMkLst>
        </pc:spChg>
      </pc:sldChg>
    </pc:docChg>
  </pc:docChgLst>
  <pc:docChgLst>
    <pc:chgData name="Casey Mulligan" userId="b1a7e7a662de0c22" providerId="LiveId" clId="{0BB0E5D1-A1F0-9245-8E49-C7FEC6AFF2FF}"/>
    <pc:docChg chg="modSld">
      <pc:chgData name="Casey Mulligan" userId="b1a7e7a662de0c22" providerId="LiveId" clId="{0BB0E5D1-A1F0-9245-8E49-C7FEC6AFF2FF}" dt="2023-04-18T23:24:38.582" v="104" actId="1076"/>
      <pc:docMkLst>
        <pc:docMk/>
      </pc:docMkLst>
      <pc:sldChg chg="modSp mod">
        <pc:chgData name="Casey Mulligan" userId="b1a7e7a662de0c22" providerId="LiveId" clId="{0BB0E5D1-A1F0-9245-8E49-C7FEC6AFF2FF}" dt="2023-04-18T01:14:47.183" v="39" actId="20577"/>
        <pc:sldMkLst>
          <pc:docMk/>
          <pc:sldMk cId="176359578" sldId="465"/>
        </pc:sldMkLst>
        <pc:spChg chg="mod">
          <ac:chgData name="Casey Mulligan" userId="b1a7e7a662de0c22" providerId="LiveId" clId="{0BB0E5D1-A1F0-9245-8E49-C7FEC6AFF2FF}" dt="2023-04-18T01:14:47.183" v="39" actId="20577"/>
          <ac:spMkLst>
            <pc:docMk/>
            <pc:sldMk cId="176359578" sldId="465"/>
            <ac:spMk id="9" creationId="{05BBD851-E76B-404D-BFF0-D8BBF37466DF}"/>
          </ac:spMkLst>
        </pc:spChg>
      </pc:sldChg>
      <pc:sldChg chg="modSp mod">
        <pc:chgData name="Casey Mulligan" userId="b1a7e7a662de0c22" providerId="LiveId" clId="{0BB0E5D1-A1F0-9245-8E49-C7FEC6AFF2FF}" dt="2023-04-18T23:24:29.818" v="103" actId="1076"/>
        <pc:sldMkLst>
          <pc:docMk/>
          <pc:sldMk cId="1008531775" sldId="466"/>
        </pc:sldMkLst>
        <pc:spChg chg="mod">
          <ac:chgData name="Casey Mulligan" userId="b1a7e7a662de0c22" providerId="LiveId" clId="{0BB0E5D1-A1F0-9245-8E49-C7FEC6AFF2FF}" dt="2023-04-18T23:24:20.604" v="102" actId="688"/>
          <ac:spMkLst>
            <pc:docMk/>
            <pc:sldMk cId="1008531775" sldId="466"/>
            <ac:spMk id="8" creationId="{B4310574-110A-5820-58CD-AF93E6B5B845}"/>
          </ac:spMkLst>
        </pc:spChg>
        <pc:spChg chg="mod">
          <ac:chgData name="Casey Mulligan" userId="b1a7e7a662de0c22" providerId="LiveId" clId="{0BB0E5D1-A1F0-9245-8E49-C7FEC6AFF2FF}" dt="2023-04-18T22:44:10.805" v="101" actId="20577"/>
          <ac:spMkLst>
            <pc:docMk/>
            <pc:sldMk cId="1008531775" sldId="466"/>
            <ac:spMk id="9" creationId="{05BBD851-E76B-404D-BFF0-D8BBF37466DF}"/>
          </ac:spMkLst>
        </pc:spChg>
        <pc:spChg chg="mod">
          <ac:chgData name="Casey Mulligan" userId="b1a7e7a662de0c22" providerId="LiveId" clId="{0BB0E5D1-A1F0-9245-8E49-C7FEC6AFF2FF}" dt="2023-04-18T23:24:29.818" v="103" actId="1076"/>
          <ac:spMkLst>
            <pc:docMk/>
            <pc:sldMk cId="1008531775" sldId="466"/>
            <ac:spMk id="14" creationId="{63ABFD6E-8A4A-B14F-0034-141887AA4B2E}"/>
          </ac:spMkLst>
        </pc:spChg>
        <pc:spChg chg="mod">
          <ac:chgData name="Casey Mulligan" userId="b1a7e7a662de0c22" providerId="LiveId" clId="{0BB0E5D1-A1F0-9245-8E49-C7FEC6AFF2FF}" dt="2023-04-18T22:40:26.703" v="94" actId="206"/>
          <ac:spMkLst>
            <pc:docMk/>
            <pc:sldMk cId="1008531775" sldId="466"/>
            <ac:spMk id="30" creationId="{8DDE63C7-12C9-3458-9EC8-F85F65D26115}"/>
          </ac:spMkLst>
        </pc:spChg>
      </pc:sldChg>
      <pc:sldChg chg="modSp mod">
        <pc:chgData name="Casey Mulligan" userId="b1a7e7a662de0c22" providerId="LiveId" clId="{0BB0E5D1-A1F0-9245-8E49-C7FEC6AFF2FF}" dt="2023-04-18T23:24:38.582" v="104" actId="1076"/>
        <pc:sldMkLst>
          <pc:docMk/>
          <pc:sldMk cId="3950214025" sldId="475"/>
        </pc:sldMkLst>
        <pc:spChg chg="mod">
          <ac:chgData name="Casey Mulligan" userId="b1a7e7a662de0c22" providerId="LiveId" clId="{0BB0E5D1-A1F0-9245-8E49-C7FEC6AFF2FF}" dt="2023-04-18T01:18:43.527" v="63" actId="20577"/>
          <ac:spMkLst>
            <pc:docMk/>
            <pc:sldMk cId="3950214025" sldId="475"/>
            <ac:spMk id="9" creationId="{05BBD851-E76B-404D-BFF0-D8BBF37466DF}"/>
          </ac:spMkLst>
        </pc:spChg>
        <pc:spChg chg="mod">
          <ac:chgData name="Casey Mulligan" userId="b1a7e7a662de0c22" providerId="LiveId" clId="{0BB0E5D1-A1F0-9245-8E49-C7FEC6AFF2FF}" dt="2023-04-18T23:24:38.582" v="104" actId="1076"/>
          <ac:spMkLst>
            <pc:docMk/>
            <pc:sldMk cId="3950214025" sldId="475"/>
            <ac:spMk id="14" creationId="{63ABFD6E-8A4A-B14F-0034-141887AA4B2E}"/>
          </ac:spMkLst>
        </pc:spChg>
        <pc:spChg chg="mod">
          <ac:chgData name="Casey Mulligan" userId="b1a7e7a662de0c22" providerId="LiveId" clId="{0BB0E5D1-A1F0-9245-8E49-C7FEC6AFF2FF}" dt="2023-04-18T22:40:04.695" v="92" actId="206"/>
          <ac:spMkLst>
            <pc:docMk/>
            <pc:sldMk cId="3950214025" sldId="475"/>
            <ac:spMk id="30" creationId="{8DDE63C7-12C9-3458-9EC8-F85F65D26115}"/>
          </ac:spMkLst>
        </pc:spChg>
      </pc:sldChg>
    </pc:docChg>
  </pc:docChgLst>
  <pc:docChgLst>
    <pc:chgData name="Casey Mulligan" userId="b1a7e7a662de0c22" providerId="LiveId" clId="{F1D300D3-3331-3E44-9CD8-B9D338370164}"/>
    <pc:docChg chg="undo custSel addSld delSld modSld sldOrd delMainMaster">
      <pc:chgData name="Casey Mulligan" userId="b1a7e7a662de0c22" providerId="LiveId" clId="{F1D300D3-3331-3E44-9CD8-B9D338370164}" dt="2019-09-27T19:37:00.494" v="1905" actId="6549"/>
      <pc:docMkLst>
        <pc:docMk/>
      </pc:docMkLst>
      <pc:sldChg chg="modSp">
        <pc:chgData name="Casey Mulligan" userId="b1a7e7a662de0c22" providerId="LiveId" clId="{F1D300D3-3331-3E44-9CD8-B9D338370164}" dt="2019-09-27T16:29:17.290" v="12" actId="20577"/>
        <pc:sldMkLst>
          <pc:docMk/>
          <pc:sldMk cId="0" sldId="266"/>
        </pc:sldMkLst>
        <pc:spChg chg="mod">
          <ac:chgData name="Casey Mulligan" userId="b1a7e7a662de0c22" providerId="LiveId" clId="{F1D300D3-3331-3E44-9CD8-B9D338370164}" dt="2019-09-27T16:29:17.290" v="12" actId="20577"/>
          <ac:spMkLst>
            <pc:docMk/>
            <pc:sldMk cId="0" sldId="266"/>
            <ac:spMk id="19459" creationId="{00000000-0000-0000-0000-000000000000}"/>
          </ac:spMkLst>
        </pc:spChg>
      </pc:sldChg>
      <pc:sldChg chg="modAnim">
        <pc:chgData name="Casey Mulligan" userId="b1a7e7a662de0c22" providerId="LiveId" clId="{F1D300D3-3331-3E44-9CD8-B9D338370164}" dt="2019-09-27T16:29:51.152" v="13"/>
        <pc:sldMkLst>
          <pc:docMk/>
          <pc:sldMk cId="0" sldId="267"/>
        </pc:sldMkLst>
      </pc:sldChg>
      <pc:sldChg chg="modSp add modNotesTx">
        <pc:chgData name="Casey Mulligan" userId="b1a7e7a662de0c22" providerId="LiveId" clId="{F1D300D3-3331-3E44-9CD8-B9D338370164}" dt="2019-09-27T19:29:14.136" v="1820" actId="20577"/>
        <pc:sldMkLst>
          <pc:docMk/>
          <pc:sldMk cId="4276617165" sldId="334"/>
        </pc:sldMkLst>
        <pc:spChg chg="mod">
          <ac:chgData name="Casey Mulligan" userId="b1a7e7a662de0c22" providerId="LiveId" clId="{F1D300D3-3331-3E44-9CD8-B9D338370164}" dt="2019-09-27T19:29:14.136" v="1820" actId="20577"/>
          <ac:spMkLst>
            <pc:docMk/>
            <pc:sldMk cId="4276617165" sldId="334"/>
            <ac:spMk id="18435" creationId="{00000000-0000-0000-0000-000000000000}"/>
          </ac:spMkLst>
        </pc:spChg>
        <pc:spChg chg="mod">
          <ac:chgData name="Casey Mulligan" userId="b1a7e7a662de0c22" providerId="LiveId" clId="{F1D300D3-3331-3E44-9CD8-B9D338370164}" dt="2019-09-27T19:09:36.572" v="1410" actId="14100"/>
          <ac:spMkLst>
            <pc:docMk/>
            <pc:sldMk cId="4276617165" sldId="334"/>
            <ac:spMk id="21506" creationId="{00000000-0000-0000-0000-000000000000}"/>
          </ac:spMkLst>
        </pc:spChg>
      </pc:sldChg>
    </pc:docChg>
  </pc:docChgLst>
  <pc:docChgLst>
    <pc:chgData name="Casey Mulligan" userId="b1a7e7a662de0c22" providerId="LiveId" clId="{2160ACF6-58B5-544F-9F2C-B5D60D9C8925}"/>
    <pc:docChg chg="undo redo custSel mod addSld delSld modSld sldOrd">
      <pc:chgData name="Casey Mulligan" userId="b1a7e7a662de0c22" providerId="LiveId" clId="{2160ACF6-58B5-544F-9F2C-B5D60D9C8925}" dt="2020-05-17T02:25:19.140" v="1110" actId="207"/>
      <pc:docMkLst>
        <pc:docMk/>
      </pc:docMkLst>
      <pc:sldChg chg="modSp">
        <pc:chgData name="Casey Mulligan" userId="b1a7e7a662de0c22" providerId="LiveId" clId="{2160ACF6-58B5-544F-9F2C-B5D60D9C8925}" dt="2020-05-16T17:57:40.240" v="16" actId="20577"/>
        <pc:sldMkLst>
          <pc:docMk/>
          <pc:sldMk cId="0" sldId="266"/>
        </pc:sldMkLst>
        <pc:spChg chg="mod">
          <ac:chgData name="Casey Mulligan" userId="b1a7e7a662de0c22" providerId="LiveId" clId="{2160ACF6-58B5-544F-9F2C-B5D60D9C8925}" dt="2020-05-16T17:57:40.240" v="16" actId="20577"/>
          <ac:spMkLst>
            <pc:docMk/>
            <pc:sldMk cId="0" sldId="266"/>
            <ac:spMk id="19459" creationId="{00000000-0000-0000-0000-000000000000}"/>
          </ac:spMkLst>
        </pc:spChg>
      </pc:sldChg>
      <pc:sldChg chg="modSp modAnim">
        <pc:chgData name="Casey Mulligan" userId="b1a7e7a662de0c22" providerId="LiveId" clId="{2160ACF6-58B5-544F-9F2C-B5D60D9C8925}" dt="2020-05-16T18:15:34.107" v="295" actId="115"/>
        <pc:sldMkLst>
          <pc:docMk/>
          <pc:sldMk cId="0" sldId="267"/>
        </pc:sldMkLst>
        <pc:spChg chg="mod">
          <ac:chgData name="Casey Mulligan" userId="b1a7e7a662de0c22" providerId="LiveId" clId="{2160ACF6-58B5-544F-9F2C-B5D60D9C8925}" dt="2020-05-16T18:15:34.107" v="295" actId="115"/>
          <ac:spMkLst>
            <pc:docMk/>
            <pc:sldMk cId="0" sldId="267"/>
            <ac:spMk id="18435" creationId="{00000000-0000-0000-0000-000000000000}"/>
          </ac:spMkLst>
        </pc:spChg>
        <pc:spChg chg="mod">
          <ac:chgData name="Casey Mulligan" userId="b1a7e7a662de0c22" providerId="LiveId" clId="{2160ACF6-58B5-544F-9F2C-B5D60D9C8925}" dt="2020-05-16T17:57:59.223" v="29" actId="20577"/>
          <ac:spMkLst>
            <pc:docMk/>
            <pc:sldMk cId="0" sldId="267"/>
            <ac:spMk id="21506" creationId="{00000000-0000-0000-0000-000000000000}"/>
          </ac:spMkLst>
        </pc:spChg>
      </pc:sldChg>
      <pc:sldChg chg="addSp delSp modSp add modAnim modNotesTx">
        <pc:chgData name="Casey Mulligan" userId="b1a7e7a662de0c22" providerId="LiveId" clId="{2160ACF6-58B5-544F-9F2C-B5D60D9C8925}" dt="2020-05-16T23:02:28.964" v="361" actId="1076"/>
        <pc:sldMkLst>
          <pc:docMk/>
          <pc:sldMk cId="3628679868" sldId="331"/>
        </pc:sldMkLst>
        <pc:spChg chg="add mod">
          <ac:chgData name="Casey Mulligan" userId="b1a7e7a662de0c22" providerId="LiveId" clId="{2160ACF6-58B5-544F-9F2C-B5D60D9C8925}" dt="2020-05-16T23:02:28.964" v="361" actId="1076"/>
          <ac:spMkLst>
            <pc:docMk/>
            <pc:sldMk cId="3628679868" sldId="331"/>
            <ac:spMk id="4" creationId="{22222A54-3BE3-CD40-876E-BB1B8A4BAAEA}"/>
          </ac:spMkLst>
        </pc:spChg>
        <pc:spChg chg="add mod">
          <ac:chgData name="Casey Mulligan" userId="b1a7e7a662de0c22" providerId="LiveId" clId="{2160ACF6-58B5-544F-9F2C-B5D60D9C8925}" dt="2020-05-16T18:20:00.352" v="316" actId="1076"/>
          <ac:spMkLst>
            <pc:docMk/>
            <pc:sldMk cId="3628679868" sldId="331"/>
            <ac:spMk id="6" creationId="{7FD60E24-764E-8043-8B74-F43614C47816}"/>
          </ac:spMkLst>
        </pc:spChg>
        <pc:spChg chg="del">
          <ac:chgData name="Casey Mulligan" userId="b1a7e7a662de0c22" providerId="LiveId" clId="{2160ACF6-58B5-544F-9F2C-B5D60D9C8925}" dt="2020-05-16T18:16:28.151" v="298" actId="478"/>
          <ac:spMkLst>
            <pc:docMk/>
            <pc:sldMk cId="3628679868" sldId="331"/>
            <ac:spMk id="8" creationId="{ED6D6D3E-2370-1E4B-BB29-321C5C5DF796}"/>
          </ac:spMkLst>
        </pc:spChg>
        <pc:picChg chg="add mod">
          <ac:chgData name="Casey Mulligan" userId="b1a7e7a662de0c22" providerId="LiveId" clId="{2160ACF6-58B5-544F-9F2C-B5D60D9C8925}" dt="2020-05-16T18:19:55.525" v="315" actId="14100"/>
          <ac:picMkLst>
            <pc:docMk/>
            <pc:sldMk cId="3628679868" sldId="331"/>
            <ac:picMk id="2" creationId="{F9D4EFB9-F3B1-FA42-9F04-D0D3B09B7C89}"/>
          </ac:picMkLst>
        </pc:picChg>
        <pc:picChg chg="del">
          <ac:chgData name="Casey Mulligan" userId="b1a7e7a662de0c22" providerId="LiveId" clId="{2160ACF6-58B5-544F-9F2C-B5D60D9C8925}" dt="2020-05-16T18:16:24.056" v="297" actId="478"/>
          <ac:picMkLst>
            <pc:docMk/>
            <pc:sldMk cId="3628679868" sldId="331"/>
            <ac:picMk id="5" creationId="{0331FD77-10FB-804A-AD38-600D8054DA49}"/>
          </ac:picMkLst>
        </pc:picChg>
      </pc:sldChg>
      <pc:sldChg chg="addSp modSp ord modAnim">
        <pc:chgData name="Casey Mulligan" userId="b1a7e7a662de0c22" providerId="LiveId" clId="{2160ACF6-58B5-544F-9F2C-B5D60D9C8925}" dt="2020-05-17T02:12:36.317" v="1087"/>
        <pc:sldMkLst>
          <pc:docMk/>
          <pc:sldMk cId="4276617165" sldId="334"/>
        </pc:sldMkLst>
        <pc:spChg chg="mod">
          <ac:chgData name="Casey Mulligan" userId="b1a7e7a662de0c22" providerId="LiveId" clId="{2160ACF6-58B5-544F-9F2C-B5D60D9C8925}" dt="2020-05-17T02:04:59.058" v="1079" actId="14100"/>
          <ac:spMkLst>
            <pc:docMk/>
            <pc:sldMk cId="4276617165" sldId="334"/>
            <ac:spMk id="18435" creationId="{00000000-0000-0000-0000-000000000000}"/>
          </ac:spMkLst>
        </pc:spChg>
        <pc:picChg chg="add mod">
          <ac:chgData name="Casey Mulligan" userId="b1a7e7a662de0c22" providerId="LiveId" clId="{2160ACF6-58B5-544F-9F2C-B5D60D9C8925}" dt="2020-05-17T02:03:19.948" v="1058" actId="1076"/>
          <ac:picMkLst>
            <pc:docMk/>
            <pc:sldMk cId="4276617165" sldId="334"/>
            <ac:picMk id="2" creationId="{758918CC-38CE-C64D-8DBF-C1FFBEAE94D6}"/>
          </ac:picMkLst>
        </pc:picChg>
        <pc:picChg chg="add mod">
          <ac:chgData name="Casey Mulligan" userId="b1a7e7a662de0c22" providerId="LiveId" clId="{2160ACF6-58B5-544F-9F2C-B5D60D9C8925}" dt="2020-05-17T02:12:30.644" v="1086" actId="14100"/>
          <ac:picMkLst>
            <pc:docMk/>
            <pc:sldMk cId="4276617165" sldId="334"/>
            <ac:picMk id="4" creationId="{C8348561-67A8-EA4F-9BB6-A7CF1DEFC67F}"/>
          </ac:picMkLst>
        </pc:picChg>
      </pc:sldChg>
      <pc:sldChg chg="addSp modSp modAnim">
        <pc:chgData name="Casey Mulligan" userId="b1a7e7a662de0c22" providerId="LiveId" clId="{2160ACF6-58B5-544F-9F2C-B5D60D9C8925}" dt="2020-05-17T02:15:20.180" v="1091" actId="1076"/>
        <pc:sldMkLst>
          <pc:docMk/>
          <pc:sldMk cId="421186318" sldId="335"/>
        </pc:sldMkLst>
        <pc:spChg chg="mod">
          <ac:chgData name="Casey Mulligan" userId="b1a7e7a662de0c22" providerId="LiveId" clId="{2160ACF6-58B5-544F-9F2C-B5D60D9C8925}" dt="2020-05-17T02:15:10.630" v="1088" actId="6549"/>
          <ac:spMkLst>
            <pc:docMk/>
            <pc:sldMk cId="421186318" sldId="335"/>
            <ac:spMk id="18435" creationId="{00000000-0000-0000-0000-000000000000}"/>
          </ac:spMkLst>
        </pc:spChg>
        <pc:spChg chg="mod">
          <ac:chgData name="Casey Mulligan" userId="b1a7e7a662de0c22" providerId="LiveId" clId="{2160ACF6-58B5-544F-9F2C-B5D60D9C8925}" dt="2020-05-17T00:55:16.504" v="1008" actId="6549"/>
          <ac:spMkLst>
            <pc:docMk/>
            <pc:sldMk cId="421186318" sldId="335"/>
            <ac:spMk id="21506" creationId="{00000000-0000-0000-0000-000000000000}"/>
          </ac:spMkLst>
        </pc:spChg>
        <pc:picChg chg="add mod">
          <ac:chgData name="Casey Mulligan" userId="b1a7e7a662de0c22" providerId="LiveId" clId="{2160ACF6-58B5-544F-9F2C-B5D60D9C8925}" dt="2020-05-17T02:15:20.180" v="1091" actId="1076"/>
          <ac:picMkLst>
            <pc:docMk/>
            <pc:sldMk cId="421186318" sldId="335"/>
            <ac:picMk id="2" creationId="{C3EA2777-1941-6C49-BB06-E47D2630C76B}"/>
          </ac:picMkLst>
        </pc:picChg>
      </pc:sldChg>
      <pc:sldChg chg="del">
        <pc:chgData name="Casey Mulligan" userId="b1a7e7a662de0c22" providerId="LiveId" clId="{2160ACF6-58B5-544F-9F2C-B5D60D9C8925}" dt="2020-05-17T00:40:56.131" v="522" actId="2696"/>
        <pc:sldMkLst>
          <pc:docMk/>
          <pc:sldMk cId="2923918630" sldId="336"/>
        </pc:sldMkLst>
      </pc:sldChg>
      <pc:sldChg chg="del">
        <pc:chgData name="Casey Mulligan" userId="b1a7e7a662de0c22" providerId="LiveId" clId="{2160ACF6-58B5-544F-9F2C-B5D60D9C8925}" dt="2020-05-17T00:40:57.099" v="523" actId="2696"/>
        <pc:sldMkLst>
          <pc:docMk/>
          <pc:sldMk cId="4208682032" sldId="337"/>
        </pc:sldMkLst>
      </pc:sldChg>
      <pc:sldChg chg="del">
        <pc:chgData name="Casey Mulligan" userId="b1a7e7a662de0c22" providerId="LiveId" clId="{2160ACF6-58B5-544F-9F2C-B5D60D9C8925}" dt="2020-05-17T00:40:58.705" v="524" actId="2696"/>
        <pc:sldMkLst>
          <pc:docMk/>
          <pc:sldMk cId="2667862104" sldId="338"/>
        </pc:sldMkLst>
      </pc:sldChg>
      <pc:sldChg chg="modSp ord modAnim modNotesTx">
        <pc:chgData name="Casey Mulligan" userId="b1a7e7a662de0c22" providerId="LiveId" clId="{2160ACF6-58B5-544F-9F2C-B5D60D9C8925}" dt="2020-05-17T01:46:56.923" v="1056" actId="403"/>
        <pc:sldMkLst>
          <pc:docMk/>
          <pc:sldMk cId="458016875" sldId="339"/>
        </pc:sldMkLst>
        <pc:spChg chg="mod">
          <ac:chgData name="Casey Mulligan" userId="b1a7e7a662de0c22" providerId="LiveId" clId="{2160ACF6-58B5-544F-9F2C-B5D60D9C8925}" dt="2020-05-17T01:46:56.923" v="1056" actId="403"/>
          <ac:spMkLst>
            <pc:docMk/>
            <pc:sldMk cId="458016875" sldId="339"/>
            <ac:spMk id="18435" creationId="{00000000-0000-0000-0000-000000000000}"/>
          </ac:spMkLst>
        </pc:spChg>
        <pc:spChg chg="mod">
          <ac:chgData name="Casey Mulligan" userId="b1a7e7a662de0c22" providerId="LiveId" clId="{2160ACF6-58B5-544F-9F2C-B5D60D9C8925}" dt="2020-05-17T00:46:52.402" v="556" actId="20577"/>
          <ac:spMkLst>
            <pc:docMk/>
            <pc:sldMk cId="458016875" sldId="339"/>
            <ac:spMk id="21506" creationId="{00000000-0000-0000-0000-000000000000}"/>
          </ac:spMkLst>
        </pc:spChg>
      </pc:sldChg>
      <pc:sldChg chg="modSp del modAnim">
        <pc:chgData name="Casey Mulligan" userId="b1a7e7a662de0c22" providerId="LiveId" clId="{2160ACF6-58B5-544F-9F2C-B5D60D9C8925}" dt="2020-05-17T00:54:18.715" v="989" actId="2696"/>
        <pc:sldMkLst>
          <pc:docMk/>
          <pc:sldMk cId="2318034195" sldId="340"/>
        </pc:sldMkLst>
        <pc:spChg chg="mod">
          <ac:chgData name="Casey Mulligan" userId="b1a7e7a662de0c22" providerId="LiveId" clId="{2160ACF6-58B5-544F-9F2C-B5D60D9C8925}" dt="2020-05-17T00:53:43.143" v="988" actId="6549"/>
          <ac:spMkLst>
            <pc:docMk/>
            <pc:sldMk cId="2318034195" sldId="340"/>
            <ac:spMk id="18435" creationId="{00000000-0000-0000-0000-000000000000}"/>
          </ac:spMkLst>
        </pc:spChg>
      </pc:sldChg>
      <pc:sldChg chg="add del">
        <pc:chgData name="Casey Mulligan" userId="b1a7e7a662de0c22" providerId="LiveId" clId="{2160ACF6-58B5-544F-9F2C-B5D60D9C8925}" dt="2020-05-17T00:40:45.842" v="521" actId="2696"/>
        <pc:sldMkLst>
          <pc:docMk/>
          <pc:sldMk cId="2960542687" sldId="341"/>
        </pc:sldMkLst>
      </pc:sldChg>
      <pc:sldChg chg="addSp delSp modSp add mod setBg modAnim modNotesTx">
        <pc:chgData name="Casey Mulligan" userId="b1a7e7a662de0c22" providerId="LiveId" clId="{2160ACF6-58B5-544F-9F2C-B5D60D9C8925}" dt="2020-05-16T18:05:29.441" v="77" actId="1076"/>
        <pc:sldMkLst>
          <pc:docMk/>
          <pc:sldMk cId="892760988" sldId="342"/>
        </pc:sldMkLst>
        <pc:spChg chg="add del">
          <ac:chgData name="Casey Mulligan" userId="b1a7e7a662de0c22" providerId="LiveId" clId="{2160ACF6-58B5-544F-9F2C-B5D60D9C8925}" dt="2020-05-16T18:04:54.677" v="74" actId="26606"/>
          <ac:spMkLst>
            <pc:docMk/>
            <pc:sldMk cId="892760988" sldId="342"/>
            <ac:spMk id="72" creationId="{B3684CCF-CEBB-4D8E-A366-95E43D4C790B}"/>
          </ac:spMkLst>
        </pc:spChg>
        <pc:spChg chg="add del">
          <ac:chgData name="Casey Mulligan" userId="b1a7e7a662de0c22" providerId="LiveId" clId="{2160ACF6-58B5-544F-9F2C-B5D60D9C8925}" dt="2020-05-16T18:04:54.677" v="74" actId="26606"/>
          <ac:spMkLst>
            <pc:docMk/>
            <pc:sldMk cId="892760988" sldId="342"/>
            <ac:spMk id="74" creationId="{70BEB1E7-2F88-40BC-B73D-42E5B6F80BFC}"/>
          </ac:spMkLst>
        </pc:spChg>
        <pc:spChg chg="mod">
          <ac:chgData name="Casey Mulligan" userId="b1a7e7a662de0c22" providerId="LiveId" clId="{2160ACF6-58B5-544F-9F2C-B5D60D9C8925}" dt="2020-05-16T18:05:29.441" v="77" actId="1076"/>
          <ac:spMkLst>
            <pc:docMk/>
            <pc:sldMk cId="892760988" sldId="342"/>
            <ac:spMk id="18435" creationId="{00000000-0000-0000-0000-000000000000}"/>
          </ac:spMkLst>
        </pc:spChg>
        <pc:spChg chg="mod">
          <ac:chgData name="Casey Mulligan" userId="b1a7e7a662de0c22" providerId="LiveId" clId="{2160ACF6-58B5-544F-9F2C-B5D60D9C8925}" dt="2020-05-16T18:04:54.677" v="74" actId="26606"/>
          <ac:spMkLst>
            <pc:docMk/>
            <pc:sldMk cId="892760988" sldId="342"/>
            <ac:spMk id="21506" creationId="{00000000-0000-0000-0000-000000000000}"/>
          </ac:spMkLst>
        </pc:spChg>
        <pc:picChg chg="add mod ord">
          <ac:chgData name="Casey Mulligan" userId="b1a7e7a662de0c22" providerId="LiveId" clId="{2160ACF6-58B5-544F-9F2C-B5D60D9C8925}" dt="2020-05-16T18:04:54.677" v="74" actId="26606"/>
          <ac:picMkLst>
            <pc:docMk/>
            <pc:sldMk cId="892760988" sldId="342"/>
            <ac:picMk id="2" creationId="{A53B450A-A630-9F46-BEC8-4C76FF222CFA}"/>
          </ac:picMkLst>
        </pc:picChg>
        <pc:picChg chg="add mod ord">
          <ac:chgData name="Casey Mulligan" userId="b1a7e7a662de0c22" providerId="LiveId" clId="{2160ACF6-58B5-544F-9F2C-B5D60D9C8925}" dt="2020-05-16T18:04:54.677" v="74" actId="26606"/>
          <ac:picMkLst>
            <pc:docMk/>
            <pc:sldMk cId="892760988" sldId="342"/>
            <ac:picMk id="3" creationId="{9967A1F6-FD53-8A4D-82FB-0F52570138E1}"/>
          </ac:picMkLst>
        </pc:picChg>
        <pc:picChg chg="add mod modCrop">
          <ac:chgData name="Casey Mulligan" userId="b1a7e7a662de0c22" providerId="LiveId" clId="{2160ACF6-58B5-544F-9F2C-B5D60D9C8925}" dt="2020-05-16T18:04:54.677" v="74" actId="26606"/>
          <ac:picMkLst>
            <pc:docMk/>
            <pc:sldMk cId="892760988" sldId="342"/>
            <ac:picMk id="4" creationId="{E532040C-A565-4646-AC74-49C3FE9FE77E}"/>
          </ac:picMkLst>
        </pc:picChg>
      </pc:sldChg>
      <pc:sldChg chg="addSp modSp add ord modAnim">
        <pc:chgData name="Casey Mulligan" userId="b1a7e7a662de0c22" providerId="LiveId" clId="{2160ACF6-58B5-544F-9F2C-B5D60D9C8925}" dt="2020-05-16T18:25:54.867" v="353"/>
        <pc:sldMkLst>
          <pc:docMk/>
          <pc:sldMk cId="3451263255" sldId="343"/>
        </pc:sldMkLst>
        <pc:spChg chg="add mod">
          <ac:chgData name="Casey Mulligan" userId="b1a7e7a662de0c22" providerId="LiveId" clId="{2160ACF6-58B5-544F-9F2C-B5D60D9C8925}" dt="2020-05-16T18:25:31.686" v="352" actId="1076"/>
          <ac:spMkLst>
            <pc:docMk/>
            <pc:sldMk cId="3451263255" sldId="343"/>
            <ac:spMk id="3" creationId="{6552349E-065F-7243-8DD0-B18ABAA2D561}"/>
          </ac:spMkLst>
        </pc:spChg>
        <pc:spChg chg="mod">
          <ac:chgData name="Casey Mulligan" userId="b1a7e7a662de0c22" providerId="LiveId" clId="{2160ACF6-58B5-544F-9F2C-B5D60D9C8925}" dt="2020-05-16T18:14:52.800" v="294" actId="207"/>
          <ac:spMkLst>
            <pc:docMk/>
            <pc:sldMk cId="3451263255" sldId="343"/>
            <ac:spMk id="18435" creationId="{00000000-0000-0000-0000-000000000000}"/>
          </ac:spMkLst>
        </pc:spChg>
        <pc:picChg chg="add mod">
          <ac:chgData name="Casey Mulligan" userId="b1a7e7a662de0c22" providerId="LiveId" clId="{2160ACF6-58B5-544F-9F2C-B5D60D9C8925}" dt="2020-05-16T18:24:14.781" v="320" actId="1076"/>
          <ac:picMkLst>
            <pc:docMk/>
            <pc:sldMk cId="3451263255" sldId="343"/>
            <ac:picMk id="2" creationId="{8EBB4745-7A03-EF4E-8938-CDA60A8FAC4D}"/>
          </ac:picMkLst>
        </pc:picChg>
      </pc:sldChg>
      <pc:sldChg chg="modSp add ord modAnim">
        <pc:chgData name="Casey Mulligan" userId="b1a7e7a662de0c22" providerId="LiveId" clId="{2160ACF6-58B5-544F-9F2C-B5D60D9C8925}" dt="2020-05-17T02:24:53.426" v="1104" actId="20577"/>
        <pc:sldMkLst>
          <pc:docMk/>
          <pc:sldMk cId="1825133553" sldId="344"/>
        </pc:sldMkLst>
        <pc:spChg chg="mod">
          <ac:chgData name="Casey Mulligan" userId="b1a7e7a662de0c22" providerId="LiveId" clId="{2160ACF6-58B5-544F-9F2C-B5D60D9C8925}" dt="2020-05-17T02:24:53.426" v="1104" actId="20577"/>
          <ac:spMkLst>
            <pc:docMk/>
            <pc:sldMk cId="1825133553" sldId="344"/>
            <ac:spMk id="18435" creationId="{00000000-0000-0000-0000-000000000000}"/>
          </ac:spMkLst>
        </pc:spChg>
        <pc:spChg chg="mod">
          <ac:chgData name="Casey Mulligan" userId="b1a7e7a662de0c22" providerId="LiveId" clId="{2160ACF6-58B5-544F-9F2C-B5D60D9C8925}" dt="2020-05-17T00:49:11.209" v="633" actId="20577"/>
          <ac:spMkLst>
            <pc:docMk/>
            <pc:sldMk cId="1825133553" sldId="344"/>
            <ac:spMk id="21506" creationId="{00000000-0000-0000-0000-000000000000}"/>
          </ac:spMkLst>
        </pc:spChg>
      </pc:sldChg>
      <pc:sldChg chg="modSp add">
        <pc:chgData name="Casey Mulligan" userId="b1a7e7a662de0c22" providerId="LiveId" clId="{2160ACF6-58B5-544F-9F2C-B5D60D9C8925}" dt="2020-05-17T02:25:19.140" v="1110" actId="207"/>
        <pc:sldMkLst>
          <pc:docMk/>
          <pc:sldMk cId="795539793" sldId="345"/>
        </pc:sldMkLst>
        <pc:spChg chg="mod">
          <ac:chgData name="Casey Mulligan" userId="b1a7e7a662de0c22" providerId="LiveId" clId="{2160ACF6-58B5-544F-9F2C-B5D60D9C8925}" dt="2020-05-17T02:25:19.140" v="1110" actId="207"/>
          <ac:spMkLst>
            <pc:docMk/>
            <pc:sldMk cId="795539793" sldId="345"/>
            <ac:spMk id="18435" creationId="{00000000-0000-0000-0000-000000000000}"/>
          </ac:spMkLst>
        </pc:spChg>
      </pc:sldChg>
      <pc:sldChg chg="add del">
        <pc:chgData name="Casey Mulligan" userId="b1a7e7a662de0c22" providerId="LiveId" clId="{2160ACF6-58B5-544F-9F2C-B5D60D9C8925}" dt="2020-05-17T02:24:45.501" v="1100"/>
        <pc:sldMkLst>
          <pc:docMk/>
          <pc:sldMk cId="4188287779" sldId="345"/>
        </pc:sldMkLst>
      </pc:sldChg>
      <pc:sldChg chg="modSp add">
        <pc:chgData name="Casey Mulligan" userId="b1a7e7a662de0c22" providerId="LiveId" clId="{2160ACF6-58B5-544F-9F2C-B5D60D9C8925}" dt="2020-05-17T02:25:13.573" v="1109" actId="207"/>
        <pc:sldMkLst>
          <pc:docMk/>
          <pc:sldMk cId="3521485154" sldId="346"/>
        </pc:sldMkLst>
        <pc:spChg chg="mod">
          <ac:chgData name="Casey Mulligan" userId="b1a7e7a662de0c22" providerId="LiveId" clId="{2160ACF6-58B5-544F-9F2C-B5D60D9C8925}" dt="2020-05-17T02:25:13.573" v="1109" actId="207"/>
          <ac:spMkLst>
            <pc:docMk/>
            <pc:sldMk cId="3521485154" sldId="346"/>
            <ac:spMk id="18435" creationId="{00000000-0000-0000-0000-000000000000}"/>
          </ac:spMkLst>
        </pc:spChg>
      </pc:sldChg>
      <pc:sldChg chg="add del">
        <pc:chgData name="Casey Mulligan" userId="b1a7e7a662de0c22" providerId="LiveId" clId="{2160ACF6-58B5-544F-9F2C-B5D60D9C8925}" dt="2020-05-17T02:24:45.005" v="1099"/>
        <pc:sldMkLst>
          <pc:docMk/>
          <pc:sldMk cId="4070356784" sldId="346"/>
        </pc:sldMkLst>
      </pc:sldChg>
      <pc:sldChg chg="modSp add">
        <pc:chgData name="Casey Mulligan" userId="b1a7e7a662de0c22" providerId="LiveId" clId="{2160ACF6-58B5-544F-9F2C-B5D60D9C8925}" dt="2020-05-17T02:25:08.220" v="1108" actId="207"/>
        <pc:sldMkLst>
          <pc:docMk/>
          <pc:sldMk cId="1762999413" sldId="347"/>
        </pc:sldMkLst>
        <pc:spChg chg="mod">
          <ac:chgData name="Casey Mulligan" userId="b1a7e7a662de0c22" providerId="LiveId" clId="{2160ACF6-58B5-544F-9F2C-B5D60D9C8925}" dt="2020-05-17T02:25:08.220" v="1108" actId="207"/>
          <ac:spMkLst>
            <pc:docMk/>
            <pc:sldMk cId="1762999413" sldId="347"/>
            <ac:spMk id="18435" creationId="{00000000-0000-0000-0000-000000000000}"/>
          </ac:spMkLst>
        </pc:spChg>
      </pc:sldChg>
      <pc:sldChg chg="add del">
        <pc:chgData name="Casey Mulligan" userId="b1a7e7a662de0c22" providerId="LiveId" clId="{2160ACF6-58B5-544F-9F2C-B5D60D9C8925}" dt="2020-05-17T02:24:44.550" v="1098"/>
        <pc:sldMkLst>
          <pc:docMk/>
          <pc:sldMk cId="3636537889" sldId="347"/>
        </pc:sldMkLst>
      </pc:sldChg>
    </pc:docChg>
  </pc:docChgLst>
  <pc:docChgLst>
    <pc:chgData name="Casey Mulligan" userId="b1a7e7a662de0c22" providerId="LiveId" clId="{24EE428B-226D-1A4D-80BB-1A9CDEFBCA92}"/>
    <pc:docChg chg="modSld">
      <pc:chgData name="Casey Mulligan" userId="b1a7e7a662de0c22" providerId="LiveId" clId="{24EE428B-226D-1A4D-80BB-1A9CDEFBCA92}" dt="2023-06-28T17:44:34.606" v="53" actId="404"/>
      <pc:docMkLst>
        <pc:docMk/>
      </pc:docMkLst>
      <pc:sldChg chg="modNotesTx">
        <pc:chgData name="Casey Mulligan" userId="b1a7e7a662de0c22" providerId="LiveId" clId="{24EE428B-226D-1A4D-80BB-1A9CDEFBCA92}" dt="2023-06-28T17:07:17.326" v="18" actId="20577"/>
        <pc:sldMkLst>
          <pc:docMk/>
          <pc:sldMk cId="1573341006" sldId="384"/>
        </pc:sldMkLst>
      </pc:sldChg>
      <pc:sldChg chg="modNotesTx">
        <pc:chgData name="Casey Mulligan" userId="b1a7e7a662de0c22" providerId="LiveId" clId="{24EE428B-226D-1A4D-80BB-1A9CDEFBCA92}" dt="2023-06-28T17:44:34.606" v="53" actId="404"/>
        <pc:sldMkLst>
          <pc:docMk/>
          <pc:sldMk cId="1989018154" sldId="481"/>
        </pc:sldMkLst>
      </pc:sldChg>
    </pc:docChg>
  </pc:docChgLst>
  <pc:docChgLst>
    <pc:chgData name="Casey Mulligan" userId="b1a7e7a662de0c22" providerId="LiveId" clId="{59A754DC-4E23-684F-BA28-2E086C3044A6}"/>
    <pc:docChg chg="custSel addSld modSld sldOrd modSection">
      <pc:chgData name="Casey Mulligan" userId="b1a7e7a662de0c22" providerId="LiveId" clId="{59A754DC-4E23-684F-BA28-2E086C3044A6}" dt="2023-03-20T08:13:20.489" v="149" actId="27704"/>
      <pc:docMkLst>
        <pc:docMk/>
      </pc:docMkLst>
      <pc:sldChg chg="modSp">
        <pc:chgData name="Casey Mulligan" userId="b1a7e7a662de0c22" providerId="LiveId" clId="{59A754DC-4E23-684F-BA28-2E086C3044A6}" dt="2023-03-20T08:09:22.509" v="52" actId="20577"/>
        <pc:sldMkLst>
          <pc:docMk/>
          <pc:sldMk cId="176359578" sldId="465"/>
        </pc:sldMkLst>
        <pc:spChg chg="mod">
          <ac:chgData name="Casey Mulligan" userId="b1a7e7a662de0c22" providerId="LiveId" clId="{59A754DC-4E23-684F-BA28-2E086C3044A6}" dt="2023-03-20T08:09:22.509" v="52" actId="20577"/>
          <ac:spMkLst>
            <pc:docMk/>
            <pc:sldMk cId="176359578" sldId="465"/>
            <ac:spMk id="9" creationId="{05BBD851-E76B-404D-BFF0-D8BBF37466DF}"/>
          </ac:spMkLst>
        </pc:spChg>
      </pc:sldChg>
      <pc:sldChg chg="modNotesTx">
        <pc:chgData name="Casey Mulligan" userId="b1a7e7a662de0c22" providerId="LiveId" clId="{59A754DC-4E23-684F-BA28-2E086C3044A6}" dt="2023-03-20T08:08:31.234" v="50" actId="20577"/>
        <pc:sldMkLst>
          <pc:docMk/>
          <pc:sldMk cId="371551682" sldId="470"/>
        </pc:sldMkLst>
      </pc:sldChg>
      <pc:sldChg chg="delSp modSp add ord delAnim modNotesTx">
        <pc:chgData name="Casey Mulligan" userId="b1a7e7a662de0c22" providerId="LiveId" clId="{59A754DC-4E23-684F-BA28-2E086C3044A6}" dt="2023-03-20T08:13:20.489" v="149" actId="27704"/>
        <pc:sldMkLst>
          <pc:docMk/>
          <pc:sldMk cId="2696749111" sldId="472"/>
        </pc:sldMkLst>
        <pc:spChg chg="del">
          <ac:chgData name="Casey Mulligan" userId="b1a7e7a662de0c22" providerId="LiveId" clId="{59A754DC-4E23-684F-BA28-2E086C3044A6}" dt="2023-03-20T08:11:11.310" v="132" actId="21"/>
          <ac:spMkLst>
            <pc:docMk/>
            <pc:sldMk cId="2696749111" sldId="472"/>
            <ac:spMk id="5" creationId="{517E1805-167C-2960-5D2A-DFBE05988C7F}"/>
          </ac:spMkLst>
        </pc:spChg>
        <pc:spChg chg="del">
          <ac:chgData name="Casey Mulligan" userId="b1a7e7a662de0c22" providerId="LiveId" clId="{59A754DC-4E23-684F-BA28-2E086C3044A6}" dt="2023-03-20T08:10:40.486" v="129" actId="21"/>
          <ac:spMkLst>
            <pc:docMk/>
            <pc:sldMk cId="2696749111" sldId="472"/>
            <ac:spMk id="7" creationId="{2FB28BA3-98CF-5B4A-E71B-4B7D72AF8239}"/>
          </ac:spMkLst>
        </pc:spChg>
        <pc:spChg chg="mod">
          <ac:chgData name="Casey Mulligan" userId="b1a7e7a662de0c22" providerId="LiveId" clId="{59A754DC-4E23-684F-BA28-2E086C3044A6}" dt="2023-03-20T08:10:29.412" v="128" actId="20577"/>
          <ac:spMkLst>
            <pc:docMk/>
            <pc:sldMk cId="2696749111" sldId="472"/>
            <ac:spMk id="9" creationId="{05BBD851-E76B-404D-BFF0-D8BBF37466DF}"/>
          </ac:spMkLst>
        </pc:spChg>
        <pc:spChg chg="del">
          <ac:chgData name="Casey Mulligan" userId="b1a7e7a662de0c22" providerId="LiveId" clId="{59A754DC-4E23-684F-BA28-2E086C3044A6}" dt="2023-03-20T08:11:20.907" v="134" actId="21"/>
          <ac:spMkLst>
            <pc:docMk/>
            <pc:sldMk cId="2696749111" sldId="472"/>
            <ac:spMk id="10" creationId="{39D0877C-FD04-792F-4FD3-16F39243BCE3}"/>
          </ac:spMkLst>
        </pc:spChg>
        <pc:spChg chg="del">
          <ac:chgData name="Casey Mulligan" userId="b1a7e7a662de0c22" providerId="LiveId" clId="{59A754DC-4E23-684F-BA28-2E086C3044A6}" dt="2023-03-20T08:11:05.038" v="131" actId="21"/>
          <ac:spMkLst>
            <pc:docMk/>
            <pc:sldMk cId="2696749111" sldId="472"/>
            <ac:spMk id="13" creationId="{D4B03FBF-D8F1-3FE2-3A51-DE3531865B02}"/>
          </ac:spMkLst>
        </pc:spChg>
        <pc:spChg chg="del">
          <ac:chgData name="Casey Mulligan" userId="b1a7e7a662de0c22" providerId="LiveId" clId="{59A754DC-4E23-684F-BA28-2E086C3044A6}" dt="2023-03-20T08:11:18.438" v="133" actId="21"/>
          <ac:spMkLst>
            <pc:docMk/>
            <pc:sldMk cId="2696749111" sldId="472"/>
            <ac:spMk id="19" creationId="{0B1434DD-3AF7-6907-A5CB-113E447F9FEF}"/>
          </ac:spMkLst>
        </pc:spChg>
        <pc:spChg chg="del">
          <ac:chgData name="Casey Mulligan" userId="b1a7e7a662de0c22" providerId="LiveId" clId="{59A754DC-4E23-684F-BA28-2E086C3044A6}" dt="2023-03-20T08:11:25.681" v="136" actId="21"/>
          <ac:spMkLst>
            <pc:docMk/>
            <pc:sldMk cId="2696749111" sldId="472"/>
            <ac:spMk id="20" creationId="{3D15DBA0-F6E2-D099-327F-D2F35138FDDE}"/>
          </ac:spMkLst>
        </pc:spChg>
        <pc:spChg chg="del">
          <ac:chgData name="Casey Mulligan" userId="b1a7e7a662de0c22" providerId="LiveId" clId="{59A754DC-4E23-684F-BA28-2E086C3044A6}" dt="2023-03-20T08:12:24.136" v="140" actId="21"/>
          <ac:spMkLst>
            <pc:docMk/>
            <pc:sldMk cId="2696749111" sldId="472"/>
            <ac:spMk id="22" creationId="{B273E429-4A99-CE77-B349-0DE2DF0136B6}"/>
          </ac:spMkLst>
        </pc:spChg>
        <pc:spChg chg="del">
          <ac:chgData name="Casey Mulligan" userId="b1a7e7a662de0c22" providerId="LiveId" clId="{59A754DC-4E23-684F-BA28-2E086C3044A6}" dt="2023-03-20T08:12:27.086" v="141" actId="21"/>
          <ac:spMkLst>
            <pc:docMk/>
            <pc:sldMk cId="2696749111" sldId="472"/>
            <ac:spMk id="23" creationId="{DF68180E-5CB2-6DDD-1786-F23EC1C8B25C}"/>
          </ac:spMkLst>
        </pc:spChg>
        <pc:spChg chg="del">
          <ac:chgData name="Casey Mulligan" userId="b1a7e7a662de0c22" providerId="LiveId" clId="{59A754DC-4E23-684F-BA28-2E086C3044A6}" dt="2023-03-20T08:12:17.268" v="138" actId="21"/>
          <ac:spMkLst>
            <pc:docMk/>
            <pc:sldMk cId="2696749111" sldId="472"/>
            <ac:spMk id="27" creationId="{CC98C9D7-BC3C-8D1C-5B4A-C170A1A653DE}"/>
          </ac:spMkLst>
        </pc:spChg>
        <pc:spChg chg="del">
          <ac:chgData name="Casey Mulligan" userId="b1a7e7a662de0c22" providerId="LiveId" clId="{59A754DC-4E23-684F-BA28-2E086C3044A6}" dt="2023-03-20T08:11:02.138" v="130" actId="21"/>
          <ac:spMkLst>
            <pc:docMk/>
            <pc:sldMk cId="2696749111" sldId="472"/>
            <ac:spMk id="28" creationId="{98390A52-EDF6-BAAE-61B9-835C593339D3}"/>
          </ac:spMkLst>
        </pc:spChg>
        <pc:spChg chg="del">
          <ac:chgData name="Casey Mulligan" userId="b1a7e7a662de0c22" providerId="LiveId" clId="{59A754DC-4E23-684F-BA28-2E086C3044A6}" dt="2023-03-20T08:12:19.996" v="139" actId="21"/>
          <ac:spMkLst>
            <pc:docMk/>
            <pc:sldMk cId="2696749111" sldId="472"/>
            <ac:spMk id="30" creationId="{8DDE63C7-12C9-3458-9EC8-F85F65D26115}"/>
          </ac:spMkLst>
        </pc:spChg>
        <pc:spChg chg="del">
          <ac:chgData name="Casey Mulligan" userId="b1a7e7a662de0c22" providerId="LiveId" clId="{59A754DC-4E23-684F-BA28-2E086C3044A6}" dt="2023-03-20T08:12:36.095" v="144" actId="21"/>
          <ac:spMkLst>
            <pc:docMk/>
            <pc:sldMk cId="2696749111" sldId="472"/>
            <ac:spMk id="31" creationId="{215978BD-425D-2EC2-E8EC-27ABB599AA46}"/>
          </ac:spMkLst>
        </pc:spChg>
        <pc:spChg chg="del">
          <ac:chgData name="Casey Mulligan" userId="b1a7e7a662de0c22" providerId="LiveId" clId="{59A754DC-4E23-684F-BA28-2E086C3044A6}" dt="2023-03-20T08:12:29.577" v="142" actId="21"/>
          <ac:spMkLst>
            <pc:docMk/>
            <pc:sldMk cId="2696749111" sldId="472"/>
            <ac:spMk id="32" creationId="{D08772C4-43C8-B4B5-DC14-A7242AB62FCA}"/>
          </ac:spMkLst>
        </pc:spChg>
        <pc:spChg chg="del">
          <ac:chgData name="Casey Mulligan" userId="b1a7e7a662de0c22" providerId="LiveId" clId="{59A754DC-4E23-684F-BA28-2E086C3044A6}" dt="2023-03-20T08:12:32.044" v="143" actId="21"/>
          <ac:spMkLst>
            <pc:docMk/>
            <pc:sldMk cId="2696749111" sldId="472"/>
            <ac:spMk id="33" creationId="{E85CFCA1-4ABA-C64A-76A5-D917EEF27141}"/>
          </ac:spMkLst>
        </pc:spChg>
        <pc:spChg chg="del">
          <ac:chgData name="Casey Mulligan" userId="b1a7e7a662de0c22" providerId="LiveId" clId="{59A754DC-4E23-684F-BA28-2E086C3044A6}" dt="2023-03-20T08:12:38.369" v="145" actId="21"/>
          <ac:spMkLst>
            <pc:docMk/>
            <pc:sldMk cId="2696749111" sldId="472"/>
            <ac:spMk id="34" creationId="{1E20ED80-AD9C-159E-A9C7-25FD3F04AC17}"/>
          </ac:spMkLst>
        </pc:spChg>
        <pc:spChg chg="del">
          <ac:chgData name="Casey Mulligan" userId="b1a7e7a662de0c22" providerId="LiveId" clId="{59A754DC-4E23-684F-BA28-2E086C3044A6}" dt="2023-03-20T08:12:09.917" v="137" actId="21"/>
          <ac:spMkLst>
            <pc:docMk/>
            <pc:sldMk cId="2696749111" sldId="472"/>
            <ac:spMk id="55" creationId="{8EF45E06-B1B2-2A49-BDF7-E740A1DE6357}"/>
          </ac:spMkLst>
        </pc:spChg>
        <pc:spChg chg="del">
          <ac:chgData name="Casey Mulligan" userId="b1a7e7a662de0c22" providerId="LiveId" clId="{59A754DC-4E23-684F-BA28-2E086C3044A6}" dt="2023-03-20T08:11:23.237" v="135" actId="21"/>
          <ac:spMkLst>
            <pc:docMk/>
            <pc:sldMk cId="2696749111" sldId="472"/>
            <ac:spMk id="65" creationId="{7B15A5C9-74C7-4643-885B-12C018D2D919}"/>
          </ac:spMkLst>
        </pc:sp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https://d.docs.live.net/b1a7e7a662de0c22/miscshared/uofc/bfih/COVID19/micro/congregation/WorkplaceStudi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US" dirty="0"/>
              <a:t>Figure 3.  COVID-19</a:t>
            </a:r>
            <a:r>
              <a:rPr lang="en-US" baseline="0" dirty="0"/>
              <a:t> Infections Acquired at Work or School</a:t>
            </a:r>
          </a:p>
          <a:p>
            <a:pPr>
              <a:defRPr/>
            </a:pPr>
            <a:r>
              <a:rPr lang="en-US" baseline="0" dirty="0"/>
              <a:t>as a Ratio to those Acquired in the Community</a:t>
            </a:r>
            <a:endParaRPr lang="en-US" dirty="0"/>
          </a:p>
        </c:rich>
      </c:tx>
      <c:overlay val="1"/>
    </c:title>
    <c:autoTitleDeleted val="0"/>
    <c:plotArea>
      <c:layout>
        <c:manualLayout>
          <c:layoutTarget val="inner"/>
          <c:xMode val="edge"/>
          <c:yMode val="edge"/>
          <c:x val="6.2501144172497705E-2"/>
          <c:y val="0.13725826907732999"/>
          <c:w val="0.91824760697415297"/>
          <c:h val="0.64210725495985099"/>
        </c:manualLayout>
      </c:layout>
      <c:barChart>
        <c:barDir val="col"/>
        <c:grouping val="clustered"/>
        <c:varyColors val="0"/>
        <c:ser>
          <c:idx val="0"/>
          <c:order val="0"/>
          <c:tx>
            <c:v>Before mitigation protocols + 14 days</c:v>
          </c:tx>
          <c:spPr>
            <a:solidFill>
              <a:srgbClr val="FF0000"/>
            </a:solidFill>
            <a:effectLst/>
          </c:spPr>
          <c:invertIfNegative val="0"/>
          <c:dLbls>
            <c:spPr>
              <a:noFill/>
              <a:ln>
                <a:noFill/>
              </a:ln>
              <a:effectLst/>
            </c:spPr>
            <c:txPr>
              <a:bodyPr/>
              <a:lstStyle/>
              <a:p>
                <a:pPr>
                  <a:defRPr sz="11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BySource!$A$20:$A$22</c:f>
              <c:strCache>
                <c:ptCount val="3"/>
                <c:pt idx="0">
                  <c:v>Duke Health workers</c:v>
                </c:pt>
                <c:pt idx="1">
                  <c:v>In-person students &amp; staff, NC</c:v>
                </c:pt>
                <c:pt idx="2">
                  <c:v>In-person students &amp; staff, WI</c:v>
                </c:pt>
              </c:strCache>
            </c:strRef>
          </c:cat>
          <c:val>
            <c:numRef>
              <c:f>BySource!$B$20:$B$22</c:f>
              <c:numCache>
                <c:formatCode>General</c:formatCode>
                <c:ptCount val="3"/>
                <c:pt idx="0" formatCode="0.00">
                  <c:v>1.6666666666666665</c:v>
                </c:pt>
              </c:numCache>
            </c:numRef>
          </c:val>
          <c:extLst>
            <c:ext xmlns:c16="http://schemas.microsoft.com/office/drawing/2014/chart" uri="{C3380CC4-5D6E-409C-BE32-E72D297353CC}">
              <c16:uniqueId val="{00000000-75D2-5D4F-95BC-B1893C996E29}"/>
            </c:ext>
          </c:extLst>
        </c:ser>
        <c:ser>
          <c:idx val="1"/>
          <c:order val="1"/>
          <c:tx>
            <c:v>After mitigation protocols</c:v>
          </c:tx>
          <c:spPr>
            <a:solidFill>
              <a:srgbClr val="0000FF"/>
            </a:solidFill>
            <a:effectLst/>
          </c:spPr>
          <c:invertIfNegative val="0"/>
          <c:dLbls>
            <c:spPr>
              <a:noFill/>
              <a:ln>
                <a:noFill/>
              </a:ln>
              <a:effectLst/>
            </c:spPr>
            <c:txPr>
              <a:bodyPr/>
              <a:lstStyle/>
              <a:p>
                <a:pPr>
                  <a:defRPr sz="11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BySource!$A$20:$A$22</c:f>
              <c:strCache>
                <c:ptCount val="3"/>
                <c:pt idx="0">
                  <c:v>Duke Health workers</c:v>
                </c:pt>
                <c:pt idx="1">
                  <c:v>In-person students &amp; staff, NC</c:v>
                </c:pt>
                <c:pt idx="2">
                  <c:v>In-person students &amp; staff, WI</c:v>
                </c:pt>
              </c:strCache>
            </c:strRef>
          </c:cat>
          <c:val>
            <c:numRef>
              <c:f>BySource!$C$20:$C$22</c:f>
              <c:numCache>
                <c:formatCode>0.00</c:formatCode>
                <c:ptCount val="3"/>
                <c:pt idx="0">
                  <c:v>0.3130434782608697</c:v>
                </c:pt>
                <c:pt idx="1">
                  <c:v>0.23499056254166836</c:v>
                </c:pt>
                <c:pt idx="2">
                  <c:v>0.17655127076252439</c:v>
                </c:pt>
              </c:numCache>
            </c:numRef>
          </c:val>
          <c:extLst>
            <c:ext xmlns:c16="http://schemas.microsoft.com/office/drawing/2014/chart" uri="{C3380CC4-5D6E-409C-BE32-E72D297353CC}">
              <c16:uniqueId val="{00000001-75D2-5D4F-95BC-B1893C996E29}"/>
            </c:ext>
          </c:extLst>
        </c:ser>
        <c:dLbls>
          <c:showLegendKey val="0"/>
          <c:showVal val="0"/>
          <c:showCatName val="0"/>
          <c:showSerName val="0"/>
          <c:showPercent val="0"/>
          <c:showBubbleSize val="0"/>
        </c:dLbls>
        <c:gapWidth val="150"/>
        <c:axId val="-2109051896"/>
        <c:axId val="-2109048824"/>
      </c:barChart>
      <c:catAx>
        <c:axId val="-2109051896"/>
        <c:scaling>
          <c:orientation val="minMax"/>
        </c:scaling>
        <c:delete val="0"/>
        <c:axPos val="b"/>
        <c:numFmt formatCode="General" sourceLinked="0"/>
        <c:majorTickMark val="out"/>
        <c:minorTickMark val="none"/>
        <c:tickLblPos val="nextTo"/>
        <c:txPr>
          <a:bodyPr/>
          <a:lstStyle/>
          <a:p>
            <a:pPr>
              <a:defRPr sz="1400"/>
            </a:pPr>
            <a:endParaRPr lang="en-US"/>
          </a:p>
        </c:txPr>
        <c:crossAx val="-2109048824"/>
        <c:crosses val="autoZero"/>
        <c:auto val="1"/>
        <c:lblAlgn val="ctr"/>
        <c:lblOffset val="100"/>
        <c:noMultiLvlLbl val="0"/>
      </c:catAx>
      <c:valAx>
        <c:axId val="-2109048824"/>
        <c:scaling>
          <c:orientation val="minMax"/>
        </c:scaling>
        <c:delete val="0"/>
        <c:axPos val="l"/>
        <c:majorGridlines/>
        <c:title>
          <c:tx>
            <c:rich>
              <a:bodyPr rot="-5400000" vert="horz"/>
              <a:lstStyle/>
              <a:p>
                <a:pPr>
                  <a:defRPr sz="1400"/>
                </a:pPr>
                <a:r>
                  <a:rPr lang="en-US" sz="1400"/>
                  <a:t>ratio of hourly</a:t>
                </a:r>
                <a:r>
                  <a:rPr lang="en-US" sz="1400" baseline="0"/>
                  <a:t> infection rates</a:t>
                </a:r>
                <a:endParaRPr lang="en-US" sz="1400"/>
              </a:p>
            </c:rich>
          </c:tx>
          <c:overlay val="0"/>
        </c:title>
        <c:numFmt formatCode="General" sourceLinked="0"/>
        <c:majorTickMark val="out"/>
        <c:minorTickMark val="none"/>
        <c:tickLblPos val="nextTo"/>
        <c:txPr>
          <a:bodyPr/>
          <a:lstStyle/>
          <a:p>
            <a:pPr>
              <a:defRPr sz="1200"/>
            </a:pPr>
            <a:endParaRPr lang="en-US"/>
          </a:p>
        </c:txPr>
        <c:crossAx val="-2109051896"/>
        <c:crosses val="autoZero"/>
        <c:crossBetween val="between"/>
        <c:majorUnit val="1"/>
      </c:valAx>
    </c:plotArea>
    <c:legend>
      <c:legendPos val="b"/>
      <c:layout>
        <c:manualLayout>
          <c:xMode val="edge"/>
          <c:yMode val="edge"/>
          <c:x val="0.20001464540797101"/>
          <c:y val="0.85805288826497506"/>
          <c:w val="0.59108540080202299"/>
          <c:h val="4.6084193649270397E-2"/>
        </c:manualLayout>
      </c:layout>
      <c:overlay val="0"/>
      <c:txPr>
        <a:bodyPr/>
        <a:lstStyle/>
        <a:p>
          <a:pPr>
            <a:defRPr sz="1200"/>
          </a:pPr>
          <a:endParaRPr lang="en-US"/>
        </a:p>
      </c:txPr>
    </c:legend>
    <c:plotVisOnly val="1"/>
    <c:dispBlanksAs val="gap"/>
    <c:showDLblsOverMax val="0"/>
  </c:chart>
  <c:spPr>
    <a:ln>
      <a:noFill/>
    </a:ln>
  </c:sp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0.01175</cdr:x>
      <cdr:y>0.92529</cdr:y>
    </cdr:from>
    <cdr:to>
      <cdr:x>0.97338</cdr:x>
      <cdr:y>1</cdr:y>
    </cdr:to>
    <cdr:sp macro="" textlink="">
      <cdr:nvSpPr>
        <cdr:cNvPr id="2" name="TextBox 1"/>
        <cdr:cNvSpPr txBox="1"/>
      </cdr:nvSpPr>
      <cdr:spPr>
        <a:xfrm xmlns:a="http://schemas.openxmlformats.org/drawingml/2006/main">
          <a:off x="100744" y="5393644"/>
          <a:ext cx="8247008" cy="435513"/>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100"/>
            <a:t>Sources: Seidelman et al (2020), Zimmerman et al (2021),</a:t>
          </a:r>
          <a:r>
            <a:rPr lang="en-US" sz="1100" baseline="0"/>
            <a:t> Falk et al (2021), Mulligan (2021), author's hours calculations. </a:t>
          </a:r>
        </a:p>
        <a:p xmlns:a="http://schemas.openxmlformats.org/drawingml/2006/main">
          <a:r>
            <a:rPr lang="en-US" sz="1100" baseline="0">
              <a:effectLst/>
              <a:latin typeface="+mn-lt"/>
              <a:ea typeface="+mn-ea"/>
              <a:cs typeface="+mn-cs"/>
            </a:rPr>
            <a:t>Notes: Before-mitigation school data unavailable.  Each of the four ratios in the chart has the same sample for its numerator as its denominator.</a:t>
          </a:r>
          <a:endParaRPr lang="en-US" sz="11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charset="0"/>
              </a:defRPr>
            </a:lvl1pPr>
          </a:lstStyle>
          <a:p>
            <a:pPr>
              <a:defRPr/>
            </a:pPr>
            <a:fld id="{BE2E3C98-7DC3-4C1B-B10C-C418227A7A8D}" type="datetimeFigureOut">
              <a:rPr lang="en-US"/>
              <a:pPr>
                <a:defRPr/>
              </a:pPr>
              <a:t>10/5/2023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charset="0"/>
              </a:defRPr>
            </a:lvl1pPr>
          </a:lstStyle>
          <a:p>
            <a:pPr>
              <a:defRPr/>
            </a:pPr>
            <a:fld id="{448529FB-D2E0-4A8D-90C8-7592CFBC2C78}" type="slidenum">
              <a:rPr lang="en-US"/>
              <a:pPr>
                <a:defRPr/>
              </a:pPr>
              <a:t>‹#›</a:t>
            </a:fld>
            <a:endParaRPr lang="en-US"/>
          </a:p>
        </p:txBody>
      </p:sp>
    </p:spTree>
    <p:extLst>
      <p:ext uri="{BB962C8B-B14F-4D97-AF65-F5344CB8AC3E}">
        <p14:creationId xmlns:p14="http://schemas.microsoft.com/office/powerpoint/2010/main" val="28095086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2C1A46-4CA0-4A00-8AE7-E99E73C702CA}" type="slidenum">
              <a:rPr kumimoji="0" 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Tree>
    <p:extLst>
      <p:ext uri="{BB962C8B-B14F-4D97-AF65-F5344CB8AC3E}">
        <p14:creationId xmlns:p14="http://schemas.microsoft.com/office/powerpoint/2010/main" val="170664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a:t>
            </a:fld>
            <a:endParaRPr lang="en-US" altLang="en-US">
              <a:latin typeface="Times New Roman" charset="0"/>
            </a:endParaRPr>
          </a:p>
        </p:txBody>
      </p:sp>
    </p:spTree>
    <p:extLst>
      <p:ext uri="{BB962C8B-B14F-4D97-AF65-F5344CB8AC3E}">
        <p14:creationId xmlns:p14="http://schemas.microsoft.com/office/powerpoint/2010/main" val="2655466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3</a:t>
            </a:fld>
            <a:endParaRPr lang="en-US" altLang="en-US">
              <a:latin typeface="Times New 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4</a:t>
            </a:fld>
            <a:endParaRPr lang="en-US" altLang="en-US">
              <a:latin typeface="Times New Roman" charset="0"/>
            </a:endParaRPr>
          </a:p>
        </p:txBody>
      </p:sp>
    </p:spTree>
    <p:extLst>
      <p:ext uri="{BB962C8B-B14F-4D97-AF65-F5344CB8AC3E}">
        <p14:creationId xmlns:p14="http://schemas.microsoft.com/office/powerpoint/2010/main" val="644965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11843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6</a:t>
            </a:fld>
            <a:endParaRPr lang="en-US" altLang="en-US">
              <a:latin typeface="Times New Roman" charset="0"/>
            </a:endParaRPr>
          </a:p>
        </p:txBody>
      </p:sp>
    </p:spTree>
    <p:extLst>
      <p:ext uri="{BB962C8B-B14F-4D97-AF65-F5344CB8AC3E}">
        <p14:creationId xmlns:p14="http://schemas.microsoft.com/office/powerpoint/2010/main" val="41380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444388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3616652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9</a:t>
            </a:fld>
            <a:endParaRPr lang="en-US" altLang="en-US">
              <a:latin typeface="Times New Roman" charset="0"/>
            </a:endParaRPr>
          </a:p>
        </p:txBody>
      </p:sp>
    </p:spTree>
    <p:extLst>
      <p:ext uri="{BB962C8B-B14F-4D97-AF65-F5344CB8AC3E}">
        <p14:creationId xmlns:p14="http://schemas.microsoft.com/office/powerpoint/2010/main" val="531566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3616652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11</a:t>
            </a:fld>
            <a:endParaRPr lang="en-US" altLang="en-US">
              <a:latin typeface="Times New Roman" charset="0"/>
            </a:endParaRPr>
          </a:p>
        </p:txBody>
      </p:sp>
    </p:spTree>
    <p:extLst>
      <p:ext uri="{BB962C8B-B14F-4D97-AF65-F5344CB8AC3E}">
        <p14:creationId xmlns:p14="http://schemas.microsoft.com/office/powerpoint/2010/main" val="361349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12</a:t>
            </a:fld>
            <a:endParaRPr lang="en-US" altLang="en-US">
              <a:latin typeface="Times New Roman" charset="0"/>
            </a:endParaRPr>
          </a:p>
        </p:txBody>
      </p:sp>
    </p:spTree>
    <p:extLst>
      <p:ext uri="{BB962C8B-B14F-4D97-AF65-F5344CB8AC3E}">
        <p14:creationId xmlns:p14="http://schemas.microsoft.com/office/powerpoint/2010/main" val="2306122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13</a:t>
            </a:fld>
            <a:endParaRPr lang="en-US" altLang="en-US">
              <a:latin typeface="Times New Roman" charset="0"/>
            </a:endParaRPr>
          </a:p>
        </p:txBody>
      </p:sp>
    </p:spTree>
    <p:extLst>
      <p:ext uri="{BB962C8B-B14F-4D97-AF65-F5344CB8AC3E}">
        <p14:creationId xmlns:p14="http://schemas.microsoft.com/office/powerpoint/2010/main" val="251609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14</a:t>
            </a:fld>
            <a:endParaRPr lang="en-US" altLang="en-US">
              <a:latin typeface="Times New Roman" charset="0"/>
            </a:endParaRPr>
          </a:p>
        </p:txBody>
      </p:sp>
    </p:spTree>
    <p:extLst>
      <p:ext uri="{BB962C8B-B14F-4D97-AF65-F5344CB8AC3E}">
        <p14:creationId xmlns:p14="http://schemas.microsoft.com/office/powerpoint/2010/main" val="262743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3136707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1222388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pPr marL="0" marR="0">
              <a:spcBef>
                <a:spcPts val="0"/>
              </a:spcBef>
              <a:spcAft>
                <a:spcPts val="0"/>
              </a:spcAft>
            </a:pPr>
            <a:endParaRPr lang="en-US"/>
          </a:p>
        </p:txBody>
      </p:sp>
    </p:spTree>
    <p:extLst>
      <p:ext uri="{BB962C8B-B14F-4D97-AF65-F5344CB8AC3E}">
        <p14:creationId xmlns:p14="http://schemas.microsoft.com/office/powerpoint/2010/main" val="1031213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2654034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19</a:t>
            </a:fld>
            <a:endParaRPr lang="en-US" altLang="en-US">
              <a:latin typeface="Times New Roman" charset="0"/>
            </a:endParaRPr>
          </a:p>
        </p:txBody>
      </p:sp>
    </p:spTree>
    <p:extLst>
      <p:ext uri="{BB962C8B-B14F-4D97-AF65-F5344CB8AC3E}">
        <p14:creationId xmlns:p14="http://schemas.microsoft.com/office/powerpoint/2010/main" val="1338632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3309072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21</a:t>
            </a:fld>
            <a:endParaRPr lang="en-US" altLang="en-US">
              <a:latin typeface="Times New Roman" charset="0"/>
            </a:endParaRPr>
          </a:p>
        </p:txBody>
      </p:sp>
    </p:spTree>
    <p:extLst>
      <p:ext uri="{BB962C8B-B14F-4D97-AF65-F5344CB8AC3E}">
        <p14:creationId xmlns:p14="http://schemas.microsoft.com/office/powerpoint/2010/main" val="24114600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22</a:t>
            </a:fld>
            <a:endParaRPr lang="en-US" altLang="en-US">
              <a:latin typeface="Times New Roman" charset="0"/>
            </a:endParaRPr>
          </a:p>
        </p:txBody>
      </p:sp>
    </p:spTree>
    <p:extLst>
      <p:ext uri="{BB962C8B-B14F-4D97-AF65-F5344CB8AC3E}">
        <p14:creationId xmlns:p14="http://schemas.microsoft.com/office/powerpoint/2010/main" val="3637153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40317596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24</a:t>
            </a:fld>
            <a:endParaRPr lang="en-US" altLang="en-US">
              <a:latin typeface="Times New Roman" charset="0"/>
            </a:endParaRPr>
          </a:p>
        </p:txBody>
      </p:sp>
    </p:spTree>
    <p:extLst>
      <p:ext uri="{BB962C8B-B14F-4D97-AF65-F5344CB8AC3E}">
        <p14:creationId xmlns:p14="http://schemas.microsoft.com/office/powerpoint/2010/main" val="35239818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25</a:t>
            </a:fld>
            <a:endParaRPr lang="en-US" altLang="en-US">
              <a:latin typeface="Times New Roman" charset="0"/>
            </a:endParaRPr>
          </a:p>
        </p:txBody>
      </p:sp>
    </p:spTree>
    <p:extLst>
      <p:ext uri="{BB962C8B-B14F-4D97-AF65-F5344CB8AC3E}">
        <p14:creationId xmlns:p14="http://schemas.microsoft.com/office/powerpoint/2010/main" val="2500947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26</a:t>
            </a:fld>
            <a:endParaRPr lang="en-US" altLang="en-US">
              <a:latin typeface="Times New Roman" charset="0"/>
            </a:endParaRPr>
          </a:p>
        </p:txBody>
      </p:sp>
    </p:spTree>
    <p:extLst>
      <p:ext uri="{BB962C8B-B14F-4D97-AF65-F5344CB8AC3E}">
        <p14:creationId xmlns:p14="http://schemas.microsoft.com/office/powerpoint/2010/main" val="3098351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EFFBF6-BA94-431F-A2C4-60FA5D57D1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896349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28</a:t>
            </a:fld>
            <a:endParaRPr lang="en-US" altLang="en-US">
              <a:latin typeface="Times New Roman" charset="0"/>
            </a:endParaRPr>
          </a:p>
        </p:txBody>
      </p:sp>
    </p:spTree>
    <p:extLst>
      <p:ext uri="{BB962C8B-B14F-4D97-AF65-F5344CB8AC3E}">
        <p14:creationId xmlns:p14="http://schemas.microsoft.com/office/powerpoint/2010/main" val="32086048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29</a:t>
            </a:fld>
            <a:endParaRPr lang="en-US" altLang="en-US">
              <a:latin typeface="Times New Roman" charset="0"/>
            </a:endParaRPr>
          </a:p>
        </p:txBody>
      </p:sp>
    </p:spTree>
    <p:extLst>
      <p:ext uri="{BB962C8B-B14F-4D97-AF65-F5344CB8AC3E}">
        <p14:creationId xmlns:p14="http://schemas.microsoft.com/office/powerpoint/2010/main" val="601299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EC68DE7-2790-4C3B-AA36-C3758563F3AC}" type="slidenum">
              <a:rPr lang="en-US"/>
              <a:pPr>
                <a:defRPr/>
              </a:pPr>
              <a:t>‹#›</a:t>
            </a:fld>
            <a:endParaRPr lang="en-US"/>
          </a:p>
        </p:txBody>
      </p:sp>
    </p:spTree>
    <p:extLst>
      <p:ext uri="{BB962C8B-B14F-4D97-AF65-F5344CB8AC3E}">
        <p14:creationId xmlns:p14="http://schemas.microsoft.com/office/powerpoint/2010/main" val="4225527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DBBDD64-06D0-4189-9216-ECCCA08F354F}" type="slidenum">
              <a:rPr lang="en-US"/>
              <a:pPr>
                <a:defRPr/>
              </a:pPr>
              <a:t>‹#›</a:t>
            </a:fld>
            <a:endParaRPr lang="en-US"/>
          </a:p>
        </p:txBody>
      </p:sp>
    </p:spTree>
    <p:extLst>
      <p:ext uri="{BB962C8B-B14F-4D97-AF65-F5344CB8AC3E}">
        <p14:creationId xmlns:p14="http://schemas.microsoft.com/office/powerpoint/2010/main" val="2174688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1C9A9C8-9A9B-4839-A592-DAA63011A7B4}" type="slidenum">
              <a:rPr lang="en-US"/>
              <a:pPr>
                <a:defRPr/>
              </a:pPr>
              <a:t>‹#›</a:t>
            </a:fld>
            <a:endParaRPr lang="en-US"/>
          </a:p>
        </p:txBody>
      </p:sp>
    </p:spTree>
    <p:extLst>
      <p:ext uri="{BB962C8B-B14F-4D97-AF65-F5344CB8AC3E}">
        <p14:creationId xmlns:p14="http://schemas.microsoft.com/office/powerpoint/2010/main" val="188105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2D870EC-F1A8-4A00-B39B-C05BCF62CA67}" type="slidenum">
              <a:rPr lang="en-US"/>
              <a:pPr>
                <a:defRPr/>
              </a:pPr>
              <a:t>‹#›</a:t>
            </a:fld>
            <a:endParaRPr lang="en-US"/>
          </a:p>
        </p:txBody>
      </p:sp>
    </p:spTree>
    <p:extLst>
      <p:ext uri="{BB962C8B-B14F-4D97-AF65-F5344CB8AC3E}">
        <p14:creationId xmlns:p14="http://schemas.microsoft.com/office/powerpoint/2010/main" val="2873847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C33F9AF-3B7F-440A-BF5D-EC6A997EFBF1}" type="slidenum">
              <a:rPr lang="en-US"/>
              <a:pPr>
                <a:defRPr/>
              </a:pPr>
              <a:t>‹#›</a:t>
            </a:fld>
            <a:endParaRPr lang="en-US"/>
          </a:p>
        </p:txBody>
      </p:sp>
    </p:spTree>
    <p:extLst>
      <p:ext uri="{BB962C8B-B14F-4D97-AF65-F5344CB8AC3E}">
        <p14:creationId xmlns:p14="http://schemas.microsoft.com/office/powerpoint/2010/main" val="153021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7C69133-8FCB-461D-A9E3-A4F690825911}" type="slidenum">
              <a:rPr lang="en-US"/>
              <a:pPr>
                <a:defRPr/>
              </a:pPr>
              <a:t>‹#›</a:t>
            </a:fld>
            <a:endParaRPr lang="en-US"/>
          </a:p>
        </p:txBody>
      </p:sp>
    </p:spTree>
    <p:extLst>
      <p:ext uri="{BB962C8B-B14F-4D97-AF65-F5344CB8AC3E}">
        <p14:creationId xmlns:p14="http://schemas.microsoft.com/office/powerpoint/2010/main" val="1844209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179DED7-F2EB-484A-AECF-DCBC685EF320}" type="slidenum">
              <a:rPr lang="en-US"/>
              <a:pPr>
                <a:defRPr/>
              </a:pPr>
              <a:t>‹#›</a:t>
            </a:fld>
            <a:endParaRPr lang="en-US"/>
          </a:p>
        </p:txBody>
      </p:sp>
    </p:spTree>
    <p:extLst>
      <p:ext uri="{BB962C8B-B14F-4D97-AF65-F5344CB8AC3E}">
        <p14:creationId xmlns:p14="http://schemas.microsoft.com/office/powerpoint/2010/main" val="1507486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89DF442-9FF4-41B3-A578-91297C790B29}" type="slidenum">
              <a:rPr lang="en-US"/>
              <a:pPr>
                <a:defRPr/>
              </a:pPr>
              <a:t>‹#›</a:t>
            </a:fld>
            <a:endParaRPr lang="en-US"/>
          </a:p>
        </p:txBody>
      </p:sp>
    </p:spTree>
    <p:extLst>
      <p:ext uri="{BB962C8B-B14F-4D97-AF65-F5344CB8AC3E}">
        <p14:creationId xmlns:p14="http://schemas.microsoft.com/office/powerpoint/2010/main" val="1049319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0F9684D-5B71-4A03-8262-64A09F23EF82}" type="slidenum">
              <a:rPr lang="en-US"/>
              <a:pPr>
                <a:defRPr/>
              </a:pPr>
              <a:t>‹#›</a:t>
            </a:fld>
            <a:endParaRPr lang="en-US"/>
          </a:p>
        </p:txBody>
      </p:sp>
    </p:spTree>
    <p:extLst>
      <p:ext uri="{BB962C8B-B14F-4D97-AF65-F5344CB8AC3E}">
        <p14:creationId xmlns:p14="http://schemas.microsoft.com/office/powerpoint/2010/main" val="3903238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F7DA1EE-5287-4E5A-AABE-53CC9CC21E66}" type="slidenum">
              <a:rPr lang="en-US"/>
              <a:pPr>
                <a:defRPr/>
              </a:pPr>
              <a:t>‹#›</a:t>
            </a:fld>
            <a:endParaRPr lang="en-US"/>
          </a:p>
        </p:txBody>
      </p:sp>
    </p:spTree>
    <p:extLst>
      <p:ext uri="{BB962C8B-B14F-4D97-AF65-F5344CB8AC3E}">
        <p14:creationId xmlns:p14="http://schemas.microsoft.com/office/powerpoint/2010/main" val="1227962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91E0A9-DB68-4468-B234-5BC53E004E35}" type="slidenum">
              <a:rPr lang="en-US"/>
              <a:pPr>
                <a:defRPr/>
              </a:pPr>
              <a:t>‹#›</a:t>
            </a:fld>
            <a:endParaRPr lang="en-US"/>
          </a:p>
        </p:txBody>
      </p:sp>
    </p:spTree>
    <p:extLst>
      <p:ext uri="{BB962C8B-B14F-4D97-AF65-F5344CB8AC3E}">
        <p14:creationId xmlns:p14="http://schemas.microsoft.com/office/powerpoint/2010/main" val="3502241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F997295D-59A4-9E48-8B4A-C554F85CB5A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9DB1910-22E0-2740-9CC3-D619C7140F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D1342DC-0291-384D-9401-D02FA91D06CA}"/>
              </a:ext>
            </a:extLst>
          </p:cNvPr>
          <p:cNvSpPr>
            <a:spLocks noGrp="1" noChangeArrowheads="1"/>
          </p:cNvSpPr>
          <p:nvPr>
            <p:ph type="sldNum" sz="quarter" idx="12"/>
          </p:nvPr>
        </p:nvSpPr>
        <p:spPr>
          <a:ln/>
        </p:spPr>
        <p:txBody>
          <a:bodyPr/>
          <a:lstStyle>
            <a:lvl1pPr>
              <a:defRPr/>
            </a:lvl1pPr>
          </a:lstStyle>
          <a:p>
            <a:pPr>
              <a:defRPr/>
            </a:pPr>
            <a:fld id="{A5A68CAE-58FA-6740-AF49-D6FC2F88A531}" type="slidenum">
              <a:rPr lang="en-US" altLang="en-US"/>
              <a:pPr>
                <a:defRPr/>
              </a:pPr>
              <a:t>‹#›</a:t>
            </a:fld>
            <a:endParaRPr lang="en-US" altLang="en-US"/>
          </a:p>
        </p:txBody>
      </p:sp>
    </p:spTree>
    <p:extLst>
      <p:ext uri="{BB962C8B-B14F-4D97-AF65-F5344CB8AC3E}">
        <p14:creationId xmlns:p14="http://schemas.microsoft.com/office/powerpoint/2010/main" val="3376711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A7A0D30-8696-F447-8C5B-7963A62C5E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A7DB71B-6EDA-9F4E-867B-29910A418AA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00D67A3-3F20-5647-B54F-B00977F2FBB8}"/>
              </a:ext>
            </a:extLst>
          </p:cNvPr>
          <p:cNvSpPr>
            <a:spLocks noGrp="1" noChangeArrowheads="1"/>
          </p:cNvSpPr>
          <p:nvPr>
            <p:ph type="sldNum" sz="quarter" idx="12"/>
          </p:nvPr>
        </p:nvSpPr>
        <p:spPr>
          <a:ln/>
        </p:spPr>
        <p:txBody>
          <a:bodyPr/>
          <a:lstStyle>
            <a:lvl1pPr>
              <a:defRPr/>
            </a:lvl1pPr>
          </a:lstStyle>
          <a:p>
            <a:pPr>
              <a:defRPr/>
            </a:pPr>
            <a:fld id="{573980C8-259D-0343-AB00-2EDFB1713FA7}" type="slidenum">
              <a:rPr lang="en-US" altLang="en-US"/>
              <a:pPr>
                <a:defRPr/>
              </a:pPr>
              <a:t>‹#›</a:t>
            </a:fld>
            <a:endParaRPr lang="en-US" altLang="en-US"/>
          </a:p>
        </p:txBody>
      </p:sp>
    </p:spTree>
    <p:extLst>
      <p:ext uri="{BB962C8B-B14F-4D97-AF65-F5344CB8AC3E}">
        <p14:creationId xmlns:p14="http://schemas.microsoft.com/office/powerpoint/2010/main" val="3828084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0E728AB-266A-AE44-9F76-DD74F8311FF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F92A144-8790-854B-A98A-A0EEA973147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78687AB-9F3A-DC40-842F-9B951E6F84CE}"/>
              </a:ext>
            </a:extLst>
          </p:cNvPr>
          <p:cNvSpPr>
            <a:spLocks noGrp="1" noChangeArrowheads="1"/>
          </p:cNvSpPr>
          <p:nvPr>
            <p:ph type="sldNum" sz="quarter" idx="12"/>
          </p:nvPr>
        </p:nvSpPr>
        <p:spPr>
          <a:ln/>
        </p:spPr>
        <p:txBody>
          <a:bodyPr/>
          <a:lstStyle>
            <a:lvl1pPr>
              <a:defRPr/>
            </a:lvl1pPr>
          </a:lstStyle>
          <a:p>
            <a:pPr>
              <a:defRPr/>
            </a:pPr>
            <a:fld id="{F4980B25-56D2-1B43-9AA2-EBBBF738E860}" type="slidenum">
              <a:rPr lang="en-US" altLang="en-US"/>
              <a:pPr>
                <a:defRPr/>
              </a:pPr>
              <a:t>‹#›</a:t>
            </a:fld>
            <a:endParaRPr lang="en-US" altLang="en-US"/>
          </a:p>
        </p:txBody>
      </p:sp>
    </p:spTree>
    <p:extLst>
      <p:ext uri="{BB962C8B-B14F-4D97-AF65-F5344CB8AC3E}">
        <p14:creationId xmlns:p14="http://schemas.microsoft.com/office/powerpoint/2010/main" val="919115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78D1C95-1251-EC4A-A172-13ED61A974F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15C6646-2D3D-FC4B-8F65-6A3E35EF99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DBD3CD6-D429-1B40-A467-20B2DD19224B}"/>
              </a:ext>
            </a:extLst>
          </p:cNvPr>
          <p:cNvSpPr>
            <a:spLocks noGrp="1" noChangeArrowheads="1"/>
          </p:cNvSpPr>
          <p:nvPr>
            <p:ph type="sldNum" sz="quarter" idx="12"/>
          </p:nvPr>
        </p:nvSpPr>
        <p:spPr>
          <a:ln/>
        </p:spPr>
        <p:txBody>
          <a:bodyPr/>
          <a:lstStyle>
            <a:lvl1pPr>
              <a:defRPr/>
            </a:lvl1pPr>
          </a:lstStyle>
          <a:p>
            <a:pPr>
              <a:defRPr/>
            </a:pPr>
            <a:fld id="{F38249CE-5937-4142-808D-1B38AD7A2D2B}" type="slidenum">
              <a:rPr lang="en-US" altLang="en-US"/>
              <a:pPr>
                <a:defRPr/>
              </a:pPr>
              <a:t>‹#›</a:t>
            </a:fld>
            <a:endParaRPr lang="en-US" altLang="en-US"/>
          </a:p>
        </p:txBody>
      </p:sp>
    </p:spTree>
    <p:extLst>
      <p:ext uri="{BB962C8B-B14F-4D97-AF65-F5344CB8AC3E}">
        <p14:creationId xmlns:p14="http://schemas.microsoft.com/office/powerpoint/2010/main" val="2034641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3BFD6F1-0633-0F47-93DE-1C72757D7E7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9E92CB72-5AEC-B64D-ABD0-E5C5C019D3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A6CC9949-AF7D-4842-9CF9-C411A21936CE}"/>
              </a:ext>
            </a:extLst>
          </p:cNvPr>
          <p:cNvSpPr>
            <a:spLocks noGrp="1" noChangeArrowheads="1"/>
          </p:cNvSpPr>
          <p:nvPr>
            <p:ph type="sldNum" sz="quarter" idx="12"/>
          </p:nvPr>
        </p:nvSpPr>
        <p:spPr>
          <a:ln/>
        </p:spPr>
        <p:txBody>
          <a:bodyPr/>
          <a:lstStyle>
            <a:lvl1pPr>
              <a:defRPr/>
            </a:lvl1pPr>
          </a:lstStyle>
          <a:p>
            <a:pPr>
              <a:defRPr/>
            </a:pPr>
            <a:fld id="{097EC4A6-64A8-1D47-A69C-FFA521EAE36C}" type="slidenum">
              <a:rPr lang="en-US" altLang="en-US"/>
              <a:pPr>
                <a:defRPr/>
              </a:pPr>
              <a:t>‹#›</a:t>
            </a:fld>
            <a:endParaRPr lang="en-US" altLang="en-US"/>
          </a:p>
        </p:txBody>
      </p:sp>
    </p:spTree>
    <p:extLst>
      <p:ext uri="{BB962C8B-B14F-4D97-AF65-F5344CB8AC3E}">
        <p14:creationId xmlns:p14="http://schemas.microsoft.com/office/powerpoint/2010/main" val="550299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6496033-F800-504A-90C9-A0E9188F0A6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5D9DFD8-8013-F641-9635-C19446F9B8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BFAEA78-C9B7-4A43-977F-E3F40A393A87}"/>
              </a:ext>
            </a:extLst>
          </p:cNvPr>
          <p:cNvSpPr>
            <a:spLocks noGrp="1" noChangeArrowheads="1"/>
          </p:cNvSpPr>
          <p:nvPr>
            <p:ph type="sldNum" sz="quarter" idx="12"/>
          </p:nvPr>
        </p:nvSpPr>
        <p:spPr>
          <a:ln/>
        </p:spPr>
        <p:txBody>
          <a:bodyPr/>
          <a:lstStyle>
            <a:lvl1pPr>
              <a:defRPr/>
            </a:lvl1pPr>
          </a:lstStyle>
          <a:p>
            <a:pPr>
              <a:defRPr/>
            </a:pPr>
            <a:fld id="{F07B7A61-2459-9547-AC6B-C10377DDF545}" type="slidenum">
              <a:rPr lang="en-US" altLang="en-US"/>
              <a:pPr>
                <a:defRPr/>
              </a:pPr>
              <a:t>‹#›</a:t>
            </a:fld>
            <a:endParaRPr lang="en-US" altLang="en-US"/>
          </a:p>
        </p:txBody>
      </p:sp>
    </p:spTree>
    <p:extLst>
      <p:ext uri="{BB962C8B-B14F-4D97-AF65-F5344CB8AC3E}">
        <p14:creationId xmlns:p14="http://schemas.microsoft.com/office/powerpoint/2010/main" val="274037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8BDB9C8-AB07-444E-8466-F28D8A5EEFE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51B92B9-DB79-164C-935E-BF505F7E45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ADF7CE6-6630-3A4B-8A91-EA24142F7C5F}"/>
              </a:ext>
            </a:extLst>
          </p:cNvPr>
          <p:cNvSpPr>
            <a:spLocks noGrp="1" noChangeArrowheads="1"/>
          </p:cNvSpPr>
          <p:nvPr>
            <p:ph type="sldNum" sz="quarter" idx="12"/>
          </p:nvPr>
        </p:nvSpPr>
        <p:spPr>
          <a:ln/>
        </p:spPr>
        <p:txBody>
          <a:bodyPr/>
          <a:lstStyle>
            <a:lvl1pPr>
              <a:defRPr/>
            </a:lvl1pPr>
          </a:lstStyle>
          <a:p>
            <a:pPr>
              <a:defRPr/>
            </a:pPr>
            <a:fld id="{06D0E52A-BA9E-214E-B3FB-4CBC2BB74B2D}" type="slidenum">
              <a:rPr lang="en-US" altLang="en-US"/>
              <a:pPr>
                <a:defRPr/>
              </a:pPr>
              <a:t>‹#›</a:t>
            </a:fld>
            <a:endParaRPr lang="en-US" altLang="en-US"/>
          </a:p>
        </p:txBody>
      </p:sp>
    </p:spTree>
    <p:extLst>
      <p:ext uri="{BB962C8B-B14F-4D97-AF65-F5344CB8AC3E}">
        <p14:creationId xmlns:p14="http://schemas.microsoft.com/office/powerpoint/2010/main" val="2178007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8DCB7A9-540E-7243-A44A-80B79B1DE16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254CC0D-BDD1-EA47-B690-7EF29D60AA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3A3A609-63EA-1F4E-947B-5975DC49176D}"/>
              </a:ext>
            </a:extLst>
          </p:cNvPr>
          <p:cNvSpPr>
            <a:spLocks noGrp="1" noChangeArrowheads="1"/>
          </p:cNvSpPr>
          <p:nvPr>
            <p:ph type="sldNum" sz="quarter" idx="12"/>
          </p:nvPr>
        </p:nvSpPr>
        <p:spPr>
          <a:ln/>
        </p:spPr>
        <p:txBody>
          <a:bodyPr/>
          <a:lstStyle>
            <a:lvl1pPr>
              <a:defRPr/>
            </a:lvl1pPr>
          </a:lstStyle>
          <a:p>
            <a:pPr>
              <a:defRPr/>
            </a:pPr>
            <a:fld id="{D1EF49B8-7869-4241-A792-7252647A2B62}" type="slidenum">
              <a:rPr lang="en-US" altLang="en-US"/>
              <a:pPr>
                <a:defRPr/>
              </a:pPr>
              <a:t>‹#›</a:t>
            </a:fld>
            <a:endParaRPr lang="en-US" altLang="en-US"/>
          </a:p>
        </p:txBody>
      </p:sp>
    </p:spTree>
    <p:extLst>
      <p:ext uri="{BB962C8B-B14F-4D97-AF65-F5344CB8AC3E}">
        <p14:creationId xmlns:p14="http://schemas.microsoft.com/office/powerpoint/2010/main" val="63046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72902FF-B0B9-0D42-920B-5854210455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82D674B-B12B-9A45-92AD-6C6CBAB2A65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BF00C22-4E84-5541-B7AB-46874AAC2551}"/>
              </a:ext>
            </a:extLst>
          </p:cNvPr>
          <p:cNvSpPr>
            <a:spLocks noGrp="1" noChangeArrowheads="1"/>
          </p:cNvSpPr>
          <p:nvPr>
            <p:ph type="sldNum" sz="quarter" idx="12"/>
          </p:nvPr>
        </p:nvSpPr>
        <p:spPr>
          <a:ln/>
        </p:spPr>
        <p:txBody>
          <a:bodyPr/>
          <a:lstStyle>
            <a:lvl1pPr>
              <a:defRPr/>
            </a:lvl1pPr>
          </a:lstStyle>
          <a:p>
            <a:pPr>
              <a:defRPr/>
            </a:pPr>
            <a:fld id="{BF4395B2-CA2C-5F40-99CA-EAAE0014DBDF}" type="slidenum">
              <a:rPr lang="en-US" altLang="en-US"/>
              <a:pPr>
                <a:defRPr/>
              </a:pPr>
              <a:t>‹#›</a:t>
            </a:fld>
            <a:endParaRPr lang="en-US" altLang="en-US"/>
          </a:p>
        </p:txBody>
      </p:sp>
    </p:spTree>
    <p:extLst>
      <p:ext uri="{BB962C8B-B14F-4D97-AF65-F5344CB8AC3E}">
        <p14:creationId xmlns:p14="http://schemas.microsoft.com/office/powerpoint/2010/main" val="3528264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C5511E1-94B1-7547-9A2D-6DACF5076C9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D10939E-1C68-7048-B9DD-2CF030A47D6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7B3D7A7-381C-1441-B592-1D5DCFE72BFB}"/>
              </a:ext>
            </a:extLst>
          </p:cNvPr>
          <p:cNvSpPr>
            <a:spLocks noGrp="1" noChangeArrowheads="1"/>
          </p:cNvSpPr>
          <p:nvPr>
            <p:ph type="sldNum" sz="quarter" idx="12"/>
          </p:nvPr>
        </p:nvSpPr>
        <p:spPr>
          <a:ln/>
        </p:spPr>
        <p:txBody>
          <a:bodyPr/>
          <a:lstStyle>
            <a:lvl1pPr>
              <a:defRPr/>
            </a:lvl1pPr>
          </a:lstStyle>
          <a:p>
            <a:pPr>
              <a:defRPr/>
            </a:pPr>
            <a:fld id="{09552F02-E513-574C-87F1-7F47F926724B}" type="slidenum">
              <a:rPr lang="en-US" altLang="en-US"/>
              <a:pPr>
                <a:defRPr/>
              </a:pPr>
              <a:t>‹#›</a:t>
            </a:fld>
            <a:endParaRPr lang="en-US" altLang="en-US"/>
          </a:p>
        </p:txBody>
      </p:sp>
    </p:spTree>
    <p:extLst>
      <p:ext uri="{BB962C8B-B14F-4D97-AF65-F5344CB8AC3E}">
        <p14:creationId xmlns:p14="http://schemas.microsoft.com/office/powerpoint/2010/main" val="797887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118FDAC-07E7-6649-A249-CF80DEA713D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8284C19-4234-1E4F-A482-17170CE088F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40E92F2-B504-BC40-90EB-ADDB03119614}"/>
              </a:ext>
            </a:extLst>
          </p:cNvPr>
          <p:cNvSpPr>
            <a:spLocks noGrp="1" noChangeArrowheads="1"/>
          </p:cNvSpPr>
          <p:nvPr>
            <p:ph type="sldNum" sz="quarter" idx="12"/>
          </p:nvPr>
        </p:nvSpPr>
        <p:spPr>
          <a:ln/>
        </p:spPr>
        <p:txBody>
          <a:bodyPr/>
          <a:lstStyle>
            <a:lvl1pPr>
              <a:defRPr/>
            </a:lvl1pPr>
          </a:lstStyle>
          <a:p>
            <a:pPr>
              <a:defRPr/>
            </a:pPr>
            <a:fld id="{A5081913-3918-CD4C-8AEB-972EC58EAFA9}" type="slidenum">
              <a:rPr lang="en-US" altLang="en-US"/>
              <a:pPr>
                <a:defRPr/>
              </a:pPr>
              <a:t>‹#›</a:t>
            </a:fld>
            <a:endParaRPr lang="en-US" altLang="en-US"/>
          </a:p>
        </p:txBody>
      </p:sp>
    </p:spTree>
    <p:extLst>
      <p:ext uri="{BB962C8B-B14F-4D97-AF65-F5344CB8AC3E}">
        <p14:creationId xmlns:p14="http://schemas.microsoft.com/office/powerpoint/2010/main" val="28238576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225C119-7BDB-4AEF-B5E9-EE9EF80A9F2A}" type="slidenum">
              <a:rPr lang="en-US"/>
              <a:pPr/>
              <a:t>‹#›</a:t>
            </a:fld>
            <a:endParaRPr lang="en-US"/>
          </a:p>
        </p:txBody>
      </p:sp>
    </p:spTree>
    <p:extLst>
      <p:ext uri="{BB962C8B-B14F-4D97-AF65-F5344CB8AC3E}">
        <p14:creationId xmlns:p14="http://schemas.microsoft.com/office/powerpoint/2010/main" val="2919248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F96C2F9-E67E-49E5-8AA0-1BAEBFC6E0B9}" type="slidenum">
              <a:rPr lang="en-US"/>
              <a:pPr/>
              <a:t>‹#›</a:t>
            </a:fld>
            <a:endParaRPr lang="en-US"/>
          </a:p>
        </p:txBody>
      </p:sp>
    </p:spTree>
    <p:extLst>
      <p:ext uri="{BB962C8B-B14F-4D97-AF65-F5344CB8AC3E}">
        <p14:creationId xmlns:p14="http://schemas.microsoft.com/office/powerpoint/2010/main" val="24628339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FD1B709-3F53-4776-A86D-143A72FEBBA8}" type="slidenum">
              <a:rPr lang="en-US"/>
              <a:pPr/>
              <a:t>‹#›</a:t>
            </a:fld>
            <a:endParaRPr lang="en-US"/>
          </a:p>
        </p:txBody>
      </p:sp>
    </p:spTree>
    <p:extLst>
      <p:ext uri="{BB962C8B-B14F-4D97-AF65-F5344CB8AC3E}">
        <p14:creationId xmlns:p14="http://schemas.microsoft.com/office/powerpoint/2010/main" val="290224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CACDFE6-377A-49E6-BF84-5022E467EC19}" type="slidenum">
              <a:rPr lang="en-US"/>
              <a:pPr/>
              <a:t>‹#›</a:t>
            </a:fld>
            <a:endParaRPr lang="en-US"/>
          </a:p>
        </p:txBody>
      </p:sp>
    </p:spTree>
    <p:extLst>
      <p:ext uri="{BB962C8B-B14F-4D97-AF65-F5344CB8AC3E}">
        <p14:creationId xmlns:p14="http://schemas.microsoft.com/office/powerpoint/2010/main" val="2459871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B14F103E-46E1-4B6E-95D2-19414725B979}" type="slidenum">
              <a:rPr lang="en-US"/>
              <a:pPr/>
              <a:t>‹#›</a:t>
            </a:fld>
            <a:endParaRPr lang="en-US"/>
          </a:p>
        </p:txBody>
      </p:sp>
    </p:spTree>
    <p:extLst>
      <p:ext uri="{BB962C8B-B14F-4D97-AF65-F5344CB8AC3E}">
        <p14:creationId xmlns:p14="http://schemas.microsoft.com/office/powerpoint/2010/main" val="2744136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E101B051-0A14-4A86-9376-8500B3628AD4}" type="slidenum">
              <a:rPr lang="en-US"/>
              <a:pPr/>
              <a:t>‹#›</a:t>
            </a:fld>
            <a:endParaRPr lang="en-US"/>
          </a:p>
        </p:txBody>
      </p:sp>
    </p:spTree>
    <p:extLst>
      <p:ext uri="{BB962C8B-B14F-4D97-AF65-F5344CB8AC3E}">
        <p14:creationId xmlns:p14="http://schemas.microsoft.com/office/powerpoint/2010/main" val="2231126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44AB3C82-526B-492C-B9CE-B48B27F17A85}" type="slidenum">
              <a:rPr lang="en-US"/>
              <a:pPr/>
              <a:t>‹#›</a:t>
            </a:fld>
            <a:endParaRPr lang="en-US"/>
          </a:p>
        </p:txBody>
      </p:sp>
    </p:spTree>
    <p:extLst>
      <p:ext uri="{BB962C8B-B14F-4D97-AF65-F5344CB8AC3E}">
        <p14:creationId xmlns:p14="http://schemas.microsoft.com/office/powerpoint/2010/main" val="42756349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B4E23ED-903C-4A1B-BECE-349CD2BD3485}" type="slidenum">
              <a:rPr lang="en-US"/>
              <a:pPr/>
              <a:t>‹#›</a:t>
            </a:fld>
            <a:endParaRPr lang="en-US"/>
          </a:p>
        </p:txBody>
      </p:sp>
    </p:spTree>
    <p:extLst>
      <p:ext uri="{BB962C8B-B14F-4D97-AF65-F5344CB8AC3E}">
        <p14:creationId xmlns:p14="http://schemas.microsoft.com/office/powerpoint/2010/main" val="14401081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D498873-9F57-430F-8334-607C69183E19}" type="slidenum">
              <a:rPr lang="en-US"/>
              <a:pPr/>
              <a:t>‹#›</a:t>
            </a:fld>
            <a:endParaRPr lang="en-US"/>
          </a:p>
        </p:txBody>
      </p:sp>
    </p:spTree>
    <p:extLst>
      <p:ext uri="{BB962C8B-B14F-4D97-AF65-F5344CB8AC3E}">
        <p14:creationId xmlns:p14="http://schemas.microsoft.com/office/powerpoint/2010/main" val="29537356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0489139-36F1-41FE-9B08-0BD2732ED2BC}" type="slidenum">
              <a:rPr lang="en-US"/>
              <a:pPr/>
              <a:t>‹#›</a:t>
            </a:fld>
            <a:endParaRPr lang="en-US"/>
          </a:p>
        </p:txBody>
      </p:sp>
    </p:spTree>
    <p:extLst>
      <p:ext uri="{BB962C8B-B14F-4D97-AF65-F5344CB8AC3E}">
        <p14:creationId xmlns:p14="http://schemas.microsoft.com/office/powerpoint/2010/main" val="3927796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8DF0937-8557-4D14-970E-132D8D053CBD}" type="slidenum">
              <a:rPr lang="en-US"/>
              <a:pPr/>
              <a:t>‹#›</a:t>
            </a:fld>
            <a:endParaRPr lang="en-US"/>
          </a:p>
        </p:txBody>
      </p:sp>
    </p:spTree>
    <p:extLst>
      <p:ext uri="{BB962C8B-B14F-4D97-AF65-F5344CB8AC3E}">
        <p14:creationId xmlns:p14="http://schemas.microsoft.com/office/powerpoint/2010/main" val="35966935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079472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93802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0373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623758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42653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11864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158666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56489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950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5685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15885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charset="0"/>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charset="0"/>
              </a:defRPr>
            </a:lvl1pPr>
          </a:lstStyle>
          <a:p>
            <a:pPr>
              <a:defRPr/>
            </a:pPr>
            <a:fld id="{C29A8869-96D9-4BA4-ADEE-D6B35C83CD3E}"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5D185F7-AC62-E742-8CEA-EA81268EF42A}"/>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3995AA6-F5AA-194E-A9B0-80C73B7375A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E13430C-CFCE-7C4E-BB45-155CC867B4D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Times New Roman" pitchFamily="18" charset="0"/>
                <a:ea typeface="+mn-ea"/>
              </a:defRPr>
            </a:lvl1pPr>
          </a:lstStyle>
          <a:p>
            <a:pPr>
              <a:defRPr/>
            </a:pPr>
            <a:endParaRPr lang="en-US"/>
          </a:p>
        </p:txBody>
      </p:sp>
      <p:sp>
        <p:nvSpPr>
          <p:cNvPr id="1029" name="Rectangle 5">
            <a:extLst>
              <a:ext uri="{FF2B5EF4-FFF2-40B4-BE49-F238E27FC236}">
                <a16:creationId xmlns:a16="http://schemas.microsoft.com/office/drawing/2014/main" id="{9599CDA4-C1CD-CE4A-B36B-A0893045711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Times New Roman" pitchFamily="18" charset="0"/>
                <a:ea typeface="+mn-ea"/>
              </a:defRPr>
            </a:lvl1pPr>
          </a:lstStyle>
          <a:p>
            <a:pPr>
              <a:defRPr/>
            </a:pPr>
            <a:endParaRPr lang="en-US"/>
          </a:p>
        </p:txBody>
      </p:sp>
      <p:sp>
        <p:nvSpPr>
          <p:cNvPr id="1030" name="Rectangle 6">
            <a:extLst>
              <a:ext uri="{FF2B5EF4-FFF2-40B4-BE49-F238E27FC236}">
                <a16:creationId xmlns:a16="http://schemas.microsoft.com/office/drawing/2014/main" id="{46E7DEDA-110E-2F45-A189-559D87342F2F}"/>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atin typeface="Times New Roman" charset="0"/>
                <a:ea typeface="ＭＳ Ｐゴシック" charset="-128"/>
              </a:defRPr>
            </a:lvl1pPr>
          </a:lstStyle>
          <a:p>
            <a:pPr>
              <a:defRPr/>
            </a:pPr>
            <a:fld id="{927BEC84-48DA-0248-91C1-EEF1E538FFF6}" type="slidenum">
              <a:rPr lang="en-US" altLang="en-US"/>
              <a:pPr>
                <a:defRPr/>
              </a:pPr>
              <a:t>‹#›</a:t>
            </a:fld>
            <a:endParaRPr lang="en-US" altLang="en-US"/>
          </a:p>
        </p:txBody>
      </p:sp>
    </p:spTree>
    <p:extLst>
      <p:ext uri="{BB962C8B-B14F-4D97-AF65-F5344CB8AC3E}">
        <p14:creationId xmlns:p14="http://schemas.microsoft.com/office/powerpoint/2010/main" val="3736560986"/>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Times New Roman" pitchFamily="18" charset="0"/>
          <a:ea typeface="ＭＳ Ｐゴシック" charset="0"/>
        </a:defRPr>
      </a:lvl2pPr>
      <a:lvl3pPr algn="ctr" rtl="0" eaLnBrk="0" fontAlgn="base" hangingPunct="0">
        <a:spcBef>
          <a:spcPct val="0"/>
        </a:spcBef>
        <a:spcAft>
          <a:spcPct val="0"/>
        </a:spcAft>
        <a:defRPr sz="4400">
          <a:solidFill>
            <a:schemeClr val="tx2"/>
          </a:solidFill>
          <a:latin typeface="Times New Roman" pitchFamily="18" charset="0"/>
          <a:ea typeface="ＭＳ Ｐゴシック" charset="0"/>
        </a:defRPr>
      </a:lvl3pPr>
      <a:lvl4pPr algn="ctr" rtl="0" eaLnBrk="0" fontAlgn="base" hangingPunct="0">
        <a:spcBef>
          <a:spcPct val="0"/>
        </a:spcBef>
        <a:spcAft>
          <a:spcPct val="0"/>
        </a:spcAft>
        <a:defRPr sz="4400">
          <a:solidFill>
            <a:schemeClr val="tx2"/>
          </a:solidFill>
          <a:latin typeface="Times New Roman" pitchFamily="18" charset="0"/>
          <a:ea typeface="ＭＳ Ｐゴシック" charset="0"/>
        </a:defRPr>
      </a:lvl4pPr>
      <a:lvl5pPr algn="ctr" rtl="0" eaLnBrk="0" fontAlgn="base" hangingPunct="0">
        <a:spcBef>
          <a:spcPct val="0"/>
        </a:spcBef>
        <a:spcAft>
          <a:spcPct val="0"/>
        </a:spcAft>
        <a:defRPr sz="4400">
          <a:solidFill>
            <a:schemeClr val="tx2"/>
          </a:solidFill>
          <a:latin typeface="Times New Roman" pitchFamily="18" charset="0"/>
          <a:ea typeface="ＭＳ Ｐゴシック"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ea typeface="+mn-ea"/>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pitchFamily="18" charset="0"/>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C727D146-078B-498A-BA0B-1892FBFC3F3E}" type="slidenum">
              <a:rPr lang="en-US"/>
              <a:pPr/>
              <a:t>‹#›</a:t>
            </a:fld>
            <a:endParaRPr lang="en-US"/>
          </a:p>
        </p:txBody>
      </p:sp>
    </p:spTree>
    <p:extLst>
      <p:ext uri="{BB962C8B-B14F-4D97-AF65-F5344CB8AC3E}">
        <p14:creationId xmlns:p14="http://schemas.microsoft.com/office/powerpoint/2010/main" val="1107708876"/>
      </p:ext>
    </p:extLst>
  </p:cSld>
  <p:clrMap bg1="dk2" tx1="lt1" bg2="dk1" tx2="lt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txStyles>
    <p:titleStyle>
      <a:lvl1pPr algn="ctr" rtl="0" eaLnBrk="0" fontAlgn="base" hangingPunct="0">
        <a:spcBef>
          <a:spcPct val="0"/>
        </a:spcBef>
        <a:spcAft>
          <a:spcPct val="0"/>
        </a:spcAft>
        <a:defRPr sz="4400">
          <a:solidFill>
            <a:schemeClr val="tx2"/>
          </a:solidFill>
          <a:latin typeface="+mj-lt"/>
          <a:ea typeface="MS PGothic" pitchFamily="34" charset="-128"/>
          <a:cs typeface="MS PGothic" charset="0"/>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C85987-C0E0-41C6-934F-4549D7D634B1}" type="datetimeFigureOut">
              <a:rPr lang="en-US" smtClean="0">
                <a:solidFill>
                  <a:prstClr val="black">
                    <a:tint val="75000"/>
                  </a:prstClr>
                </a:solidFill>
              </a:rPr>
              <a:pPr/>
              <a:t>10/5/2023</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6138697"/>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81.png"/><Relationship Id="rId7" Type="http://schemas.openxmlformats.org/officeDocument/2006/relationships/image" Target="../media/image122.png"/><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111.png"/><Relationship Id="rId5" Type="http://schemas.openxmlformats.org/officeDocument/2006/relationships/image" Target="../media/image102.png"/><Relationship Id="rId10" Type="http://schemas.openxmlformats.org/officeDocument/2006/relationships/image" Target="../media/image19.png"/><Relationship Id="rId4" Type="http://schemas.openxmlformats.org/officeDocument/2006/relationships/image" Target="../media/image92.png"/><Relationship Id="rId9" Type="http://schemas.openxmlformats.org/officeDocument/2006/relationships/image" Target="../media/image14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7.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7.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0.png"/><Relationship Id="rId7" Type="http://schemas.openxmlformats.org/officeDocument/2006/relationships/image" Target="../media/image250.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240.png"/><Relationship Id="rId5" Type="http://schemas.openxmlformats.org/officeDocument/2006/relationships/image" Target="../media/image230.png"/><Relationship Id="rId4" Type="http://schemas.openxmlformats.org/officeDocument/2006/relationships/image" Target="../media/image220.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10.png"/><Relationship Id="rId7" Type="http://schemas.openxmlformats.org/officeDocument/2006/relationships/image" Target="../media/image250.png"/><Relationship Id="rId2" Type="http://schemas.openxmlformats.org/officeDocument/2006/relationships/notesSlide" Target="../notesSlides/notesSlide23.xml"/><Relationship Id="rId1" Type="http://schemas.openxmlformats.org/officeDocument/2006/relationships/slideLayout" Target="../slideLayouts/slideLayout17.xml"/><Relationship Id="rId6" Type="http://schemas.openxmlformats.org/officeDocument/2006/relationships/image" Target="../media/image29.png"/><Relationship Id="rId5" Type="http://schemas.openxmlformats.org/officeDocument/2006/relationships/image" Target="../media/image230.png"/><Relationship Id="rId4" Type="http://schemas.openxmlformats.org/officeDocument/2006/relationships/image" Target="../media/image22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7.xml"/><Relationship Id="rId1" Type="http://schemas.openxmlformats.org/officeDocument/2006/relationships/slideLayout" Target="../slideLayouts/slideLayout40.xml"/><Relationship Id="rId4" Type="http://schemas.openxmlformats.org/officeDocument/2006/relationships/image" Target="../media/image15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ctrTitle"/>
          </p:nvPr>
        </p:nvSpPr>
        <p:spPr>
          <a:xfrm>
            <a:off x="685800" y="2286000"/>
            <a:ext cx="7772400" cy="1143000"/>
          </a:xfrm>
        </p:spPr>
        <p:txBody>
          <a:bodyPr/>
          <a:lstStyle/>
          <a:p>
            <a:pPr eaLnBrk="1" hangingPunct="1"/>
            <a:r>
              <a:rPr lang="en-US" sz="3800" dirty="0"/>
              <a:t>Not Pigou:</a:t>
            </a:r>
            <a:br>
              <a:rPr lang="en-US" sz="3800" dirty="0"/>
            </a:br>
            <a:r>
              <a:rPr lang="en-US" sz="3800" dirty="0"/>
              <a:t>Externalities and civil society</a:t>
            </a:r>
            <a:br>
              <a:rPr lang="en-US" sz="3800" dirty="0"/>
            </a:br>
            <a:r>
              <a:rPr lang="en-US" sz="3800" dirty="0"/>
              <a:t>in the supply-demand framework</a:t>
            </a:r>
          </a:p>
        </p:txBody>
      </p:sp>
      <p:sp>
        <p:nvSpPr>
          <p:cNvPr id="58370" name="Rectangle 3"/>
          <p:cNvSpPr>
            <a:spLocks noGrp="1" noChangeArrowheads="1"/>
          </p:cNvSpPr>
          <p:nvPr>
            <p:ph type="subTitle" idx="1"/>
          </p:nvPr>
        </p:nvSpPr>
        <p:spPr>
          <a:xfrm>
            <a:off x="1219200" y="3886200"/>
            <a:ext cx="6781800" cy="1752600"/>
          </a:xfrm>
        </p:spPr>
        <p:txBody>
          <a:bodyPr/>
          <a:lstStyle/>
          <a:p>
            <a:pPr eaLnBrk="1" hangingPunct="1"/>
            <a:r>
              <a:rPr lang="en-US" sz="2800" dirty="0"/>
              <a:t>October 2023</a:t>
            </a:r>
          </a:p>
        </p:txBody>
      </p:sp>
    </p:spTree>
    <p:extLst>
      <p:ext uri="{BB962C8B-B14F-4D97-AF65-F5344CB8AC3E}">
        <p14:creationId xmlns:p14="http://schemas.microsoft.com/office/powerpoint/2010/main" val="1573341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85800"/>
          </a:xfrm>
        </p:spPr>
        <p:txBody>
          <a:bodyPr/>
          <a:lstStyle/>
          <a:p>
            <a:pPr eaLnBrk="1" hangingPunct="1"/>
            <a:r>
              <a:rPr lang="en-US" altLang="en-US" sz="3600" dirty="0"/>
              <a:t>Externality?</a:t>
            </a:r>
          </a:p>
        </p:txBody>
      </p:sp>
      <p:sp>
        <p:nvSpPr>
          <p:cNvPr id="18435" name="Rectangle 3"/>
          <p:cNvSpPr>
            <a:spLocks noGrp="1" noChangeArrowheads="1"/>
          </p:cNvSpPr>
          <p:nvPr>
            <p:ph type="body" idx="1"/>
          </p:nvPr>
        </p:nvSpPr>
        <p:spPr>
          <a:xfrm>
            <a:off x="457200" y="1371600"/>
            <a:ext cx="8382000" cy="3429000"/>
          </a:xfrm>
        </p:spPr>
        <p:txBody>
          <a:bodyPr/>
          <a:lstStyle/>
          <a:p>
            <a:pPr eaLnBrk="1" hangingPunct="1">
              <a:lnSpc>
                <a:spcPct val="80000"/>
              </a:lnSpc>
            </a:pPr>
            <a:r>
              <a:rPr lang="en-US" altLang="en-US" dirty="0"/>
              <a:t>“Externalities refers to situations when the effect of production or consumption of goods and services </a:t>
            </a:r>
            <a:r>
              <a:rPr lang="en-US" altLang="en-US" dirty="0">
                <a:solidFill>
                  <a:schemeClr val="tx2"/>
                </a:solidFill>
              </a:rPr>
              <a:t>imposes costs or benefits on others</a:t>
            </a:r>
            <a:r>
              <a:rPr lang="en-US" altLang="en-US" dirty="0"/>
              <a:t> which are not reflected in the prices charged for the goods and services being provided.”</a:t>
            </a:r>
          </a:p>
          <a:p>
            <a:pPr lvl="1" eaLnBrk="1" hangingPunct="1">
              <a:lnSpc>
                <a:spcPct val="80000"/>
              </a:lnSpc>
            </a:pPr>
            <a:r>
              <a:rPr lang="en-US" altLang="en-US" sz="1800" dirty="0"/>
              <a:t>Quote from OECD</a:t>
            </a:r>
          </a:p>
        </p:txBody>
      </p:sp>
      <p:pic>
        <p:nvPicPr>
          <p:cNvPr id="2" name="Picture 1">
            <a:extLst>
              <a:ext uri="{FF2B5EF4-FFF2-40B4-BE49-F238E27FC236}">
                <a16:creationId xmlns:a16="http://schemas.microsoft.com/office/drawing/2014/main" id="{8EBB4745-7A03-EF4E-8938-CDA60A8FAC4D}"/>
              </a:ext>
            </a:extLst>
          </p:cNvPr>
          <p:cNvPicPr>
            <a:picLocks noChangeAspect="1"/>
          </p:cNvPicPr>
          <p:nvPr/>
        </p:nvPicPr>
        <p:blipFill>
          <a:blip r:embed="rId3"/>
          <a:stretch>
            <a:fillRect/>
          </a:stretch>
        </p:blipFill>
        <p:spPr>
          <a:xfrm>
            <a:off x="1295400" y="3685050"/>
            <a:ext cx="6096000" cy="3177540"/>
          </a:xfrm>
          <a:prstGeom prst="rect">
            <a:avLst/>
          </a:prstGeom>
        </p:spPr>
      </p:pic>
      <p:sp>
        <p:nvSpPr>
          <p:cNvPr id="3" name="TextBox 2">
            <a:extLst>
              <a:ext uri="{FF2B5EF4-FFF2-40B4-BE49-F238E27FC236}">
                <a16:creationId xmlns:a16="http://schemas.microsoft.com/office/drawing/2014/main" id="{6552349E-065F-7243-8DD0-B18ABAA2D561}"/>
              </a:ext>
            </a:extLst>
          </p:cNvPr>
          <p:cNvSpPr txBox="1"/>
          <p:nvPr/>
        </p:nvSpPr>
        <p:spPr>
          <a:xfrm>
            <a:off x="7391400" y="6021495"/>
            <a:ext cx="2822750" cy="830997"/>
          </a:xfrm>
          <a:prstGeom prst="rect">
            <a:avLst/>
          </a:prstGeom>
          <a:noFill/>
        </p:spPr>
        <p:txBody>
          <a:bodyPr wrap="square" rtlCol="0">
            <a:spAutoFit/>
          </a:bodyPr>
          <a:lstStyle/>
          <a:p>
            <a:r>
              <a:rPr lang="en-US" dirty="0"/>
              <a:t>Image credit: </a:t>
            </a:r>
            <a:r>
              <a:rPr lang="en-US" dirty="0" err="1"/>
              <a:t>clipart.email</a:t>
            </a:r>
            <a:endParaRPr lang="en-US" dirty="0"/>
          </a:p>
        </p:txBody>
      </p:sp>
    </p:spTree>
    <p:extLst>
      <p:ext uri="{BB962C8B-B14F-4D97-AF65-F5344CB8AC3E}">
        <p14:creationId xmlns:p14="http://schemas.microsoft.com/office/powerpoint/2010/main" val="345126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85800"/>
          </a:xfrm>
        </p:spPr>
        <p:txBody>
          <a:bodyPr/>
          <a:lstStyle/>
          <a:p>
            <a:pPr eaLnBrk="1" hangingPunct="1"/>
            <a:r>
              <a:rPr lang="en-US" altLang="en-US" sz="3600" dirty="0"/>
              <a:t>Externality?</a:t>
            </a:r>
          </a:p>
        </p:txBody>
      </p:sp>
      <p:sp>
        <p:nvSpPr>
          <p:cNvPr id="18435" name="Rectangle 3"/>
          <p:cNvSpPr>
            <a:spLocks noGrp="1" noChangeArrowheads="1"/>
          </p:cNvSpPr>
          <p:nvPr>
            <p:ph type="body" idx="1"/>
          </p:nvPr>
        </p:nvSpPr>
        <p:spPr>
          <a:xfrm>
            <a:off x="457200" y="1371600"/>
            <a:ext cx="8382000" cy="4572000"/>
          </a:xfrm>
        </p:spPr>
        <p:txBody>
          <a:bodyPr/>
          <a:lstStyle/>
          <a:p>
            <a:pPr eaLnBrk="1" hangingPunct="1">
              <a:lnSpc>
                <a:spcPct val="80000"/>
              </a:lnSpc>
            </a:pPr>
            <a:r>
              <a:rPr lang="en-US" altLang="en-US" dirty="0"/>
              <a:t>“Externalities refers to situations when the effect of production or consumption of goods and services imposes costs or benefits on others which are </a:t>
            </a:r>
            <a:r>
              <a:rPr lang="en-US" altLang="en-US" u="sng" dirty="0">
                <a:solidFill>
                  <a:schemeClr val="tx2"/>
                </a:solidFill>
              </a:rPr>
              <a:t>not reflected in the prices charged</a:t>
            </a:r>
            <a:r>
              <a:rPr lang="en-US" altLang="en-US" dirty="0"/>
              <a:t> for the goods and services being provided.”</a:t>
            </a:r>
          </a:p>
          <a:p>
            <a:pPr lvl="1" eaLnBrk="1" hangingPunct="1">
              <a:lnSpc>
                <a:spcPct val="80000"/>
              </a:lnSpc>
            </a:pPr>
            <a:r>
              <a:rPr lang="en-US" altLang="en-US" sz="1800" dirty="0"/>
              <a:t>Quote from OECD</a:t>
            </a:r>
          </a:p>
          <a:p>
            <a:pPr lvl="1" eaLnBrk="1" hangingPunct="1">
              <a:lnSpc>
                <a:spcPct val="80000"/>
              </a:lnSpc>
            </a:pPr>
            <a:endParaRPr lang="en-US" altLang="en-US" sz="1800" dirty="0"/>
          </a:p>
          <a:p>
            <a:pPr lvl="1" eaLnBrk="1" hangingPunct="1">
              <a:lnSpc>
                <a:spcPct val="80000"/>
              </a:lnSpc>
            </a:pPr>
            <a:r>
              <a:rPr lang="en-US" altLang="en-US" sz="2400" dirty="0"/>
              <a:t>Prices are the fundamental concept for understanding externalities and</a:t>
            </a:r>
          </a:p>
          <a:p>
            <a:pPr lvl="1" eaLnBrk="1" hangingPunct="1">
              <a:lnSpc>
                <a:spcPct val="80000"/>
              </a:lnSpc>
            </a:pPr>
            <a:r>
              <a:rPr lang="en-US" altLang="en-US" sz="2400" dirty="0"/>
              <a:t>why public policy has sometimes made externalities worse.</a:t>
            </a:r>
          </a:p>
          <a:p>
            <a:pPr lvl="1" eaLnBrk="1" hangingPunct="1">
              <a:lnSpc>
                <a:spcPct val="80000"/>
              </a:lnSpc>
            </a:pPr>
            <a:r>
              <a:rPr lang="en-US" altLang="en-US" sz="2400" dirty="0"/>
              <a:t>Pecuniary externality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200" dirty="0"/>
              <a:t>Outline</a:t>
            </a:r>
          </a:p>
        </p:txBody>
      </p:sp>
      <p:sp>
        <p:nvSpPr>
          <p:cNvPr id="18435" name="Rectangle 3"/>
          <p:cNvSpPr>
            <a:spLocks noGrp="1" noChangeArrowheads="1"/>
          </p:cNvSpPr>
          <p:nvPr>
            <p:ph type="body" idx="1"/>
          </p:nvPr>
        </p:nvSpPr>
        <p:spPr>
          <a:xfrm>
            <a:off x="0" y="685800"/>
            <a:ext cx="9144000" cy="4572000"/>
          </a:xfrm>
        </p:spPr>
        <p:txBody>
          <a:bodyPr/>
          <a:lstStyle/>
          <a:p>
            <a:pPr eaLnBrk="1" hangingPunct="1">
              <a:lnSpc>
                <a:spcPct val="80000"/>
              </a:lnSpc>
            </a:pPr>
            <a:r>
              <a:rPr lang="en-US" altLang="en-US" dirty="0"/>
              <a:t>The Pigouvian “solution”</a:t>
            </a:r>
          </a:p>
          <a:p>
            <a:pPr lvl="1" eaLnBrk="1" hangingPunct="1">
              <a:lnSpc>
                <a:spcPct val="80000"/>
              </a:lnSpc>
            </a:pPr>
            <a:r>
              <a:rPr lang="en-US" altLang="en-US" dirty="0"/>
              <a:t>Highly redistributive</a:t>
            </a:r>
          </a:p>
          <a:p>
            <a:pPr lvl="1" eaLnBrk="1" hangingPunct="1">
              <a:lnSpc>
                <a:spcPct val="80000"/>
              </a:lnSpc>
            </a:pPr>
            <a:r>
              <a:rPr lang="en-US" altLang="en-US" dirty="0"/>
              <a:t>Expect attempts to undermine it</a:t>
            </a:r>
          </a:p>
          <a:p>
            <a:pPr eaLnBrk="1" hangingPunct="1">
              <a:lnSpc>
                <a:spcPct val="80000"/>
              </a:lnSpc>
            </a:pPr>
            <a:endParaRPr lang="en-US" altLang="en-US" dirty="0"/>
          </a:p>
          <a:p>
            <a:pPr eaLnBrk="1" hangingPunct="1">
              <a:lnSpc>
                <a:spcPct val="80000"/>
              </a:lnSpc>
            </a:pPr>
            <a:r>
              <a:rPr lang="en-US" altLang="en-US" dirty="0"/>
              <a:t>Voluntary self-regulation</a:t>
            </a:r>
            <a:endParaRPr lang="en-US" altLang="en-US" i="1" dirty="0"/>
          </a:p>
          <a:p>
            <a:pPr lvl="1" eaLnBrk="1" hangingPunct="1">
              <a:lnSpc>
                <a:spcPct val="80000"/>
              </a:lnSpc>
            </a:pPr>
            <a:r>
              <a:rPr lang="en-US" altLang="en-US" dirty="0"/>
              <a:t>Coase bargaining</a:t>
            </a:r>
          </a:p>
          <a:p>
            <a:pPr lvl="1" eaLnBrk="1" hangingPunct="1">
              <a:lnSpc>
                <a:spcPct val="80000"/>
              </a:lnSpc>
            </a:pPr>
            <a:r>
              <a:rPr lang="en-US" altLang="en-US" dirty="0"/>
              <a:t>Cooperation costs, with Coase bargaining as a limiting case</a:t>
            </a:r>
          </a:p>
          <a:p>
            <a:pPr marL="457200" lvl="1" indent="0" eaLnBrk="1" hangingPunct="1">
              <a:lnSpc>
                <a:spcPct val="80000"/>
              </a:lnSpc>
              <a:buNone/>
            </a:pPr>
            <a:endParaRPr lang="en-US" altLang="en-US" dirty="0"/>
          </a:p>
          <a:p>
            <a:pPr eaLnBrk="1" hangingPunct="1">
              <a:lnSpc>
                <a:spcPct val="80000"/>
              </a:lnSpc>
            </a:pPr>
            <a:r>
              <a:rPr lang="en-US" altLang="en-US" dirty="0"/>
              <a:t>Cooperation and group size</a:t>
            </a:r>
          </a:p>
          <a:p>
            <a:pPr lvl="1" eaLnBrk="1" hangingPunct="1">
              <a:lnSpc>
                <a:spcPct val="80000"/>
              </a:lnSpc>
            </a:pPr>
            <a:endParaRPr lang="en-US" altLang="en-US" dirty="0"/>
          </a:p>
          <a:p>
            <a:pPr eaLnBrk="1" hangingPunct="1">
              <a:lnSpc>
                <a:spcPct val="80000"/>
              </a:lnSpc>
            </a:pPr>
            <a:r>
              <a:rPr lang="en-US" altLang="en-US" dirty="0"/>
              <a:t>Examples</a:t>
            </a:r>
          </a:p>
          <a:p>
            <a:pPr lvl="1" eaLnBrk="1" hangingPunct="1">
              <a:lnSpc>
                <a:spcPct val="80000"/>
              </a:lnSpc>
            </a:pPr>
            <a:r>
              <a:rPr lang="en-US" altLang="en-US" dirty="0"/>
              <a:t>Families, buyers’ clubs, insurance groups, healthcare in the workplace</a:t>
            </a:r>
          </a:p>
          <a:p>
            <a:pPr lvl="1" eaLnBrk="1" hangingPunct="1">
              <a:lnSpc>
                <a:spcPct val="80000"/>
              </a:lnSpc>
            </a:pPr>
            <a:endParaRPr lang="en-US" altLang="en-US" dirty="0"/>
          </a:p>
          <a:p>
            <a:pPr eaLnBrk="1" hangingPunct="1">
              <a:lnSpc>
                <a:spcPct val="80000"/>
              </a:lnSpc>
            </a:pPr>
            <a:endParaRPr lang="en-US" altLang="en-US" dirty="0"/>
          </a:p>
          <a:p>
            <a:pPr marL="0" indent="0" eaLnBrk="1" hangingPunct="1">
              <a:lnSpc>
                <a:spcPct val="80000"/>
              </a:lnSpc>
              <a:buNone/>
            </a:pPr>
            <a:endParaRPr lang="en-US" altLang="en-US" dirty="0"/>
          </a:p>
        </p:txBody>
      </p:sp>
    </p:spTree>
    <p:extLst>
      <p:ext uri="{BB962C8B-B14F-4D97-AF65-F5344CB8AC3E}">
        <p14:creationId xmlns:p14="http://schemas.microsoft.com/office/powerpoint/2010/main" val="48641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4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07859" y="460915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id="{972645DE-049C-934B-A38D-84E2F192E243}"/>
              </a:ext>
            </a:extLst>
          </p:cNvPr>
          <p:cNvSpPr>
            <a:spLocks noChangeShapeType="1"/>
          </p:cNvSpPr>
          <p:nvPr/>
        </p:nvSpPr>
        <p:spPr bwMode="auto">
          <a:xfrm flipH="1" flipV="1">
            <a:off x="6093625" y="2673320"/>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1.  A Negative Production Externality</a:t>
            </a:r>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249270" y="2076631"/>
            <a:ext cx="5055081" cy="269108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Lst>
            <a:ahLst/>
            <a:cxnLst>
              <a:cxn ang="0">
                <a:pos x="connsiteX0" y="connsiteY0"/>
              </a:cxn>
              <a:cxn ang="0">
                <a:pos x="connsiteX1" y="connsiteY1"/>
              </a:cxn>
              <a:cxn ang="0">
                <a:pos x="connsiteX2" y="connsiteY2"/>
              </a:cxn>
              <a:cxn ang="0">
                <a:pos x="connsiteX3" y="connsiteY3"/>
              </a:cxn>
            </a:cxnLst>
            <a:rect l="l" t="t" r="r" b="b"/>
            <a:pathLst>
              <a:path w="3735396" h="2483792">
                <a:moveTo>
                  <a:pt x="0" y="0"/>
                </a:moveTo>
                <a:cubicBezTo>
                  <a:pt x="96464" y="56725"/>
                  <a:pt x="16930" y="-29372"/>
                  <a:pt x="371262" y="177893"/>
                </a:cubicBezTo>
                <a:cubicBezTo>
                  <a:pt x="725594" y="385158"/>
                  <a:pt x="1622995" y="953713"/>
                  <a:pt x="2125995" y="1243589"/>
                </a:cubicBezTo>
                <a:cubicBezTo>
                  <a:pt x="2628995" y="1533465"/>
                  <a:pt x="3279463" y="2099375"/>
                  <a:pt x="3735396" y="2483792"/>
                </a:cubicBezTo>
              </a:path>
            </a:pathLst>
          </a:cu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2895600" y="1340622"/>
                <a:ext cx="2452791"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2895600" y="1340622"/>
                <a:ext cx="2452791" cy="830997"/>
              </a:xfrm>
              <a:prstGeom prst="rect">
                <a:avLst/>
              </a:prstGeom>
              <a:blipFill>
                <a:blip r:embed="rId3"/>
                <a:stretch>
                  <a:fillRect t="-6061"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282884" y="2468050"/>
                <a:ext cx="16216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𝛿</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282884" y="2468050"/>
                <a:ext cx="162168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id="{8EF45E06-B1B2-2A49-BDF7-E740A1DE6357}"/>
                  </a:ext>
                </a:extLst>
              </p:cNvPr>
              <p:cNvSpPr txBox="1"/>
              <p:nvPr/>
            </p:nvSpPr>
            <p:spPr>
              <a:xfrm>
                <a:off x="3621258" y="6185103"/>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r>
                        <a:rPr lang="en-US" b="0" i="1">
                          <a:solidFill>
                            <a:srgbClr val="000000"/>
                          </a:solidFill>
                          <a:latin typeface="Cambria Math" panose="02040503050406030204" pitchFamily="18" charset="0"/>
                        </a:rPr>
                        <m:t>𝛿</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3621258" y="6185103"/>
                <a:ext cx="1611509" cy="362984"/>
              </a:xfrm>
              <a:prstGeom prst="rect">
                <a:avLst/>
              </a:prstGeom>
              <a:blipFill>
                <a:blip r:embed="rId5"/>
                <a:stretch>
                  <a:fillRect l="-787"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386134" y="4417538"/>
                <a:ext cx="58104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99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9900"/>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386134" y="4417538"/>
                <a:ext cx="581049" cy="362984"/>
              </a:xfrm>
              <a:prstGeom prst="rect">
                <a:avLst/>
              </a:prstGeom>
              <a:blipFill>
                <a:blip r:embed="rId6"/>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6458026" y="4184817"/>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mc:AlternateContent xmlns:mc="http://schemas.openxmlformats.org/markup-compatibility/2006" xmlns:a14="http://schemas.microsoft.com/office/drawing/2010/main">
        <mc:Choice Requires="a14">
          <p:sp>
            <p:nvSpPr>
              <p:cNvPr id="70" name="TextBox 5">
                <a:extLst>
                  <a:ext uri="{FF2B5EF4-FFF2-40B4-BE49-F238E27FC236}">
                    <a16:creationId xmlns:a16="http://schemas.microsoft.com/office/drawing/2014/main" id="{BA56840F-94D6-1E4A-9BEF-96FE100F94A2}"/>
                  </a:ext>
                </a:extLst>
              </p:cNvPr>
              <p:cNvSpPr txBox="1"/>
              <p:nvPr/>
            </p:nvSpPr>
            <p:spPr>
              <a:xfrm>
                <a:off x="1775111" y="3271204"/>
                <a:ext cx="2452791" cy="76944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Revenue</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𝑡𝐷</m:t>
                      </m:r>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𝛿</m:t>
                          </m:r>
                        </m:e>
                      </m:d>
                    </m:oMath>
                  </m:oMathPara>
                </a14:m>
                <a:endParaRPr kumimoji="0" lang="en-US" sz="2000" b="0" i="0" u="none" strike="noStrike" kern="1200" cap="none" spc="0" normalizeH="0" baseline="0" noProof="0" dirty="0">
                  <a:ln>
                    <a:noFill/>
                  </a:ln>
                  <a:solidFill>
                    <a:srgbClr val="000000"/>
                  </a:solidFill>
                  <a:effectLst/>
                  <a:uLnTx/>
                  <a:uFillTx/>
                  <a:latin typeface="Times New Roman"/>
                  <a:ea typeface="+mn-ea"/>
                  <a:cs typeface="+mn-cs"/>
                </a:endParaRPr>
              </a:p>
            </p:txBody>
          </p:sp>
        </mc:Choice>
        <mc:Fallback xmlns="">
          <p:sp>
            <p:nvSpPr>
              <p:cNvPr id="70" name="TextBox 5">
                <a:extLst>
                  <a:ext uri="{FF2B5EF4-FFF2-40B4-BE49-F238E27FC236}">
                    <a16:creationId xmlns:a16="http://schemas.microsoft.com/office/drawing/2014/main" id="{BA56840F-94D6-1E4A-9BEF-96FE100F94A2}"/>
                  </a:ext>
                </a:extLst>
              </p:cNvPr>
              <p:cNvSpPr txBox="1">
                <a:spLocks noRot="1" noChangeAspect="1" noMove="1" noResize="1" noEditPoints="1" noAdjustHandles="1" noChangeArrowheads="1" noChangeShapeType="1" noTextEdit="1"/>
              </p:cNvSpPr>
              <p:nvPr/>
            </p:nvSpPr>
            <p:spPr>
              <a:xfrm>
                <a:off x="1775111" y="3271204"/>
                <a:ext cx="2452791" cy="769441"/>
              </a:xfrm>
              <a:prstGeom prst="rect">
                <a:avLst/>
              </a:prstGeom>
              <a:blipFill>
                <a:blip r:embed="rId7"/>
                <a:stretch>
                  <a:fillRect t="-6452"/>
                </a:stretch>
              </a:blipFill>
            </p:spPr>
            <p:txBody>
              <a:bodyPr/>
              <a:lstStyle/>
              <a:p>
                <a:r>
                  <a:rPr lang="en-US">
                    <a:noFill/>
                  </a:rPr>
                  <a:t> </a:t>
                </a:r>
              </a:p>
            </p:txBody>
          </p:sp>
        </mc:Fallback>
      </mc:AlternateContent>
      <p:sp>
        <p:nvSpPr>
          <p:cNvPr id="72" name="TextBox 5">
            <a:extLst>
              <a:ext uri="{FF2B5EF4-FFF2-40B4-BE49-F238E27FC236}">
                <a16:creationId xmlns:a16="http://schemas.microsoft.com/office/drawing/2014/main" id="{D90F53DC-B618-F746-A3F1-9E08BACC8F6A}"/>
              </a:ext>
            </a:extLst>
          </p:cNvPr>
          <p:cNvSpPr txBox="1"/>
          <p:nvPr/>
        </p:nvSpPr>
        <p:spPr>
          <a:xfrm>
            <a:off x="5013365" y="2688647"/>
            <a:ext cx="1201730" cy="101566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Net social benefit</a:t>
            </a:r>
            <a:endParaRPr kumimoji="0" lang="en-US" sz="1800" b="0" i="0" u="none" strike="noStrike" kern="1200" cap="none" spc="0" normalizeH="0" baseline="0" noProof="0" dirty="0">
              <a:ln>
                <a:noFill/>
              </a:ln>
              <a:solidFill>
                <a:srgbClr val="000000"/>
              </a:solidFill>
              <a:effectLst/>
              <a:uLnTx/>
              <a:uFillTx/>
              <a:latin typeface="Times New Roman"/>
              <a:ea typeface="+mn-ea"/>
              <a:cs typeface="+mn-cs"/>
            </a:endParaRPr>
          </a:p>
        </p:txBody>
      </p:sp>
      <mc:AlternateContent xmlns:mc="http://schemas.openxmlformats.org/markup-compatibility/2006" xmlns:a14="http://schemas.microsoft.com/office/drawing/2010/main">
        <mc:Choice Requires="a14">
          <p:sp>
            <p:nvSpPr>
              <p:cNvPr id="4" name="TextBox 5">
                <a:extLst>
                  <a:ext uri="{FF2B5EF4-FFF2-40B4-BE49-F238E27FC236}">
                    <a16:creationId xmlns:a16="http://schemas.microsoft.com/office/drawing/2014/main" id="{541A3B7C-4C14-6900-6A7A-2C97718D2164}"/>
                  </a:ext>
                </a:extLst>
              </p:cNvPr>
              <p:cNvSpPr txBox="1"/>
              <p:nvPr/>
            </p:nvSpPr>
            <p:spPr>
              <a:xfrm>
                <a:off x="5619683" y="6188027"/>
                <a:ext cx="12551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𝑢</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4" name="TextBox 5">
                <a:extLst>
                  <a:ext uri="{FF2B5EF4-FFF2-40B4-BE49-F238E27FC236}">
                    <a16:creationId xmlns:a16="http://schemas.microsoft.com/office/drawing/2014/main" id="{541A3B7C-4C14-6900-6A7A-2C97718D2164}"/>
                  </a:ext>
                </a:extLst>
              </p:cNvPr>
              <p:cNvSpPr txBox="1">
                <a:spLocks noRot="1" noChangeAspect="1" noMove="1" noResize="1" noEditPoints="1" noAdjustHandles="1" noChangeArrowheads="1" noChangeShapeType="1" noTextEdit="1"/>
              </p:cNvSpPr>
              <p:nvPr/>
            </p:nvSpPr>
            <p:spPr>
              <a:xfrm>
                <a:off x="5619683" y="6188027"/>
                <a:ext cx="1255181" cy="362984"/>
              </a:xfrm>
              <a:prstGeom prst="rect">
                <a:avLst/>
              </a:prstGeom>
              <a:blipFill>
                <a:blip r:embed="rId8"/>
                <a:stretch>
                  <a:fillRect b="-17241"/>
                </a:stretch>
              </a:blipFill>
            </p:spPr>
            <p:txBody>
              <a:bodyPr/>
              <a:lstStyle/>
              <a:p>
                <a:r>
                  <a:rPr lang="en-US">
                    <a:noFill/>
                  </a:rPr>
                  <a:t> </a:t>
                </a:r>
              </a:p>
            </p:txBody>
          </p:sp>
        </mc:Fallback>
      </mc:AlternateContent>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461479" y="2290208"/>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p:sp>
        <p:nvSpPr>
          <p:cNvPr id="8" name="TextBox 5">
            <a:extLst>
              <a:ext uri="{FF2B5EF4-FFF2-40B4-BE49-F238E27FC236}">
                <a16:creationId xmlns:a16="http://schemas.microsoft.com/office/drawing/2014/main" id="{85C1C7E0-14AE-DF07-626C-25312BF8E556}"/>
              </a:ext>
            </a:extLst>
          </p:cNvPr>
          <p:cNvSpPr txBox="1"/>
          <p:nvPr/>
        </p:nvSpPr>
        <p:spPr>
          <a:xfrm>
            <a:off x="4176704" y="3732700"/>
            <a:ext cx="1510005"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imes New Roman"/>
                <a:ea typeface="+mn-ea"/>
                <a:cs typeface="+mn-cs"/>
              </a:rPr>
              <a:t>Transfer from consumers to harmed parties</a:t>
            </a:r>
            <a:endParaRPr kumimoji="0" lang="en-US" sz="1400" b="0" i="0" u="none" strike="noStrike" kern="1200" cap="none" spc="0" normalizeH="0" baseline="0" noProof="0" dirty="0">
              <a:ln>
                <a:noFill/>
              </a:ln>
              <a:solidFill>
                <a:srgbClr val="000000"/>
              </a:solidFill>
              <a:effectLst/>
              <a:uLnTx/>
              <a:uFillTx/>
              <a:latin typeface="Times New Roman"/>
              <a:ea typeface="+mn-ea"/>
              <a:cs typeface="+mn-cs"/>
            </a:endParaRPr>
          </a:p>
        </p:txBody>
      </p:sp>
      <p:sp>
        <p:nvSpPr>
          <p:cNvPr id="10" name="Line 12">
            <a:extLst>
              <a:ext uri="{FF2B5EF4-FFF2-40B4-BE49-F238E27FC236}">
                <a16:creationId xmlns:a16="http://schemas.microsoft.com/office/drawing/2014/main" id="{39D0877C-FD04-792F-4FD3-16F39243BCE3}"/>
              </a:ext>
            </a:extLst>
          </p:cNvPr>
          <p:cNvSpPr>
            <a:spLocks noChangeShapeType="1"/>
          </p:cNvSpPr>
          <p:nvPr/>
        </p:nvSpPr>
        <p:spPr bwMode="auto">
          <a:xfrm flipH="1" flipV="1">
            <a:off x="4180404" y="2632938"/>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3" name="TextBox 5">
            <a:extLst>
              <a:ext uri="{FF2B5EF4-FFF2-40B4-BE49-F238E27FC236}">
                <a16:creationId xmlns:a16="http://schemas.microsoft.com/office/drawing/2014/main" id="{0DE82858-F845-040C-4FDE-6D7FAB80792C}"/>
              </a:ext>
            </a:extLst>
          </p:cNvPr>
          <p:cNvSpPr txBox="1"/>
          <p:nvPr/>
        </p:nvSpPr>
        <p:spPr>
          <a:xfrm>
            <a:off x="6031688" y="4179275"/>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14" name="Oval 13">
            <a:extLst>
              <a:ext uri="{FF2B5EF4-FFF2-40B4-BE49-F238E27FC236}">
                <a16:creationId xmlns:a16="http://schemas.microsoft.com/office/drawing/2014/main" id="{86CB5FCA-2287-652B-BD86-60E5BC851040}"/>
              </a:ext>
            </a:extLst>
          </p:cNvPr>
          <p:cNvSpPr>
            <a:spLocks noChangeArrowheads="1"/>
          </p:cNvSpPr>
          <p:nvPr/>
        </p:nvSpPr>
        <p:spPr bwMode="auto">
          <a:xfrm>
            <a:off x="6031688" y="4541848"/>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 name="Rectangle 1">
            <a:extLst>
              <a:ext uri="{FF2B5EF4-FFF2-40B4-BE49-F238E27FC236}">
                <a16:creationId xmlns:a16="http://schemas.microsoft.com/office/drawing/2014/main" id="{5668C5EF-ACE9-6FF2-134F-C8F8462B2528}"/>
              </a:ext>
            </a:extLst>
          </p:cNvPr>
          <p:cNvSpPr/>
          <p:nvPr/>
        </p:nvSpPr>
        <p:spPr>
          <a:xfrm>
            <a:off x="381000" y="2468050"/>
            <a:ext cx="748610" cy="3629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372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5" grpId="0"/>
      <p:bldP spid="55" grpId="0"/>
      <p:bldP spid="70" grpId="0"/>
      <p:bldP spid="72" grpId="0"/>
      <p:bldP spid="4" grpId="0"/>
      <p:bldP spid="5" grpId="0" animBg="1"/>
      <p:bldP spid="7" grpId="0"/>
      <p:bldP spid="8" grpId="0"/>
      <p:bldP spid="10" grpId="0"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600" dirty="0"/>
              <a:t>Conclusions about Pigouvian taxes</a:t>
            </a:r>
          </a:p>
        </p:txBody>
      </p:sp>
      <p:sp>
        <p:nvSpPr>
          <p:cNvPr id="18435" name="Rectangle 3"/>
          <p:cNvSpPr>
            <a:spLocks noGrp="1" noChangeArrowheads="1"/>
          </p:cNvSpPr>
          <p:nvPr>
            <p:ph type="body" idx="1"/>
          </p:nvPr>
        </p:nvSpPr>
        <p:spPr>
          <a:xfrm>
            <a:off x="0" y="990600"/>
            <a:ext cx="9144000" cy="4419600"/>
          </a:xfrm>
        </p:spPr>
        <p:txBody>
          <a:bodyPr/>
          <a:lstStyle/>
          <a:p>
            <a:pPr eaLnBrk="1" hangingPunct="1">
              <a:lnSpc>
                <a:spcPct val="80000"/>
              </a:lnSpc>
            </a:pPr>
            <a:r>
              <a:rPr lang="en-US" altLang="en-US" dirty="0"/>
              <a:t>Efficiency is not the same as zero externality</a:t>
            </a:r>
          </a:p>
          <a:p>
            <a:pPr marL="0" indent="0" eaLnBrk="1" hangingPunct="1">
              <a:lnSpc>
                <a:spcPct val="80000"/>
              </a:lnSpc>
              <a:buNone/>
            </a:pPr>
            <a:endParaRPr lang="en-US" altLang="en-US" dirty="0"/>
          </a:p>
          <a:p>
            <a:pPr eaLnBrk="1" hangingPunct="1">
              <a:lnSpc>
                <a:spcPct val="80000"/>
              </a:lnSpc>
            </a:pPr>
            <a:r>
              <a:rPr lang="en-US" altLang="en-US" dirty="0"/>
              <a:t>The magnitudes of redistribution and net benefit</a:t>
            </a:r>
            <a:endParaRPr lang="en-US" altLang="en-US" i="1" dirty="0"/>
          </a:p>
          <a:p>
            <a:pPr lvl="1" eaLnBrk="1" hangingPunct="1">
              <a:lnSpc>
                <a:spcPct val="80000"/>
              </a:lnSpc>
            </a:pPr>
            <a:r>
              <a:rPr lang="en-US" altLang="en-US" dirty="0"/>
              <a:t>Net benefit comes from production </a:t>
            </a:r>
            <a:r>
              <a:rPr lang="en-US" altLang="en-US" i="1" dirty="0"/>
              <a:t>change</a:t>
            </a:r>
          </a:p>
          <a:p>
            <a:pPr lvl="1" eaLnBrk="1" hangingPunct="1">
              <a:lnSpc>
                <a:spcPct val="80000"/>
              </a:lnSpc>
            </a:pPr>
            <a:r>
              <a:rPr lang="en-US" altLang="en-US" dirty="0"/>
              <a:t>Redistribution comes from the production </a:t>
            </a:r>
            <a:r>
              <a:rPr lang="en-US" altLang="en-US" i="1" dirty="0"/>
              <a:t>level</a:t>
            </a:r>
            <a:endParaRPr lang="en-US" altLang="en-US" dirty="0"/>
          </a:p>
          <a:p>
            <a:pPr lvl="1" eaLnBrk="1" hangingPunct="1">
              <a:lnSpc>
                <a:spcPct val="80000"/>
              </a:lnSpc>
            </a:pPr>
            <a:r>
              <a:rPr lang="en-US" altLang="en-US" dirty="0"/>
              <a:t>i.e., much more redistribution than net benefit</a:t>
            </a:r>
          </a:p>
          <a:p>
            <a:pPr eaLnBrk="1" hangingPunct="1">
              <a:lnSpc>
                <a:spcPct val="80000"/>
              </a:lnSpc>
            </a:pPr>
            <a:endParaRPr lang="en-US" altLang="en-US" dirty="0"/>
          </a:p>
          <a:p>
            <a:pPr eaLnBrk="1" hangingPunct="1">
              <a:lnSpc>
                <a:spcPct val="80000"/>
              </a:lnSpc>
            </a:pPr>
            <a:r>
              <a:rPr lang="en-US" altLang="en-US" dirty="0"/>
              <a:t>Expect polaration rather than cooperation from Pigou</a:t>
            </a:r>
          </a:p>
          <a:p>
            <a:pPr marL="457200" lvl="1" indent="0" eaLnBrk="1" hangingPunct="1">
              <a:lnSpc>
                <a:spcPct val="80000"/>
              </a:lnSpc>
              <a:buNone/>
            </a:pPr>
            <a:endParaRPr lang="en-US" altLang="en-US" dirty="0"/>
          </a:p>
          <a:p>
            <a:pPr eaLnBrk="1" hangingPunct="1">
              <a:lnSpc>
                <a:spcPct val="80000"/>
              </a:lnSpc>
            </a:pPr>
            <a:endParaRPr lang="en-US" altLang="en-US" dirty="0"/>
          </a:p>
          <a:p>
            <a:pPr marL="0" indent="0" eaLnBrk="1" hangingPunct="1">
              <a:lnSpc>
                <a:spcPct val="80000"/>
              </a:lnSpc>
              <a:buNone/>
            </a:pPr>
            <a:endParaRPr lang="en-US" altLang="en-US" dirty="0"/>
          </a:p>
        </p:txBody>
      </p:sp>
    </p:spTree>
    <p:extLst>
      <p:ext uri="{BB962C8B-B14F-4D97-AF65-F5344CB8AC3E}">
        <p14:creationId xmlns:p14="http://schemas.microsoft.com/office/powerpoint/2010/main" val="336265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07859" y="460915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id="{972645DE-049C-934B-A38D-84E2F192E243}"/>
              </a:ext>
            </a:extLst>
          </p:cNvPr>
          <p:cNvSpPr>
            <a:spLocks noChangeShapeType="1"/>
          </p:cNvSpPr>
          <p:nvPr/>
        </p:nvSpPr>
        <p:spPr bwMode="auto">
          <a:xfrm flipH="1" flipV="1">
            <a:off x="6093625" y="2673320"/>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1.  A Negative Production Externality</a:t>
            </a:r>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249270" y="2076631"/>
            <a:ext cx="5055081" cy="269108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Lst>
            <a:ahLst/>
            <a:cxnLst>
              <a:cxn ang="0">
                <a:pos x="connsiteX0" y="connsiteY0"/>
              </a:cxn>
              <a:cxn ang="0">
                <a:pos x="connsiteX1" y="connsiteY1"/>
              </a:cxn>
              <a:cxn ang="0">
                <a:pos x="connsiteX2" y="connsiteY2"/>
              </a:cxn>
              <a:cxn ang="0">
                <a:pos x="connsiteX3" y="connsiteY3"/>
              </a:cxn>
            </a:cxnLst>
            <a:rect l="l" t="t" r="r" b="b"/>
            <a:pathLst>
              <a:path w="3735396" h="2483792">
                <a:moveTo>
                  <a:pt x="0" y="0"/>
                </a:moveTo>
                <a:cubicBezTo>
                  <a:pt x="96464" y="56725"/>
                  <a:pt x="16930" y="-29372"/>
                  <a:pt x="371262" y="177893"/>
                </a:cubicBezTo>
                <a:cubicBezTo>
                  <a:pt x="725594" y="385158"/>
                  <a:pt x="1622995" y="953713"/>
                  <a:pt x="2125995" y="1243589"/>
                </a:cubicBezTo>
                <a:cubicBezTo>
                  <a:pt x="2628995" y="1533465"/>
                  <a:pt x="3279463" y="2099375"/>
                  <a:pt x="3735396" y="2483792"/>
                </a:cubicBezTo>
              </a:path>
            </a:pathLst>
          </a:cu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2895600" y="1340622"/>
                <a:ext cx="2452791"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2895600" y="1340622"/>
                <a:ext cx="2452791" cy="830997"/>
              </a:xfrm>
              <a:prstGeom prst="rect">
                <a:avLst/>
              </a:prstGeom>
              <a:blipFill>
                <a:blip r:embed="rId3"/>
                <a:stretch>
                  <a:fillRect t="-6061"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282884" y="2468050"/>
                <a:ext cx="16216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𝛿</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282884" y="2468050"/>
                <a:ext cx="162168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id="{8EF45E06-B1B2-2A49-BDF7-E740A1DE6357}"/>
                  </a:ext>
                </a:extLst>
              </p:cNvPr>
              <p:cNvSpPr txBox="1"/>
              <p:nvPr/>
            </p:nvSpPr>
            <p:spPr>
              <a:xfrm>
                <a:off x="3621258" y="6185103"/>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r>
                        <a:rPr lang="en-US" b="0" i="1">
                          <a:solidFill>
                            <a:srgbClr val="000000"/>
                          </a:solidFill>
                          <a:latin typeface="Cambria Math" panose="02040503050406030204" pitchFamily="18" charset="0"/>
                        </a:rPr>
                        <m:t>𝛿</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3621258" y="6185103"/>
                <a:ext cx="1611509" cy="362984"/>
              </a:xfrm>
              <a:prstGeom prst="rect">
                <a:avLst/>
              </a:prstGeom>
              <a:blipFill>
                <a:blip r:embed="rId5"/>
                <a:stretch>
                  <a:fillRect l="-787"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386134" y="4417538"/>
                <a:ext cx="58104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99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9900"/>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386134" y="4417538"/>
                <a:ext cx="581049" cy="362984"/>
              </a:xfrm>
              <a:prstGeom prst="rect">
                <a:avLst/>
              </a:prstGeom>
              <a:blipFill>
                <a:blip r:embed="rId6"/>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6458026" y="4184817"/>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mc:AlternateContent xmlns:mc="http://schemas.openxmlformats.org/markup-compatibility/2006" xmlns:a14="http://schemas.microsoft.com/office/drawing/2010/main">
        <mc:Choice Requires="a14">
          <p:sp>
            <p:nvSpPr>
              <p:cNvPr id="70" name="TextBox 5">
                <a:extLst>
                  <a:ext uri="{FF2B5EF4-FFF2-40B4-BE49-F238E27FC236}">
                    <a16:creationId xmlns:a16="http://schemas.microsoft.com/office/drawing/2014/main" id="{BA56840F-94D6-1E4A-9BEF-96FE100F94A2}"/>
                  </a:ext>
                </a:extLst>
              </p:cNvPr>
              <p:cNvSpPr txBox="1"/>
              <p:nvPr/>
            </p:nvSpPr>
            <p:spPr>
              <a:xfrm>
                <a:off x="1775111" y="3271204"/>
                <a:ext cx="2452791" cy="76944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Revenue</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𝑡𝐷</m:t>
                      </m:r>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𝛿</m:t>
                          </m:r>
                        </m:e>
                      </m:d>
                    </m:oMath>
                  </m:oMathPara>
                </a14:m>
                <a:endParaRPr kumimoji="0" lang="en-US" sz="2000" b="0" i="0" u="none" strike="noStrike" kern="1200" cap="none" spc="0" normalizeH="0" baseline="0" noProof="0" dirty="0">
                  <a:ln>
                    <a:noFill/>
                  </a:ln>
                  <a:solidFill>
                    <a:srgbClr val="000000"/>
                  </a:solidFill>
                  <a:effectLst/>
                  <a:uLnTx/>
                  <a:uFillTx/>
                  <a:latin typeface="Times New Roman"/>
                  <a:ea typeface="+mn-ea"/>
                  <a:cs typeface="+mn-cs"/>
                </a:endParaRPr>
              </a:p>
            </p:txBody>
          </p:sp>
        </mc:Choice>
        <mc:Fallback xmlns="">
          <p:sp>
            <p:nvSpPr>
              <p:cNvPr id="70" name="TextBox 5">
                <a:extLst>
                  <a:ext uri="{FF2B5EF4-FFF2-40B4-BE49-F238E27FC236}">
                    <a16:creationId xmlns:a16="http://schemas.microsoft.com/office/drawing/2014/main" id="{BA56840F-94D6-1E4A-9BEF-96FE100F94A2}"/>
                  </a:ext>
                </a:extLst>
              </p:cNvPr>
              <p:cNvSpPr txBox="1">
                <a:spLocks noRot="1" noChangeAspect="1" noMove="1" noResize="1" noEditPoints="1" noAdjustHandles="1" noChangeArrowheads="1" noChangeShapeType="1" noTextEdit="1"/>
              </p:cNvSpPr>
              <p:nvPr/>
            </p:nvSpPr>
            <p:spPr>
              <a:xfrm>
                <a:off x="1775111" y="3271204"/>
                <a:ext cx="2452791" cy="769441"/>
              </a:xfrm>
              <a:prstGeom prst="rect">
                <a:avLst/>
              </a:prstGeom>
              <a:blipFill>
                <a:blip r:embed="rId7"/>
                <a:stretch>
                  <a:fillRect t="-6452"/>
                </a:stretch>
              </a:blipFill>
            </p:spPr>
            <p:txBody>
              <a:bodyPr/>
              <a:lstStyle/>
              <a:p>
                <a:r>
                  <a:rPr lang="en-US">
                    <a:noFill/>
                  </a:rPr>
                  <a:t> </a:t>
                </a:r>
              </a:p>
            </p:txBody>
          </p:sp>
        </mc:Fallback>
      </mc:AlternateContent>
      <p:sp>
        <p:nvSpPr>
          <p:cNvPr id="72" name="TextBox 5">
            <a:extLst>
              <a:ext uri="{FF2B5EF4-FFF2-40B4-BE49-F238E27FC236}">
                <a16:creationId xmlns:a16="http://schemas.microsoft.com/office/drawing/2014/main" id="{D90F53DC-B618-F746-A3F1-9E08BACC8F6A}"/>
              </a:ext>
            </a:extLst>
          </p:cNvPr>
          <p:cNvSpPr txBox="1"/>
          <p:nvPr/>
        </p:nvSpPr>
        <p:spPr>
          <a:xfrm>
            <a:off x="5013365" y="2688647"/>
            <a:ext cx="1201730" cy="101566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Net social benefit</a:t>
            </a:r>
            <a:endParaRPr kumimoji="0" lang="en-US" sz="1800" b="0" i="0" u="none" strike="noStrike" kern="1200" cap="none" spc="0" normalizeH="0" baseline="0" noProof="0" dirty="0">
              <a:ln>
                <a:noFill/>
              </a:ln>
              <a:solidFill>
                <a:srgbClr val="000000"/>
              </a:solidFill>
              <a:effectLst/>
              <a:uLnTx/>
              <a:uFillTx/>
              <a:latin typeface="Times New Roman"/>
              <a:ea typeface="+mn-ea"/>
              <a:cs typeface="+mn-cs"/>
            </a:endParaRPr>
          </a:p>
        </p:txBody>
      </p:sp>
      <mc:AlternateContent xmlns:mc="http://schemas.openxmlformats.org/markup-compatibility/2006" xmlns:a14="http://schemas.microsoft.com/office/drawing/2010/main">
        <mc:Choice Requires="a14">
          <p:sp>
            <p:nvSpPr>
              <p:cNvPr id="4" name="TextBox 5">
                <a:extLst>
                  <a:ext uri="{FF2B5EF4-FFF2-40B4-BE49-F238E27FC236}">
                    <a16:creationId xmlns:a16="http://schemas.microsoft.com/office/drawing/2014/main" id="{541A3B7C-4C14-6900-6A7A-2C97718D2164}"/>
                  </a:ext>
                </a:extLst>
              </p:cNvPr>
              <p:cNvSpPr txBox="1"/>
              <p:nvPr/>
            </p:nvSpPr>
            <p:spPr>
              <a:xfrm>
                <a:off x="5619683" y="6188027"/>
                <a:ext cx="12551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𝑢</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4" name="TextBox 5">
                <a:extLst>
                  <a:ext uri="{FF2B5EF4-FFF2-40B4-BE49-F238E27FC236}">
                    <a16:creationId xmlns:a16="http://schemas.microsoft.com/office/drawing/2014/main" id="{541A3B7C-4C14-6900-6A7A-2C97718D2164}"/>
                  </a:ext>
                </a:extLst>
              </p:cNvPr>
              <p:cNvSpPr txBox="1">
                <a:spLocks noRot="1" noChangeAspect="1" noMove="1" noResize="1" noEditPoints="1" noAdjustHandles="1" noChangeArrowheads="1" noChangeShapeType="1" noTextEdit="1"/>
              </p:cNvSpPr>
              <p:nvPr/>
            </p:nvSpPr>
            <p:spPr>
              <a:xfrm>
                <a:off x="5619683" y="6188027"/>
                <a:ext cx="1255181" cy="362984"/>
              </a:xfrm>
              <a:prstGeom prst="rect">
                <a:avLst/>
              </a:prstGeom>
              <a:blipFill>
                <a:blip r:embed="rId8"/>
                <a:stretch>
                  <a:fillRect b="-17241"/>
                </a:stretch>
              </a:blipFill>
            </p:spPr>
            <p:txBody>
              <a:bodyPr/>
              <a:lstStyle/>
              <a:p>
                <a:r>
                  <a:rPr lang="en-US">
                    <a:noFill/>
                  </a:rPr>
                  <a:t> </a:t>
                </a:r>
              </a:p>
            </p:txBody>
          </p:sp>
        </mc:Fallback>
      </mc:AlternateContent>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461479" y="2290208"/>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p:sp>
        <p:nvSpPr>
          <p:cNvPr id="8" name="TextBox 5">
            <a:extLst>
              <a:ext uri="{FF2B5EF4-FFF2-40B4-BE49-F238E27FC236}">
                <a16:creationId xmlns:a16="http://schemas.microsoft.com/office/drawing/2014/main" id="{85C1C7E0-14AE-DF07-626C-25312BF8E556}"/>
              </a:ext>
            </a:extLst>
          </p:cNvPr>
          <p:cNvSpPr txBox="1"/>
          <p:nvPr/>
        </p:nvSpPr>
        <p:spPr>
          <a:xfrm>
            <a:off x="4176704" y="3732700"/>
            <a:ext cx="1510005"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imes New Roman"/>
                <a:ea typeface="+mn-ea"/>
                <a:cs typeface="+mn-cs"/>
              </a:rPr>
              <a:t>Transfer from consumers to harmed parties</a:t>
            </a:r>
            <a:endParaRPr kumimoji="0" lang="en-US" sz="1400" b="0" i="0" u="none" strike="noStrike" kern="1200" cap="none" spc="0" normalizeH="0" baseline="0" noProof="0" dirty="0">
              <a:ln>
                <a:noFill/>
              </a:ln>
              <a:solidFill>
                <a:srgbClr val="000000"/>
              </a:solidFill>
              <a:effectLst/>
              <a:uLnTx/>
              <a:uFillTx/>
              <a:latin typeface="Times New Roman"/>
              <a:ea typeface="+mn-ea"/>
              <a:cs typeface="+mn-cs"/>
            </a:endParaRPr>
          </a:p>
        </p:txBody>
      </p:sp>
      <p:sp>
        <p:nvSpPr>
          <p:cNvPr id="10" name="Line 12">
            <a:extLst>
              <a:ext uri="{FF2B5EF4-FFF2-40B4-BE49-F238E27FC236}">
                <a16:creationId xmlns:a16="http://schemas.microsoft.com/office/drawing/2014/main" id="{39D0877C-FD04-792F-4FD3-16F39243BCE3}"/>
              </a:ext>
            </a:extLst>
          </p:cNvPr>
          <p:cNvSpPr>
            <a:spLocks noChangeShapeType="1"/>
          </p:cNvSpPr>
          <p:nvPr/>
        </p:nvSpPr>
        <p:spPr bwMode="auto">
          <a:xfrm flipH="1" flipV="1">
            <a:off x="4180404" y="2632938"/>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3" name="TextBox 5">
            <a:extLst>
              <a:ext uri="{FF2B5EF4-FFF2-40B4-BE49-F238E27FC236}">
                <a16:creationId xmlns:a16="http://schemas.microsoft.com/office/drawing/2014/main" id="{0DE82858-F845-040C-4FDE-6D7FAB80792C}"/>
              </a:ext>
            </a:extLst>
          </p:cNvPr>
          <p:cNvSpPr txBox="1"/>
          <p:nvPr/>
        </p:nvSpPr>
        <p:spPr>
          <a:xfrm>
            <a:off x="6031688" y="4179275"/>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14" name="Oval 13">
            <a:extLst>
              <a:ext uri="{FF2B5EF4-FFF2-40B4-BE49-F238E27FC236}">
                <a16:creationId xmlns:a16="http://schemas.microsoft.com/office/drawing/2014/main" id="{86CB5FCA-2287-652B-BD86-60E5BC851040}"/>
              </a:ext>
            </a:extLst>
          </p:cNvPr>
          <p:cNvSpPr>
            <a:spLocks noChangeArrowheads="1"/>
          </p:cNvSpPr>
          <p:nvPr/>
        </p:nvSpPr>
        <p:spPr bwMode="auto">
          <a:xfrm>
            <a:off x="6031688" y="4541848"/>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 name="Rectangle 1">
            <a:extLst>
              <a:ext uri="{FF2B5EF4-FFF2-40B4-BE49-F238E27FC236}">
                <a16:creationId xmlns:a16="http://schemas.microsoft.com/office/drawing/2014/main" id="{5668C5EF-ACE9-6FF2-134F-C8F8462B2528}"/>
              </a:ext>
            </a:extLst>
          </p:cNvPr>
          <p:cNvSpPr/>
          <p:nvPr/>
        </p:nvSpPr>
        <p:spPr>
          <a:xfrm>
            <a:off x="381000" y="2468050"/>
            <a:ext cx="748610" cy="3629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B770E5B-70F3-0569-6B17-CCC462C960BD}"/>
              </a:ext>
            </a:extLst>
          </p:cNvPr>
          <p:cNvSpPr/>
          <p:nvPr/>
        </p:nvSpPr>
        <p:spPr>
          <a:xfrm>
            <a:off x="4176703" y="2664141"/>
            <a:ext cx="1915505" cy="194501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2445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07859" y="460915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id="{972645DE-049C-934B-A38D-84E2F192E243}"/>
              </a:ext>
            </a:extLst>
          </p:cNvPr>
          <p:cNvSpPr>
            <a:spLocks noChangeShapeType="1"/>
          </p:cNvSpPr>
          <p:nvPr/>
        </p:nvSpPr>
        <p:spPr bwMode="auto">
          <a:xfrm flipH="1" flipV="1">
            <a:off x="6093624" y="4609157"/>
            <a:ext cx="1416" cy="1552547"/>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200" dirty="0"/>
              <a:t>Figure 2.  Pareto Improving Externality Management</a:t>
            </a:r>
            <a:br>
              <a:rPr lang="en-US" sz="3200" dirty="0"/>
            </a:br>
            <a:r>
              <a:rPr lang="en-US" sz="2400" dirty="0"/>
              <a:t>(negative externality, without cooperation costs)</a:t>
            </a:r>
            <a:endParaRPr lang="en-US" sz="3200" dirty="0"/>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249270" y="2076631"/>
            <a:ext cx="5055081" cy="269108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Lst>
            <a:ahLst/>
            <a:cxnLst>
              <a:cxn ang="0">
                <a:pos x="connsiteX0" y="connsiteY0"/>
              </a:cxn>
              <a:cxn ang="0">
                <a:pos x="connsiteX1" y="connsiteY1"/>
              </a:cxn>
              <a:cxn ang="0">
                <a:pos x="connsiteX2" y="connsiteY2"/>
              </a:cxn>
              <a:cxn ang="0">
                <a:pos x="connsiteX3" y="connsiteY3"/>
              </a:cxn>
            </a:cxnLst>
            <a:rect l="l" t="t" r="r" b="b"/>
            <a:pathLst>
              <a:path w="3735396" h="2483792">
                <a:moveTo>
                  <a:pt x="0" y="0"/>
                </a:moveTo>
                <a:cubicBezTo>
                  <a:pt x="96464" y="56725"/>
                  <a:pt x="16930" y="-29372"/>
                  <a:pt x="371262" y="177893"/>
                </a:cubicBezTo>
                <a:cubicBezTo>
                  <a:pt x="725594" y="385158"/>
                  <a:pt x="1622995" y="953713"/>
                  <a:pt x="2125995" y="1243589"/>
                </a:cubicBezTo>
                <a:cubicBezTo>
                  <a:pt x="2628995" y="1533465"/>
                  <a:pt x="3279463" y="2099375"/>
                  <a:pt x="3735396" y="2483792"/>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2895600" y="1340622"/>
                <a:ext cx="2452791"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2895600" y="1340622"/>
                <a:ext cx="2452791" cy="830997"/>
              </a:xfrm>
              <a:prstGeom prst="rect">
                <a:avLst/>
              </a:prstGeom>
              <a:blipFill>
                <a:blip r:embed="rId3"/>
                <a:stretch>
                  <a:fillRect t="-6061"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708854" y="2482649"/>
                <a:ext cx="16216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𝛿</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708854" y="2482649"/>
                <a:ext cx="162168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id="{8EF45E06-B1B2-2A49-BDF7-E740A1DE6357}"/>
                  </a:ext>
                </a:extLst>
              </p:cNvPr>
              <p:cNvSpPr txBox="1"/>
              <p:nvPr/>
            </p:nvSpPr>
            <p:spPr>
              <a:xfrm>
                <a:off x="3621258" y="6185103"/>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r>
                        <a:rPr lang="en-US" b="0" i="1">
                          <a:solidFill>
                            <a:srgbClr val="000000"/>
                          </a:solidFill>
                          <a:latin typeface="Cambria Math" panose="02040503050406030204" pitchFamily="18" charset="0"/>
                        </a:rPr>
                        <m:t>𝛿</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3621258" y="6185103"/>
                <a:ext cx="1611509" cy="362984"/>
              </a:xfrm>
              <a:prstGeom prst="rect">
                <a:avLst/>
              </a:prstGeom>
              <a:blipFill>
                <a:blip r:embed="rId5"/>
                <a:stretch>
                  <a:fillRect l="-787"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386134" y="4417538"/>
                <a:ext cx="58104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99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9900"/>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386134" y="4417538"/>
                <a:ext cx="581049" cy="362984"/>
              </a:xfrm>
              <a:prstGeom prst="rect">
                <a:avLst/>
              </a:prstGeom>
              <a:blipFill>
                <a:blip r:embed="rId6"/>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2051516" y="3946944"/>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mc:AlternateContent xmlns:mc="http://schemas.openxmlformats.org/markup-compatibility/2006" xmlns:a14="http://schemas.microsoft.com/office/drawing/2010/main">
        <mc:Choice Requires="a14">
          <p:sp>
            <p:nvSpPr>
              <p:cNvPr id="4" name="TextBox 5">
                <a:extLst>
                  <a:ext uri="{FF2B5EF4-FFF2-40B4-BE49-F238E27FC236}">
                    <a16:creationId xmlns:a16="http://schemas.microsoft.com/office/drawing/2014/main" id="{541A3B7C-4C14-6900-6A7A-2C97718D2164}"/>
                  </a:ext>
                </a:extLst>
              </p:cNvPr>
              <p:cNvSpPr txBox="1"/>
              <p:nvPr/>
            </p:nvSpPr>
            <p:spPr>
              <a:xfrm>
                <a:off x="5619683" y="6188027"/>
                <a:ext cx="12551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𝑢</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4" name="TextBox 5">
                <a:extLst>
                  <a:ext uri="{FF2B5EF4-FFF2-40B4-BE49-F238E27FC236}">
                    <a16:creationId xmlns:a16="http://schemas.microsoft.com/office/drawing/2014/main" id="{541A3B7C-4C14-6900-6A7A-2C97718D2164}"/>
                  </a:ext>
                </a:extLst>
              </p:cNvPr>
              <p:cNvSpPr txBox="1">
                <a:spLocks noRot="1" noChangeAspect="1" noMove="1" noResize="1" noEditPoints="1" noAdjustHandles="1" noChangeArrowheads="1" noChangeShapeType="1" noTextEdit="1"/>
              </p:cNvSpPr>
              <p:nvPr/>
            </p:nvSpPr>
            <p:spPr>
              <a:xfrm>
                <a:off x="5619683" y="6188027"/>
                <a:ext cx="1255181" cy="362984"/>
              </a:xfrm>
              <a:prstGeom prst="rect">
                <a:avLst/>
              </a:prstGeom>
              <a:blipFill>
                <a:blip r:embed="rId7"/>
                <a:stretch>
                  <a:fillRect b="-17241"/>
                </a:stretch>
              </a:blipFill>
            </p:spPr>
            <p:txBody>
              <a:bodyPr/>
              <a:lstStyle/>
              <a:p>
                <a:r>
                  <a:rPr lang="en-US">
                    <a:noFill/>
                  </a:rPr>
                  <a:t> </a:t>
                </a:r>
              </a:p>
            </p:txBody>
          </p:sp>
        </mc:Fallback>
      </mc:AlternateContent>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009620" y="1983676"/>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p:sp>
        <p:nvSpPr>
          <p:cNvPr id="10" name="Line 12">
            <a:extLst>
              <a:ext uri="{FF2B5EF4-FFF2-40B4-BE49-F238E27FC236}">
                <a16:creationId xmlns:a16="http://schemas.microsoft.com/office/drawing/2014/main" id="{39D0877C-FD04-792F-4FD3-16F39243BCE3}"/>
              </a:ext>
            </a:extLst>
          </p:cNvPr>
          <p:cNvSpPr>
            <a:spLocks noChangeShapeType="1"/>
          </p:cNvSpPr>
          <p:nvPr/>
        </p:nvSpPr>
        <p:spPr bwMode="auto">
          <a:xfrm flipH="1" flipV="1">
            <a:off x="4180404" y="2632938"/>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3" name="Freeform 12">
            <a:extLst>
              <a:ext uri="{FF2B5EF4-FFF2-40B4-BE49-F238E27FC236}">
                <a16:creationId xmlns:a16="http://schemas.microsoft.com/office/drawing/2014/main" id="{D4B03FBF-D8F1-3FE2-3A51-DE3531865B02}"/>
              </a:ext>
            </a:extLst>
          </p:cNvPr>
          <p:cNvSpPr/>
          <p:nvPr/>
        </p:nvSpPr>
        <p:spPr>
          <a:xfrm>
            <a:off x="1900557" y="2677835"/>
            <a:ext cx="4690595" cy="1432257"/>
          </a:xfrm>
          <a:custGeom>
            <a:avLst/>
            <a:gdLst>
              <a:gd name="connsiteX0" fmla="*/ 0 w 3759200"/>
              <a:gd name="connsiteY0" fmla="*/ 2262160 h 2262160"/>
              <a:gd name="connsiteX1" fmla="*/ 158044 w 3759200"/>
              <a:gd name="connsiteY1" fmla="*/ 1370338 h 2262160"/>
              <a:gd name="connsiteX2" fmla="*/ 440266 w 3759200"/>
              <a:gd name="connsiteY2" fmla="*/ 602693 h 2262160"/>
              <a:gd name="connsiteX3" fmla="*/ 812800 w 3759200"/>
              <a:gd name="connsiteY3" fmla="*/ 128560 h 2262160"/>
              <a:gd name="connsiteX4" fmla="*/ 1320800 w 3759200"/>
              <a:gd name="connsiteY4" fmla="*/ 4382 h 2262160"/>
              <a:gd name="connsiteX5" fmla="*/ 1738489 w 3759200"/>
              <a:gd name="connsiteY5" fmla="*/ 49538 h 2262160"/>
              <a:gd name="connsiteX6" fmla="*/ 2415822 w 3759200"/>
              <a:gd name="connsiteY6" fmla="*/ 252738 h 2262160"/>
              <a:gd name="connsiteX7" fmla="*/ 3759200 w 3759200"/>
              <a:gd name="connsiteY7" fmla="*/ 738160 h 2262160"/>
              <a:gd name="connsiteX0" fmla="*/ 0 w 2811796"/>
              <a:gd name="connsiteY0" fmla="*/ 2262160 h 2262160"/>
              <a:gd name="connsiteX1" fmla="*/ 158044 w 2811796"/>
              <a:gd name="connsiteY1" fmla="*/ 1370338 h 2262160"/>
              <a:gd name="connsiteX2" fmla="*/ 440266 w 2811796"/>
              <a:gd name="connsiteY2" fmla="*/ 602693 h 2262160"/>
              <a:gd name="connsiteX3" fmla="*/ 812800 w 2811796"/>
              <a:gd name="connsiteY3" fmla="*/ 128560 h 2262160"/>
              <a:gd name="connsiteX4" fmla="*/ 1320800 w 2811796"/>
              <a:gd name="connsiteY4" fmla="*/ 4382 h 2262160"/>
              <a:gd name="connsiteX5" fmla="*/ 1738489 w 2811796"/>
              <a:gd name="connsiteY5" fmla="*/ 49538 h 2262160"/>
              <a:gd name="connsiteX6" fmla="*/ 2415822 w 2811796"/>
              <a:gd name="connsiteY6" fmla="*/ 252738 h 2262160"/>
              <a:gd name="connsiteX7" fmla="*/ 2811796 w 2811796"/>
              <a:gd name="connsiteY7" fmla="*/ 381557 h 226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1796" h="2262160">
                <a:moveTo>
                  <a:pt x="0" y="2262160"/>
                </a:moveTo>
                <a:cubicBezTo>
                  <a:pt x="42333" y="1954538"/>
                  <a:pt x="84666" y="1646916"/>
                  <a:pt x="158044" y="1370338"/>
                </a:cubicBezTo>
                <a:cubicBezTo>
                  <a:pt x="231422" y="1093760"/>
                  <a:pt x="331140" y="809656"/>
                  <a:pt x="440266" y="602693"/>
                </a:cubicBezTo>
                <a:cubicBezTo>
                  <a:pt x="549392" y="395730"/>
                  <a:pt x="666044" y="228278"/>
                  <a:pt x="812800" y="128560"/>
                </a:cubicBezTo>
                <a:cubicBezTo>
                  <a:pt x="959556" y="28842"/>
                  <a:pt x="1166519" y="17552"/>
                  <a:pt x="1320800" y="4382"/>
                </a:cubicBezTo>
                <a:cubicBezTo>
                  <a:pt x="1475081" y="-8788"/>
                  <a:pt x="1555985" y="8145"/>
                  <a:pt x="1738489" y="49538"/>
                </a:cubicBezTo>
                <a:cubicBezTo>
                  <a:pt x="1920993" y="90931"/>
                  <a:pt x="2079037" y="137968"/>
                  <a:pt x="2415822" y="252738"/>
                </a:cubicBezTo>
                <a:cubicBezTo>
                  <a:pt x="2752607" y="367508"/>
                  <a:pt x="2308499" y="196231"/>
                  <a:pt x="2811796" y="381557"/>
                </a:cubicBezTo>
              </a:path>
            </a:pathLst>
          </a:cu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5">
            <a:extLst>
              <a:ext uri="{FF2B5EF4-FFF2-40B4-BE49-F238E27FC236}">
                <a16:creationId xmlns:a16="http://schemas.microsoft.com/office/drawing/2014/main" id="{63ABFD6E-8A4A-B14F-0034-141887AA4B2E}"/>
              </a:ext>
            </a:extLst>
          </p:cNvPr>
          <p:cNvSpPr txBox="1"/>
          <p:nvPr/>
        </p:nvSpPr>
        <p:spPr>
          <a:xfrm>
            <a:off x="5882966" y="4099873"/>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19" name="TextBox 5">
            <a:extLst>
              <a:ext uri="{FF2B5EF4-FFF2-40B4-BE49-F238E27FC236}">
                <a16:creationId xmlns:a16="http://schemas.microsoft.com/office/drawing/2014/main" id="{0B1434DD-3AF7-6907-A5CB-113E447F9FEF}"/>
              </a:ext>
            </a:extLst>
          </p:cNvPr>
          <p:cNvSpPr txBox="1"/>
          <p:nvPr/>
        </p:nvSpPr>
        <p:spPr>
          <a:xfrm>
            <a:off x="3958211" y="2152539"/>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1</a:t>
            </a:r>
          </a:p>
        </p:txBody>
      </p:sp>
      <p:sp>
        <p:nvSpPr>
          <p:cNvPr id="20" name="Oval 19">
            <a:extLst>
              <a:ext uri="{FF2B5EF4-FFF2-40B4-BE49-F238E27FC236}">
                <a16:creationId xmlns:a16="http://schemas.microsoft.com/office/drawing/2014/main" id="{3D15DBA0-F6E2-D099-327F-D2F35138FDDE}"/>
              </a:ext>
            </a:extLst>
          </p:cNvPr>
          <p:cNvSpPr>
            <a:spLocks noChangeArrowheads="1"/>
          </p:cNvSpPr>
          <p:nvPr/>
        </p:nvSpPr>
        <p:spPr bwMode="auto">
          <a:xfrm>
            <a:off x="4106933" y="2594514"/>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2" name="TextBox 5">
            <a:extLst>
              <a:ext uri="{FF2B5EF4-FFF2-40B4-BE49-F238E27FC236}">
                <a16:creationId xmlns:a16="http://schemas.microsoft.com/office/drawing/2014/main" id="{B273E429-4A99-CE77-B349-0DE2DF0136B6}"/>
              </a:ext>
            </a:extLst>
          </p:cNvPr>
          <p:cNvSpPr txBox="1"/>
          <p:nvPr/>
        </p:nvSpPr>
        <p:spPr>
          <a:xfrm>
            <a:off x="3619208" y="4857738"/>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2</a:t>
            </a:r>
          </a:p>
        </p:txBody>
      </p:sp>
      <p:sp>
        <p:nvSpPr>
          <p:cNvPr id="27" name="TextBox 5">
            <a:extLst>
              <a:ext uri="{FF2B5EF4-FFF2-40B4-BE49-F238E27FC236}">
                <a16:creationId xmlns:a16="http://schemas.microsoft.com/office/drawing/2014/main" id="{CC98C9D7-BC3C-8D1C-5B4A-C170A1A653DE}"/>
              </a:ext>
            </a:extLst>
          </p:cNvPr>
          <p:cNvSpPr txBox="1"/>
          <p:nvPr/>
        </p:nvSpPr>
        <p:spPr>
          <a:xfrm>
            <a:off x="6234188" y="4131602"/>
            <a:ext cx="155291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FF"/>
                </a:solidFill>
                <a:effectLst/>
                <a:uLnTx/>
                <a:uFillTx/>
                <a:latin typeface="Times New Roman"/>
                <a:ea typeface="+mn-ea"/>
                <a:cs typeface="+mn-cs"/>
              </a:rPr>
              <a:t>Iso-others</a:t>
            </a:r>
          </a:p>
        </p:txBody>
      </p:sp>
      <p:sp>
        <p:nvSpPr>
          <p:cNvPr id="28" name="TextBox 5">
            <a:extLst>
              <a:ext uri="{FF2B5EF4-FFF2-40B4-BE49-F238E27FC236}">
                <a16:creationId xmlns:a16="http://schemas.microsoft.com/office/drawing/2014/main" id="{98390A52-EDF6-BAAE-61B9-835C593339D3}"/>
              </a:ext>
            </a:extLst>
          </p:cNvPr>
          <p:cNvSpPr txBox="1"/>
          <p:nvPr/>
        </p:nvSpPr>
        <p:spPr>
          <a:xfrm>
            <a:off x="5407632" y="2901347"/>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Times New Roman"/>
                <a:ea typeface="+mn-ea"/>
                <a:cs typeface="+mn-cs"/>
              </a:rPr>
              <a:t>Consumer indifference</a:t>
            </a:r>
          </a:p>
        </p:txBody>
      </p:sp>
      <p:sp>
        <p:nvSpPr>
          <p:cNvPr id="29" name="TextBox 5">
            <a:extLst>
              <a:ext uri="{FF2B5EF4-FFF2-40B4-BE49-F238E27FC236}">
                <a16:creationId xmlns:a16="http://schemas.microsoft.com/office/drawing/2014/main" id="{3544750D-7C25-7FFB-29B5-75025A6F582C}"/>
              </a:ext>
            </a:extLst>
          </p:cNvPr>
          <p:cNvSpPr txBox="1"/>
          <p:nvPr/>
        </p:nvSpPr>
        <p:spPr>
          <a:xfrm>
            <a:off x="6825162" y="4735597"/>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Times New Roman"/>
                <a:ea typeface="+mn-ea"/>
                <a:cs typeface="+mn-cs"/>
              </a:rPr>
              <a:t>Consumer indifference</a:t>
            </a:r>
          </a:p>
        </p:txBody>
      </p:sp>
      <p:sp>
        <p:nvSpPr>
          <p:cNvPr id="30" name="Freeform 29">
            <a:extLst>
              <a:ext uri="{FF2B5EF4-FFF2-40B4-BE49-F238E27FC236}">
                <a16:creationId xmlns:a16="http://schemas.microsoft.com/office/drawing/2014/main" id="{8DDE63C7-12C9-3458-9EC8-F85F65D26115}"/>
              </a:ext>
            </a:extLst>
          </p:cNvPr>
          <p:cNvSpPr/>
          <p:nvPr/>
        </p:nvSpPr>
        <p:spPr>
          <a:xfrm>
            <a:off x="3709527" y="4250848"/>
            <a:ext cx="2336800" cy="1546578"/>
          </a:xfrm>
          <a:custGeom>
            <a:avLst/>
            <a:gdLst>
              <a:gd name="connsiteX0" fmla="*/ 0 w 2178756"/>
              <a:gd name="connsiteY0" fmla="*/ 1332089 h 1332089"/>
              <a:gd name="connsiteX1" fmla="*/ 903111 w 2178756"/>
              <a:gd name="connsiteY1" fmla="*/ 688622 h 1332089"/>
              <a:gd name="connsiteX2" fmla="*/ 1851378 w 2178756"/>
              <a:gd name="connsiteY2" fmla="*/ 158044 h 1332089"/>
              <a:gd name="connsiteX3" fmla="*/ 2178756 w 2178756"/>
              <a:gd name="connsiteY3" fmla="*/ 0 h 1332089"/>
              <a:gd name="connsiteX0" fmla="*/ 0 w 2359378"/>
              <a:gd name="connsiteY0" fmla="*/ 1467556 h 1467556"/>
              <a:gd name="connsiteX1" fmla="*/ 1083733 w 2359378"/>
              <a:gd name="connsiteY1" fmla="*/ 688622 h 1467556"/>
              <a:gd name="connsiteX2" fmla="*/ 2032000 w 2359378"/>
              <a:gd name="connsiteY2" fmla="*/ 158044 h 1467556"/>
              <a:gd name="connsiteX3" fmla="*/ 2359378 w 2359378"/>
              <a:gd name="connsiteY3" fmla="*/ 0 h 1467556"/>
              <a:gd name="connsiteX0" fmla="*/ 0 w 2359378"/>
              <a:gd name="connsiteY0" fmla="*/ 1467556 h 1467556"/>
              <a:gd name="connsiteX1" fmla="*/ 959555 w 2359378"/>
              <a:gd name="connsiteY1" fmla="*/ 733778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1885244 w 2336800"/>
              <a:gd name="connsiteY2" fmla="*/ 169333 h 1546578"/>
              <a:gd name="connsiteX3" fmla="*/ 2336800 w 2336800"/>
              <a:gd name="connsiteY3" fmla="*/ 0 h 1546578"/>
            </a:gdLst>
            <a:ahLst/>
            <a:cxnLst>
              <a:cxn ang="0">
                <a:pos x="connsiteX0" y="connsiteY0"/>
              </a:cxn>
              <a:cxn ang="0">
                <a:pos x="connsiteX1" y="connsiteY1"/>
              </a:cxn>
              <a:cxn ang="0">
                <a:pos x="connsiteX2" y="connsiteY2"/>
              </a:cxn>
              <a:cxn ang="0">
                <a:pos x="connsiteX3" y="connsiteY3"/>
              </a:cxn>
            </a:cxnLst>
            <a:rect l="l" t="t" r="r" b="b"/>
            <a:pathLst>
              <a:path w="2336800" h="1546578">
                <a:moveTo>
                  <a:pt x="0" y="1546578"/>
                </a:moveTo>
                <a:cubicBezTo>
                  <a:pt x="218252" y="1300104"/>
                  <a:pt x="543748" y="895586"/>
                  <a:pt x="857955" y="666045"/>
                </a:cubicBezTo>
                <a:cubicBezTo>
                  <a:pt x="1172162" y="436504"/>
                  <a:pt x="1672637" y="284103"/>
                  <a:pt x="1885244" y="169333"/>
                </a:cubicBezTo>
                <a:cubicBezTo>
                  <a:pt x="2097851" y="54563"/>
                  <a:pt x="2279414" y="21637"/>
                  <a:pt x="2336800" y="0"/>
                </a:cubicBezTo>
              </a:path>
            </a:pathLst>
          </a:cu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5">
            <a:extLst>
              <a:ext uri="{FF2B5EF4-FFF2-40B4-BE49-F238E27FC236}">
                <a16:creationId xmlns:a16="http://schemas.microsoft.com/office/drawing/2014/main" id="{D08772C4-43C8-B4B5-DC14-A7242AB62FCA}"/>
              </a:ext>
            </a:extLst>
          </p:cNvPr>
          <p:cNvSpPr txBox="1"/>
          <p:nvPr/>
        </p:nvSpPr>
        <p:spPr>
          <a:xfrm>
            <a:off x="4215425" y="5630431"/>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3</a:t>
            </a:r>
          </a:p>
        </p:txBody>
      </p:sp>
      <p:sp>
        <p:nvSpPr>
          <p:cNvPr id="34" name="Freeform 33">
            <a:extLst>
              <a:ext uri="{FF2B5EF4-FFF2-40B4-BE49-F238E27FC236}">
                <a16:creationId xmlns:a16="http://schemas.microsoft.com/office/drawing/2014/main" id="{1E20ED80-AD9C-159E-A9C7-25FD3F04AC17}"/>
              </a:ext>
            </a:extLst>
          </p:cNvPr>
          <p:cNvSpPr/>
          <p:nvPr/>
        </p:nvSpPr>
        <p:spPr>
          <a:xfrm>
            <a:off x="3776225" y="4646141"/>
            <a:ext cx="2273643" cy="1497638"/>
          </a:xfrm>
          <a:custGeom>
            <a:avLst/>
            <a:gdLst>
              <a:gd name="connsiteX0" fmla="*/ 222421 w 2273643"/>
              <a:gd name="connsiteY0" fmla="*/ 1497638 h 1497638"/>
              <a:gd name="connsiteX1" fmla="*/ 420130 w 2273643"/>
              <a:gd name="connsiteY1" fmla="*/ 1280160 h 1497638"/>
              <a:gd name="connsiteX2" fmla="*/ 682093 w 2273643"/>
              <a:gd name="connsiteY2" fmla="*/ 968769 h 1497638"/>
              <a:gd name="connsiteX3" fmla="*/ 1028082 w 2273643"/>
              <a:gd name="connsiteY3" fmla="*/ 622780 h 1497638"/>
              <a:gd name="connsiteX4" fmla="*/ 1304873 w 2273643"/>
              <a:gd name="connsiteY4" fmla="*/ 425072 h 1497638"/>
              <a:gd name="connsiteX5" fmla="*/ 1690404 w 2273643"/>
              <a:gd name="connsiteY5" fmla="*/ 252077 h 1497638"/>
              <a:gd name="connsiteX6" fmla="*/ 2273643 w 2273643"/>
              <a:gd name="connsiteY6" fmla="*/ 0 h 1497638"/>
              <a:gd name="connsiteX7" fmla="*/ 1897998 w 2273643"/>
              <a:gd name="connsiteY7" fmla="*/ 9885 h 1497638"/>
              <a:gd name="connsiteX8" fmla="*/ 1537180 w 2273643"/>
              <a:gd name="connsiteY8" fmla="*/ 49427 h 1497638"/>
              <a:gd name="connsiteX9" fmla="*/ 1082452 w 2273643"/>
              <a:gd name="connsiteY9" fmla="*/ 172994 h 1497638"/>
              <a:gd name="connsiteX10" fmla="*/ 726577 w 2273643"/>
              <a:gd name="connsiteY10" fmla="*/ 405301 h 1497638"/>
              <a:gd name="connsiteX11" fmla="*/ 514041 w 2273643"/>
              <a:gd name="connsiteY11" fmla="*/ 578296 h 1497638"/>
              <a:gd name="connsiteX12" fmla="*/ 331161 w 2273643"/>
              <a:gd name="connsiteY12" fmla="*/ 795775 h 1497638"/>
              <a:gd name="connsiteX13" fmla="*/ 207593 w 2273643"/>
              <a:gd name="connsiteY13" fmla="*/ 983597 h 1497638"/>
              <a:gd name="connsiteX14" fmla="*/ 0 w 2273643"/>
              <a:gd name="connsiteY14" fmla="*/ 1487753 h 1497638"/>
              <a:gd name="connsiteX15" fmla="*/ 222421 w 2273643"/>
              <a:gd name="connsiteY15" fmla="*/ 1497638 h 1497638"/>
              <a:gd name="connsiteX0" fmla="*/ 222421 w 2273643"/>
              <a:gd name="connsiteY0" fmla="*/ 1497638 h 1497638"/>
              <a:gd name="connsiteX1" fmla="*/ 420130 w 2273643"/>
              <a:gd name="connsiteY1" fmla="*/ 1280160 h 1497638"/>
              <a:gd name="connsiteX2" fmla="*/ 682093 w 2273643"/>
              <a:gd name="connsiteY2" fmla="*/ 968769 h 1497638"/>
              <a:gd name="connsiteX3" fmla="*/ 1028082 w 2273643"/>
              <a:gd name="connsiteY3" fmla="*/ 622780 h 1497638"/>
              <a:gd name="connsiteX4" fmla="*/ 1304873 w 2273643"/>
              <a:gd name="connsiteY4" fmla="*/ 425072 h 1497638"/>
              <a:gd name="connsiteX5" fmla="*/ 1690404 w 2273643"/>
              <a:gd name="connsiteY5" fmla="*/ 252077 h 1497638"/>
              <a:gd name="connsiteX6" fmla="*/ 2273643 w 2273643"/>
              <a:gd name="connsiteY6" fmla="*/ 0 h 1497638"/>
              <a:gd name="connsiteX7" fmla="*/ 1897998 w 2273643"/>
              <a:gd name="connsiteY7" fmla="*/ 9885 h 1497638"/>
              <a:gd name="connsiteX8" fmla="*/ 1537180 w 2273643"/>
              <a:gd name="connsiteY8" fmla="*/ 49427 h 1497638"/>
              <a:gd name="connsiteX9" fmla="*/ 1082452 w 2273643"/>
              <a:gd name="connsiteY9" fmla="*/ 172994 h 1497638"/>
              <a:gd name="connsiteX10" fmla="*/ 726577 w 2273643"/>
              <a:gd name="connsiteY10" fmla="*/ 405301 h 1497638"/>
              <a:gd name="connsiteX11" fmla="*/ 514041 w 2273643"/>
              <a:gd name="connsiteY11" fmla="*/ 578296 h 1497638"/>
              <a:gd name="connsiteX12" fmla="*/ 331161 w 2273643"/>
              <a:gd name="connsiteY12" fmla="*/ 795775 h 1497638"/>
              <a:gd name="connsiteX13" fmla="*/ 177937 w 2273643"/>
              <a:gd name="connsiteY13" fmla="*/ 1033024 h 1497638"/>
              <a:gd name="connsiteX14" fmla="*/ 0 w 2273643"/>
              <a:gd name="connsiteY14" fmla="*/ 1487753 h 1497638"/>
              <a:gd name="connsiteX15" fmla="*/ 222421 w 2273643"/>
              <a:gd name="connsiteY15" fmla="*/ 1497638 h 1497638"/>
              <a:gd name="connsiteX0" fmla="*/ 222421 w 2273643"/>
              <a:gd name="connsiteY0" fmla="*/ 1497638 h 1497638"/>
              <a:gd name="connsiteX1" fmla="*/ 420130 w 2273643"/>
              <a:gd name="connsiteY1" fmla="*/ 1280160 h 1497638"/>
              <a:gd name="connsiteX2" fmla="*/ 682093 w 2273643"/>
              <a:gd name="connsiteY2" fmla="*/ 968769 h 1497638"/>
              <a:gd name="connsiteX3" fmla="*/ 1028082 w 2273643"/>
              <a:gd name="connsiteY3" fmla="*/ 622780 h 1497638"/>
              <a:gd name="connsiteX4" fmla="*/ 1304873 w 2273643"/>
              <a:gd name="connsiteY4" fmla="*/ 425072 h 1497638"/>
              <a:gd name="connsiteX5" fmla="*/ 1690404 w 2273643"/>
              <a:gd name="connsiteY5" fmla="*/ 252077 h 1497638"/>
              <a:gd name="connsiteX6" fmla="*/ 2273643 w 2273643"/>
              <a:gd name="connsiteY6" fmla="*/ 0 h 1497638"/>
              <a:gd name="connsiteX7" fmla="*/ 1897998 w 2273643"/>
              <a:gd name="connsiteY7" fmla="*/ 9885 h 1497638"/>
              <a:gd name="connsiteX8" fmla="*/ 1537180 w 2273643"/>
              <a:gd name="connsiteY8" fmla="*/ 49427 h 1497638"/>
              <a:gd name="connsiteX9" fmla="*/ 1082452 w 2273643"/>
              <a:gd name="connsiteY9" fmla="*/ 172994 h 1497638"/>
              <a:gd name="connsiteX10" fmla="*/ 731520 w 2273643"/>
              <a:gd name="connsiteY10" fmla="*/ 385530 h 1497638"/>
              <a:gd name="connsiteX11" fmla="*/ 514041 w 2273643"/>
              <a:gd name="connsiteY11" fmla="*/ 578296 h 1497638"/>
              <a:gd name="connsiteX12" fmla="*/ 331161 w 2273643"/>
              <a:gd name="connsiteY12" fmla="*/ 795775 h 1497638"/>
              <a:gd name="connsiteX13" fmla="*/ 177937 w 2273643"/>
              <a:gd name="connsiteY13" fmla="*/ 1033024 h 1497638"/>
              <a:gd name="connsiteX14" fmla="*/ 0 w 2273643"/>
              <a:gd name="connsiteY14" fmla="*/ 1487753 h 1497638"/>
              <a:gd name="connsiteX15" fmla="*/ 222421 w 2273643"/>
              <a:gd name="connsiteY15" fmla="*/ 1497638 h 149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73643" h="1497638">
                <a:moveTo>
                  <a:pt x="222421" y="1497638"/>
                </a:moveTo>
                <a:lnTo>
                  <a:pt x="420130" y="1280160"/>
                </a:lnTo>
                <a:lnTo>
                  <a:pt x="682093" y="968769"/>
                </a:lnTo>
                <a:lnTo>
                  <a:pt x="1028082" y="622780"/>
                </a:lnTo>
                <a:lnTo>
                  <a:pt x="1304873" y="425072"/>
                </a:lnTo>
                <a:lnTo>
                  <a:pt x="1690404" y="252077"/>
                </a:lnTo>
                <a:lnTo>
                  <a:pt x="2273643" y="0"/>
                </a:lnTo>
                <a:lnTo>
                  <a:pt x="1897998" y="9885"/>
                </a:lnTo>
                <a:lnTo>
                  <a:pt x="1537180" y="49427"/>
                </a:lnTo>
                <a:lnTo>
                  <a:pt x="1082452" y="172994"/>
                </a:lnTo>
                <a:lnTo>
                  <a:pt x="731520" y="385530"/>
                </a:lnTo>
                <a:lnTo>
                  <a:pt x="514041" y="578296"/>
                </a:lnTo>
                <a:lnTo>
                  <a:pt x="331161" y="795775"/>
                </a:lnTo>
                <a:lnTo>
                  <a:pt x="177937" y="1033024"/>
                </a:lnTo>
                <a:lnTo>
                  <a:pt x="0" y="1487753"/>
                </a:lnTo>
                <a:lnTo>
                  <a:pt x="222421" y="1497638"/>
                </a:lnTo>
                <a:close/>
              </a:path>
            </a:pathLst>
          </a:cu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15978BD-425D-2EC2-E8EC-27ABB599AA46}"/>
              </a:ext>
            </a:extLst>
          </p:cNvPr>
          <p:cNvSpPr/>
          <p:nvPr/>
        </p:nvSpPr>
        <p:spPr>
          <a:xfrm>
            <a:off x="4002588" y="4513303"/>
            <a:ext cx="2405998" cy="1625661"/>
          </a:xfrm>
          <a:custGeom>
            <a:avLst/>
            <a:gdLst>
              <a:gd name="connsiteX0" fmla="*/ 0 w 2178756"/>
              <a:gd name="connsiteY0" fmla="*/ 1332089 h 1332089"/>
              <a:gd name="connsiteX1" fmla="*/ 903111 w 2178756"/>
              <a:gd name="connsiteY1" fmla="*/ 688622 h 1332089"/>
              <a:gd name="connsiteX2" fmla="*/ 1851378 w 2178756"/>
              <a:gd name="connsiteY2" fmla="*/ 158044 h 1332089"/>
              <a:gd name="connsiteX3" fmla="*/ 2178756 w 2178756"/>
              <a:gd name="connsiteY3" fmla="*/ 0 h 1332089"/>
              <a:gd name="connsiteX0" fmla="*/ 0 w 2359378"/>
              <a:gd name="connsiteY0" fmla="*/ 1467556 h 1467556"/>
              <a:gd name="connsiteX1" fmla="*/ 1083733 w 2359378"/>
              <a:gd name="connsiteY1" fmla="*/ 688622 h 1467556"/>
              <a:gd name="connsiteX2" fmla="*/ 2032000 w 2359378"/>
              <a:gd name="connsiteY2" fmla="*/ 158044 h 1467556"/>
              <a:gd name="connsiteX3" fmla="*/ 2359378 w 2359378"/>
              <a:gd name="connsiteY3" fmla="*/ 0 h 1467556"/>
              <a:gd name="connsiteX0" fmla="*/ 0 w 2359378"/>
              <a:gd name="connsiteY0" fmla="*/ 1467556 h 1467556"/>
              <a:gd name="connsiteX1" fmla="*/ 959555 w 2359378"/>
              <a:gd name="connsiteY1" fmla="*/ 733778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1885244 w 2336800"/>
              <a:gd name="connsiteY2" fmla="*/ 169333 h 1546578"/>
              <a:gd name="connsiteX3" fmla="*/ 2336800 w 2336800"/>
              <a:gd name="connsiteY3" fmla="*/ 0 h 1546578"/>
              <a:gd name="connsiteX0" fmla="*/ 0 w 2405998"/>
              <a:gd name="connsiteY0" fmla="*/ 1625661 h 1625661"/>
              <a:gd name="connsiteX1" fmla="*/ 927153 w 2405998"/>
              <a:gd name="connsiteY1" fmla="*/ 666045 h 1625661"/>
              <a:gd name="connsiteX2" fmla="*/ 1954442 w 2405998"/>
              <a:gd name="connsiteY2" fmla="*/ 169333 h 1625661"/>
              <a:gd name="connsiteX3" fmla="*/ 2405998 w 2405998"/>
              <a:gd name="connsiteY3" fmla="*/ 0 h 1625661"/>
            </a:gdLst>
            <a:ahLst/>
            <a:cxnLst>
              <a:cxn ang="0">
                <a:pos x="connsiteX0" y="connsiteY0"/>
              </a:cxn>
              <a:cxn ang="0">
                <a:pos x="connsiteX1" y="connsiteY1"/>
              </a:cxn>
              <a:cxn ang="0">
                <a:pos x="connsiteX2" y="connsiteY2"/>
              </a:cxn>
              <a:cxn ang="0">
                <a:pos x="connsiteX3" y="connsiteY3"/>
              </a:cxn>
            </a:cxnLst>
            <a:rect l="l" t="t" r="r" b="b"/>
            <a:pathLst>
              <a:path w="2405998" h="1625661">
                <a:moveTo>
                  <a:pt x="0" y="1625661"/>
                </a:moveTo>
                <a:cubicBezTo>
                  <a:pt x="218252" y="1379187"/>
                  <a:pt x="601413" y="908766"/>
                  <a:pt x="927153" y="666045"/>
                </a:cubicBezTo>
                <a:cubicBezTo>
                  <a:pt x="1252893" y="423324"/>
                  <a:pt x="1741835" y="284103"/>
                  <a:pt x="1954442" y="169333"/>
                </a:cubicBezTo>
                <a:cubicBezTo>
                  <a:pt x="2167049" y="54563"/>
                  <a:pt x="2348612" y="21637"/>
                  <a:pt x="2405998" y="0"/>
                </a:cubicBezTo>
              </a:path>
            </a:pathLst>
          </a:cu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BC5C56BE-9E05-56E1-3735-33A468919DFD}"/>
              </a:ext>
            </a:extLst>
          </p:cNvPr>
          <p:cNvSpPr/>
          <p:nvPr/>
        </p:nvSpPr>
        <p:spPr>
          <a:xfrm>
            <a:off x="3752288" y="4636263"/>
            <a:ext cx="4049808" cy="1506397"/>
          </a:xfrm>
          <a:custGeom>
            <a:avLst/>
            <a:gdLst>
              <a:gd name="connsiteX0" fmla="*/ 0 w 3759200"/>
              <a:gd name="connsiteY0" fmla="*/ 2262160 h 2262160"/>
              <a:gd name="connsiteX1" fmla="*/ 158044 w 3759200"/>
              <a:gd name="connsiteY1" fmla="*/ 1370338 h 2262160"/>
              <a:gd name="connsiteX2" fmla="*/ 440266 w 3759200"/>
              <a:gd name="connsiteY2" fmla="*/ 602693 h 2262160"/>
              <a:gd name="connsiteX3" fmla="*/ 812800 w 3759200"/>
              <a:gd name="connsiteY3" fmla="*/ 128560 h 2262160"/>
              <a:gd name="connsiteX4" fmla="*/ 1320800 w 3759200"/>
              <a:gd name="connsiteY4" fmla="*/ 4382 h 2262160"/>
              <a:gd name="connsiteX5" fmla="*/ 1738489 w 3759200"/>
              <a:gd name="connsiteY5" fmla="*/ 49538 h 2262160"/>
              <a:gd name="connsiteX6" fmla="*/ 2415822 w 3759200"/>
              <a:gd name="connsiteY6" fmla="*/ 252738 h 2262160"/>
              <a:gd name="connsiteX7" fmla="*/ 3759200 w 3759200"/>
              <a:gd name="connsiteY7" fmla="*/ 738160 h 2262160"/>
              <a:gd name="connsiteX0" fmla="*/ 0 w 2415822"/>
              <a:gd name="connsiteY0" fmla="*/ 2262160 h 2262160"/>
              <a:gd name="connsiteX1" fmla="*/ 158044 w 2415822"/>
              <a:gd name="connsiteY1" fmla="*/ 1370338 h 2262160"/>
              <a:gd name="connsiteX2" fmla="*/ 440266 w 2415822"/>
              <a:gd name="connsiteY2" fmla="*/ 602693 h 2262160"/>
              <a:gd name="connsiteX3" fmla="*/ 812800 w 2415822"/>
              <a:gd name="connsiteY3" fmla="*/ 128560 h 2262160"/>
              <a:gd name="connsiteX4" fmla="*/ 1320800 w 2415822"/>
              <a:gd name="connsiteY4" fmla="*/ 4382 h 2262160"/>
              <a:gd name="connsiteX5" fmla="*/ 1738489 w 2415822"/>
              <a:gd name="connsiteY5" fmla="*/ 49538 h 2262160"/>
              <a:gd name="connsiteX6" fmla="*/ 2415822 w 2415822"/>
              <a:gd name="connsiteY6" fmla="*/ 252738 h 2262160"/>
              <a:gd name="connsiteX0" fmla="*/ 0 w 2427674"/>
              <a:gd name="connsiteY0" fmla="*/ 2379259 h 2379259"/>
              <a:gd name="connsiteX1" fmla="*/ 169896 w 2427674"/>
              <a:gd name="connsiteY1" fmla="*/ 1370338 h 2379259"/>
              <a:gd name="connsiteX2" fmla="*/ 452118 w 2427674"/>
              <a:gd name="connsiteY2" fmla="*/ 602693 h 2379259"/>
              <a:gd name="connsiteX3" fmla="*/ 824652 w 2427674"/>
              <a:gd name="connsiteY3" fmla="*/ 128560 h 2379259"/>
              <a:gd name="connsiteX4" fmla="*/ 1332652 w 2427674"/>
              <a:gd name="connsiteY4" fmla="*/ 4382 h 2379259"/>
              <a:gd name="connsiteX5" fmla="*/ 1750341 w 2427674"/>
              <a:gd name="connsiteY5" fmla="*/ 49538 h 2379259"/>
              <a:gd name="connsiteX6" fmla="*/ 2427674 w 2427674"/>
              <a:gd name="connsiteY6" fmla="*/ 252738 h 237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7674" h="2379259">
                <a:moveTo>
                  <a:pt x="0" y="2379259"/>
                </a:moveTo>
                <a:cubicBezTo>
                  <a:pt x="42333" y="2071637"/>
                  <a:pt x="94543" y="1666432"/>
                  <a:pt x="169896" y="1370338"/>
                </a:cubicBezTo>
                <a:cubicBezTo>
                  <a:pt x="245249" y="1074244"/>
                  <a:pt x="342992" y="809656"/>
                  <a:pt x="452118" y="602693"/>
                </a:cubicBezTo>
                <a:cubicBezTo>
                  <a:pt x="561244" y="395730"/>
                  <a:pt x="677896" y="228278"/>
                  <a:pt x="824652" y="128560"/>
                </a:cubicBezTo>
                <a:cubicBezTo>
                  <a:pt x="971408" y="28842"/>
                  <a:pt x="1178371" y="17552"/>
                  <a:pt x="1332652" y="4382"/>
                </a:cubicBezTo>
                <a:cubicBezTo>
                  <a:pt x="1486933" y="-8788"/>
                  <a:pt x="1567837" y="8145"/>
                  <a:pt x="1750341" y="49538"/>
                </a:cubicBezTo>
                <a:cubicBezTo>
                  <a:pt x="1932845" y="90931"/>
                  <a:pt x="2090889" y="137968"/>
                  <a:pt x="2427674" y="252738"/>
                </a:cubicBezTo>
              </a:path>
            </a:pathLst>
          </a:cu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F68180E-5CB2-6DDD-1786-F23EC1C8B25C}"/>
              </a:ext>
            </a:extLst>
          </p:cNvPr>
          <p:cNvSpPr>
            <a:spLocks noChangeArrowheads="1"/>
          </p:cNvSpPr>
          <p:nvPr/>
        </p:nvSpPr>
        <p:spPr bwMode="auto">
          <a:xfrm>
            <a:off x="4106933" y="5220373"/>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5" name="Oval 14">
            <a:extLst>
              <a:ext uri="{FF2B5EF4-FFF2-40B4-BE49-F238E27FC236}">
                <a16:creationId xmlns:a16="http://schemas.microsoft.com/office/drawing/2014/main" id="{C1D5D4EC-3D4C-44B4-C72A-6E02BF3A773C}"/>
              </a:ext>
            </a:extLst>
          </p:cNvPr>
          <p:cNvSpPr>
            <a:spLocks noChangeArrowheads="1"/>
          </p:cNvSpPr>
          <p:nvPr/>
        </p:nvSpPr>
        <p:spPr bwMode="auto">
          <a:xfrm>
            <a:off x="6031688" y="4541848"/>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3" name="Oval 32">
            <a:extLst>
              <a:ext uri="{FF2B5EF4-FFF2-40B4-BE49-F238E27FC236}">
                <a16:creationId xmlns:a16="http://schemas.microsoft.com/office/drawing/2014/main" id="{E85CFCA1-4ABA-C64A-76A5-D917EEF27141}"/>
              </a:ext>
            </a:extLst>
          </p:cNvPr>
          <p:cNvSpPr>
            <a:spLocks noChangeArrowheads="1"/>
          </p:cNvSpPr>
          <p:nvPr/>
        </p:nvSpPr>
        <p:spPr bwMode="auto">
          <a:xfrm>
            <a:off x="4118226" y="5834046"/>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2" name="TextBox 5">
                <a:extLst>
                  <a:ext uri="{FF2B5EF4-FFF2-40B4-BE49-F238E27FC236}">
                    <a16:creationId xmlns:a16="http://schemas.microsoft.com/office/drawing/2014/main" id="{98F00953-9455-2039-6F32-C425635C786D}"/>
                  </a:ext>
                </a:extLst>
              </p:cNvPr>
              <p:cNvSpPr txBox="1"/>
              <p:nvPr/>
            </p:nvSpPr>
            <p:spPr>
              <a:xfrm>
                <a:off x="6490831" y="3468633"/>
                <a:ext cx="2693325" cy="700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kumimoji="0" lang="en-US" sz="2000" b="0" u="none" strike="noStrike" kern="1200" cap="none" spc="0" normalizeH="0" baseline="0" noProof="0">
                    <a:ln>
                      <a:noFill/>
                    </a:ln>
                    <a:solidFill>
                      <a:srgbClr val="0000FF"/>
                    </a:solidFill>
                    <a:effectLst/>
                    <a:uLnTx/>
                    <a:uFillTx/>
                  </a:rPr>
                  <a:t>Others’ surplus </a:t>
                </a:r>
                <a14:m>
                  <m:oMath xmlns:m="http://schemas.openxmlformats.org/officeDocument/2006/math">
                    <m: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rPr>
                      <m:t>=</m:t>
                    </m:r>
                    <m:d>
                      <m:dPr>
                        <m:ctrlP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rPr>
                        </m:ctrlPr>
                      </m:dPr>
                      <m:e>
                        <m:r>
                          <a:rPr lang="en-US" sz="2000" i="1">
                            <a:solidFill>
                              <a:srgbClr val="0000FF"/>
                            </a:solidFill>
                            <a:latin typeface="Cambria Math" panose="02040503050406030204" pitchFamily="18" charset="0"/>
                          </a:rPr>
                          <m:t>𝛿</m:t>
                        </m:r>
                        <m:r>
                          <a:rPr lang="en-US" sz="2000" b="0" i="1">
                            <a:solidFill>
                              <a:srgbClr val="0000FF"/>
                            </a:solidFill>
                            <a:latin typeface="Cambria Math" panose="02040503050406030204" pitchFamily="18" charset="0"/>
                          </a:rPr>
                          <m:t>+</m:t>
                        </m:r>
                        <m:r>
                          <a:rPr lang="en-US" sz="2000" b="0" i="1">
                            <a:solidFill>
                              <a:srgbClr val="0000FF"/>
                            </a:solidFill>
                            <a:latin typeface="Cambria Math" panose="02040503050406030204" pitchFamily="18" charset="0"/>
                          </a:rPr>
                          <m:t>𝑝</m:t>
                        </m:r>
                        <m:r>
                          <a:rPr lang="en-US" sz="2000" b="0" i="1">
                            <a:solidFill>
                              <a:srgbClr val="0000FF"/>
                            </a:solidFill>
                            <a:latin typeface="Cambria Math" panose="02040503050406030204" pitchFamily="18" charset="0"/>
                          </a:rPr>
                          <m:t>−1</m:t>
                        </m:r>
                      </m:e>
                    </m:d>
                    <m: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rPr>
                      <m:t>𝑞</m:t>
                    </m:r>
                  </m:oMath>
                </a14:m>
                <a:endParaRPr kumimoji="0" lang="en-US" sz="2000" b="0" i="0" u="none" strike="noStrike" kern="1200" cap="none" spc="0" normalizeH="0" baseline="-25000" noProof="0" dirty="0">
                  <a:ln>
                    <a:noFill/>
                  </a:ln>
                  <a:solidFill>
                    <a:srgbClr val="0000FF"/>
                  </a:solidFill>
                  <a:effectLst/>
                  <a:uLnTx/>
                  <a:uFillTx/>
                  <a:latin typeface="Times New Roman"/>
                </a:endParaRPr>
              </a:p>
            </p:txBody>
          </p:sp>
        </mc:Choice>
        <mc:Fallback xmlns="">
          <p:sp>
            <p:nvSpPr>
              <p:cNvPr id="2" name="TextBox 5">
                <a:extLst>
                  <a:ext uri="{FF2B5EF4-FFF2-40B4-BE49-F238E27FC236}">
                    <a16:creationId xmlns:a16="http://schemas.microsoft.com/office/drawing/2014/main" id="{98F00953-9455-2039-6F32-C425635C786D}"/>
                  </a:ext>
                </a:extLst>
              </p:cNvPr>
              <p:cNvSpPr txBox="1">
                <a:spLocks noRot="1" noChangeAspect="1" noMove="1" noResize="1" noEditPoints="1" noAdjustHandles="1" noChangeArrowheads="1" noChangeShapeType="1" noTextEdit="1"/>
              </p:cNvSpPr>
              <p:nvPr/>
            </p:nvSpPr>
            <p:spPr>
              <a:xfrm>
                <a:off x="6490831" y="3468633"/>
                <a:ext cx="2693325" cy="700769"/>
              </a:xfrm>
              <a:prstGeom prst="rect">
                <a:avLst/>
              </a:prstGeom>
              <a:blipFill>
                <a:blip r:embed="rId8"/>
                <a:stretch>
                  <a:fillRect t="-5357" b="-5357"/>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B2DCB26A-8E5D-0115-A122-C988727AD9F3}"/>
              </a:ext>
            </a:extLst>
          </p:cNvPr>
          <p:cNvSpPr/>
          <p:nvPr/>
        </p:nvSpPr>
        <p:spPr>
          <a:xfrm>
            <a:off x="6874864" y="3531685"/>
            <a:ext cx="1940752" cy="6496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35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10" grpId="0" animBg="1"/>
      <p:bldP spid="13" grpId="0" animBg="1"/>
      <p:bldP spid="22" grpId="0"/>
      <p:bldP spid="27" grpId="0"/>
      <p:bldP spid="28" grpId="0"/>
      <p:bldP spid="29" grpId="0"/>
      <p:bldP spid="30" grpId="0" animBg="1"/>
      <p:bldP spid="32" grpId="0"/>
      <p:bldP spid="34" grpId="0" animBg="1"/>
      <p:bldP spid="31" grpId="0" animBg="1"/>
      <p:bldP spid="11" grpId="0" animBg="1"/>
      <p:bldP spid="23" grpId="0" animBg="1"/>
      <p:bldP spid="33"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600" dirty="0"/>
              <a:t>Conclusions about Pigouvian taxes</a:t>
            </a:r>
          </a:p>
        </p:txBody>
      </p:sp>
      <p:sp>
        <p:nvSpPr>
          <p:cNvPr id="18435" name="Rectangle 3"/>
          <p:cNvSpPr>
            <a:spLocks noGrp="1" noChangeArrowheads="1"/>
          </p:cNvSpPr>
          <p:nvPr>
            <p:ph type="body" idx="1"/>
          </p:nvPr>
        </p:nvSpPr>
        <p:spPr>
          <a:xfrm>
            <a:off x="0" y="914400"/>
            <a:ext cx="9144000" cy="4419600"/>
          </a:xfrm>
        </p:spPr>
        <p:txBody>
          <a:bodyPr/>
          <a:lstStyle/>
          <a:p>
            <a:pPr eaLnBrk="1" hangingPunct="1">
              <a:lnSpc>
                <a:spcPct val="80000"/>
              </a:lnSpc>
            </a:pPr>
            <a:r>
              <a:rPr lang="en-US" altLang="en-US" dirty="0"/>
              <a:t>Efficiency is not the same as zero externality</a:t>
            </a:r>
          </a:p>
          <a:p>
            <a:pPr marL="0" indent="0" eaLnBrk="1" hangingPunct="1">
              <a:lnSpc>
                <a:spcPct val="80000"/>
              </a:lnSpc>
              <a:buNone/>
            </a:pPr>
            <a:endParaRPr lang="en-US" altLang="en-US" dirty="0"/>
          </a:p>
          <a:p>
            <a:pPr eaLnBrk="1" hangingPunct="1">
              <a:lnSpc>
                <a:spcPct val="80000"/>
              </a:lnSpc>
            </a:pPr>
            <a:r>
              <a:rPr lang="en-US" altLang="en-US" dirty="0"/>
              <a:t>The scales of redistribution and net benefit</a:t>
            </a:r>
            <a:endParaRPr lang="en-US" altLang="en-US" i="1" dirty="0"/>
          </a:p>
          <a:p>
            <a:pPr lvl="1" eaLnBrk="1" hangingPunct="1">
              <a:lnSpc>
                <a:spcPct val="80000"/>
              </a:lnSpc>
            </a:pPr>
            <a:r>
              <a:rPr lang="en-US" altLang="en-US" dirty="0"/>
              <a:t>Net benefit comes from production </a:t>
            </a:r>
            <a:r>
              <a:rPr lang="en-US" altLang="en-US" i="1" dirty="0"/>
              <a:t>change</a:t>
            </a:r>
          </a:p>
          <a:p>
            <a:pPr lvl="1" eaLnBrk="1" hangingPunct="1">
              <a:lnSpc>
                <a:spcPct val="80000"/>
              </a:lnSpc>
            </a:pPr>
            <a:r>
              <a:rPr lang="en-US" altLang="en-US" dirty="0"/>
              <a:t>Redistribution comes from the production </a:t>
            </a:r>
            <a:r>
              <a:rPr lang="en-US" altLang="en-US" i="1" dirty="0"/>
              <a:t>level</a:t>
            </a:r>
            <a:endParaRPr lang="en-US" altLang="en-US" dirty="0"/>
          </a:p>
          <a:p>
            <a:pPr lvl="1" eaLnBrk="1" hangingPunct="1">
              <a:lnSpc>
                <a:spcPct val="80000"/>
              </a:lnSpc>
            </a:pPr>
            <a:r>
              <a:rPr lang="en-US" altLang="en-US" dirty="0"/>
              <a:t>i.e., much more redistribution than net benefit</a:t>
            </a:r>
          </a:p>
          <a:p>
            <a:pPr eaLnBrk="1" hangingPunct="1">
              <a:lnSpc>
                <a:spcPct val="80000"/>
              </a:lnSpc>
            </a:pPr>
            <a:endParaRPr lang="en-US" altLang="en-US" dirty="0"/>
          </a:p>
          <a:p>
            <a:pPr eaLnBrk="1" hangingPunct="1">
              <a:lnSpc>
                <a:spcPct val="80000"/>
              </a:lnSpc>
            </a:pPr>
            <a:r>
              <a:rPr lang="en-US" altLang="en-US" dirty="0"/>
              <a:t>Expect polaration rather than cooperation from Pigou</a:t>
            </a:r>
          </a:p>
          <a:p>
            <a:pPr eaLnBrk="1" hangingPunct="1">
              <a:lnSpc>
                <a:spcPct val="80000"/>
              </a:lnSpc>
            </a:pPr>
            <a:endParaRPr lang="en-US" altLang="en-US" dirty="0"/>
          </a:p>
          <a:p>
            <a:pPr eaLnBrk="1" hangingPunct="1">
              <a:lnSpc>
                <a:spcPct val="80000"/>
              </a:lnSpc>
            </a:pPr>
            <a:r>
              <a:rPr lang="en-US" altLang="en-US" dirty="0">
                <a:solidFill>
                  <a:srgbClr val="FFFF00"/>
                </a:solidFill>
              </a:rPr>
              <a:t>Pareto improving allocations: off the demand curve</a:t>
            </a:r>
          </a:p>
          <a:p>
            <a:pPr lvl="1" eaLnBrk="1" hangingPunct="1">
              <a:lnSpc>
                <a:spcPct val="80000"/>
              </a:lnSpc>
            </a:pPr>
            <a:r>
              <a:rPr lang="en-US" altLang="en-US" i="1" dirty="0">
                <a:solidFill>
                  <a:srgbClr val="FFFF00"/>
                </a:solidFill>
              </a:rPr>
              <a:t>lower</a:t>
            </a:r>
            <a:r>
              <a:rPr lang="en-US" altLang="en-US" dirty="0">
                <a:solidFill>
                  <a:srgbClr val="FFFF00"/>
                </a:solidFill>
              </a:rPr>
              <a:t> average prices (less than 1)</a:t>
            </a:r>
          </a:p>
          <a:p>
            <a:pPr lvl="1" eaLnBrk="1" hangingPunct="1">
              <a:lnSpc>
                <a:spcPct val="80000"/>
              </a:lnSpc>
            </a:pPr>
            <a:r>
              <a:rPr lang="en-US" altLang="en-US" dirty="0">
                <a:solidFill>
                  <a:srgbClr val="FFFF00"/>
                </a:solidFill>
              </a:rPr>
              <a:t>greater marginal prices (greater than 1)</a:t>
            </a:r>
          </a:p>
          <a:p>
            <a:pPr marL="457200" lvl="1" indent="0" eaLnBrk="1" hangingPunct="1">
              <a:lnSpc>
                <a:spcPct val="80000"/>
              </a:lnSpc>
              <a:buNone/>
            </a:pPr>
            <a:endParaRPr lang="en-US" altLang="en-US" dirty="0"/>
          </a:p>
          <a:p>
            <a:pPr eaLnBrk="1" hangingPunct="1">
              <a:lnSpc>
                <a:spcPct val="80000"/>
              </a:lnSpc>
            </a:pPr>
            <a:endParaRPr lang="en-US" altLang="en-US" dirty="0"/>
          </a:p>
          <a:p>
            <a:pPr marL="0" indent="0" eaLnBrk="1" hangingPunct="1">
              <a:lnSpc>
                <a:spcPct val="80000"/>
              </a:lnSpc>
              <a:buNone/>
            </a:pPr>
            <a:endParaRPr lang="en-US" altLang="en-US" dirty="0"/>
          </a:p>
        </p:txBody>
      </p:sp>
    </p:spTree>
    <p:extLst>
      <p:ext uri="{BB962C8B-B14F-4D97-AF65-F5344CB8AC3E}">
        <p14:creationId xmlns:p14="http://schemas.microsoft.com/office/powerpoint/2010/main" val="371551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07859" y="460915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id="{972645DE-049C-934B-A38D-84E2F192E243}"/>
              </a:ext>
            </a:extLst>
          </p:cNvPr>
          <p:cNvSpPr>
            <a:spLocks noChangeShapeType="1"/>
          </p:cNvSpPr>
          <p:nvPr/>
        </p:nvSpPr>
        <p:spPr bwMode="auto">
          <a:xfrm flipH="1" flipV="1">
            <a:off x="6093624" y="4609157"/>
            <a:ext cx="1416" cy="1552547"/>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Nudge: moving </a:t>
            </a:r>
            <a:r>
              <a:rPr lang="en-US" sz="3600" i="1" dirty="0"/>
              <a:t>q</a:t>
            </a:r>
            <a:r>
              <a:rPr lang="en-US" sz="3600" dirty="0"/>
              <a:t> a little bit off the demand curve is easy</a:t>
            </a:r>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249270" y="2076631"/>
            <a:ext cx="5055081" cy="269108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Lst>
            <a:ahLst/>
            <a:cxnLst>
              <a:cxn ang="0">
                <a:pos x="connsiteX0" y="connsiteY0"/>
              </a:cxn>
              <a:cxn ang="0">
                <a:pos x="connsiteX1" y="connsiteY1"/>
              </a:cxn>
              <a:cxn ang="0">
                <a:pos x="connsiteX2" y="connsiteY2"/>
              </a:cxn>
              <a:cxn ang="0">
                <a:pos x="connsiteX3" y="connsiteY3"/>
              </a:cxn>
            </a:cxnLst>
            <a:rect l="l" t="t" r="r" b="b"/>
            <a:pathLst>
              <a:path w="3735396" h="2483792">
                <a:moveTo>
                  <a:pt x="0" y="0"/>
                </a:moveTo>
                <a:cubicBezTo>
                  <a:pt x="96464" y="56725"/>
                  <a:pt x="16930" y="-29372"/>
                  <a:pt x="371262" y="177893"/>
                </a:cubicBezTo>
                <a:cubicBezTo>
                  <a:pt x="725594" y="385158"/>
                  <a:pt x="1622995" y="953713"/>
                  <a:pt x="2125995" y="1243589"/>
                </a:cubicBezTo>
                <a:cubicBezTo>
                  <a:pt x="2628995" y="1533465"/>
                  <a:pt x="3279463" y="2099375"/>
                  <a:pt x="3735396" y="2483792"/>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2895600" y="1340622"/>
                <a:ext cx="2452791"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2895600" y="1340622"/>
                <a:ext cx="2452791" cy="830997"/>
              </a:xfrm>
              <a:prstGeom prst="rect">
                <a:avLst/>
              </a:prstGeom>
              <a:blipFill>
                <a:blip r:embed="rId3"/>
                <a:stretch>
                  <a:fillRect t="-6061"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386134" y="4417538"/>
                <a:ext cx="58104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99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9900"/>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386134" y="4417538"/>
                <a:ext cx="581049" cy="362984"/>
              </a:xfrm>
              <a:prstGeom prst="rect">
                <a:avLst/>
              </a:prstGeom>
              <a:blipFill>
                <a:blip r:embed="rId4"/>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2051516" y="3946944"/>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mc:AlternateContent xmlns:mc="http://schemas.openxmlformats.org/markup-compatibility/2006" xmlns:a14="http://schemas.microsoft.com/office/drawing/2010/main">
        <mc:Choice Requires="a14">
          <p:sp>
            <p:nvSpPr>
              <p:cNvPr id="4" name="TextBox 5">
                <a:extLst>
                  <a:ext uri="{FF2B5EF4-FFF2-40B4-BE49-F238E27FC236}">
                    <a16:creationId xmlns:a16="http://schemas.microsoft.com/office/drawing/2014/main" id="{541A3B7C-4C14-6900-6A7A-2C97718D2164}"/>
                  </a:ext>
                </a:extLst>
              </p:cNvPr>
              <p:cNvSpPr txBox="1"/>
              <p:nvPr/>
            </p:nvSpPr>
            <p:spPr>
              <a:xfrm>
                <a:off x="5619683" y="6188027"/>
                <a:ext cx="12551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𝑢</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4" name="TextBox 5">
                <a:extLst>
                  <a:ext uri="{FF2B5EF4-FFF2-40B4-BE49-F238E27FC236}">
                    <a16:creationId xmlns:a16="http://schemas.microsoft.com/office/drawing/2014/main" id="{541A3B7C-4C14-6900-6A7A-2C97718D2164}"/>
                  </a:ext>
                </a:extLst>
              </p:cNvPr>
              <p:cNvSpPr txBox="1">
                <a:spLocks noRot="1" noChangeAspect="1" noMove="1" noResize="1" noEditPoints="1" noAdjustHandles="1" noChangeArrowheads="1" noChangeShapeType="1" noTextEdit="1"/>
              </p:cNvSpPr>
              <p:nvPr/>
            </p:nvSpPr>
            <p:spPr>
              <a:xfrm>
                <a:off x="5619683" y="6188027"/>
                <a:ext cx="1255181" cy="362984"/>
              </a:xfrm>
              <a:prstGeom prst="rect">
                <a:avLst/>
              </a:prstGeom>
              <a:blipFill>
                <a:blip r:embed="rId5"/>
                <a:stretch>
                  <a:fillRect b="-1724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14" name="TextBox 5">
            <a:extLst>
              <a:ext uri="{FF2B5EF4-FFF2-40B4-BE49-F238E27FC236}">
                <a16:creationId xmlns:a16="http://schemas.microsoft.com/office/drawing/2014/main" id="{63ABFD6E-8A4A-B14F-0034-141887AA4B2E}"/>
              </a:ext>
            </a:extLst>
          </p:cNvPr>
          <p:cNvSpPr txBox="1"/>
          <p:nvPr/>
        </p:nvSpPr>
        <p:spPr>
          <a:xfrm>
            <a:off x="5882966" y="4099873"/>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29" name="TextBox 5">
            <a:extLst>
              <a:ext uri="{FF2B5EF4-FFF2-40B4-BE49-F238E27FC236}">
                <a16:creationId xmlns:a16="http://schemas.microsoft.com/office/drawing/2014/main" id="{3544750D-7C25-7FFB-29B5-75025A6F582C}"/>
              </a:ext>
            </a:extLst>
          </p:cNvPr>
          <p:cNvSpPr txBox="1"/>
          <p:nvPr/>
        </p:nvSpPr>
        <p:spPr>
          <a:xfrm>
            <a:off x="6825162" y="4735597"/>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Times New Roman"/>
                <a:ea typeface="+mn-ea"/>
                <a:cs typeface="+mn-cs"/>
              </a:rPr>
              <a:t>Consumer indifference</a:t>
            </a:r>
          </a:p>
        </p:txBody>
      </p:sp>
      <p:sp>
        <p:nvSpPr>
          <p:cNvPr id="11" name="Freeform 10">
            <a:extLst>
              <a:ext uri="{FF2B5EF4-FFF2-40B4-BE49-F238E27FC236}">
                <a16:creationId xmlns:a16="http://schemas.microsoft.com/office/drawing/2014/main" id="{BC5C56BE-9E05-56E1-3735-33A468919DFD}"/>
              </a:ext>
            </a:extLst>
          </p:cNvPr>
          <p:cNvSpPr/>
          <p:nvPr/>
        </p:nvSpPr>
        <p:spPr>
          <a:xfrm>
            <a:off x="3752288" y="4636263"/>
            <a:ext cx="4049808" cy="1506397"/>
          </a:xfrm>
          <a:custGeom>
            <a:avLst/>
            <a:gdLst>
              <a:gd name="connsiteX0" fmla="*/ 0 w 3759200"/>
              <a:gd name="connsiteY0" fmla="*/ 2262160 h 2262160"/>
              <a:gd name="connsiteX1" fmla="*/ 158044 w 3759200"/>
              <a:gd name="connsiteY1" fmla="*/ 1370338 h 2262160"/>
              <a:gd name="connsiteX2" fmla="*/ 440266 w 3759200"/>
              <a:gd name="connsiteY2" fmla="*/ 602693 h 2262160"/>
              <a:gd name="connsiteX3" fmla="*/ 812800 w 3759200"/>
              <a:gd name="connsiteY3" fmla="*/ 128560 h 2262160"/>
              <a:gd name="connsiteX4" fmla="*/ 1320800 w 3759200"/>
              <a:gd name="connsiteY4" fmla="*/ 4382 h 2262160"/>
              <a:gd name="connsiteX5" fmla="*/ 1738489 w 3759200"/>
              <a:gd name="connsiteY5" fmla="*/ 49538 h 2262160"/>
              <a:gd name="connsiteX6" fmla="*/ 2415822 w 3759200"/>
              <a:gd name="connsiteY6" fmla="*/ 252738 h 2262160"/>
              <a:gd name="connsiteX7" fmla="*/ 3759200 w 3759200"/>
              <a:gd name="connsiteY7" fmla="*/ 738160 h 2262160"/>
              <a:gd name="connsiteX0" fmla="*/ 0 w 2415822"/>
              <a:gd name="connsiteY0" fmla="*/ 2262160 h 2262160"/>
              <a:gd name="connsiteX1" fmla="*/ 158044 w 2415822"/>
              <a:gd name="connsiteY1" fmla="*/ 1370338 h 2262160"/>
              <a:gd name="connsiteX2" fmla="*/ 440266 w 2415822"/>
              <a:gd name="connsiteY2" fmla="*/ 602693 h 2262160"/>
              <a:gd name="connsiteX3" fmla="*/ 812800 w 2415822"/>
              <a:gd name="connsiteY3" fmla="*/ 128560 h 2262160"/>
              <a:gd name="connsiteX4" fmla="*/ 1320800 w 2415822"/>
              <a:gd name="connsiteY4" fmla="*/ 4382 h 2262160"/>
              <a:gd name="connsiteX5" fmla="*/ 1738489 w 2415822"/>
              <a:gd name="connsiteY5" fmla="*/ 49538 h 2262160"/>
              <a:gd name="connsiteX6" fmla="*/ 2415822 w 2415822"/>
              <a:gd name="connsiteY6" fmla="*/ 252738 h 2262160"/>
              <a:gd name="connsiteX0" fmla="*/ 0 w 2427674"/>
              <a:gd name="connsiteY0" fmla="*/ 2379259 h 2379259"/>
              <a:gd name="connsiteX1" fmla="*/ 169896 w 2427674"/>
              <a:gd name="connsiteY1" fmla="*/ 1370338 h 2379259"/>
              <a:gd name="connsiteX2" fmla="*/ 452118 w 2427674"/>
              <a:gd name="connsiteY2" fmla="*/ 602693 h 2379259"/>
              <a:gd name="connsiteX3" fmla="*/ 824652 w 2427674"/>
              <a:gd name="connsiteY3" fmla="*/ 128560 h 2379259"/>
              <a:gd name="connsiteX4" fmla="*/ 1332652 w 2427674"/>
              <a:gd name="connsiteY4" fmla="*/ 4382 h 2379259"/>
              <a:gd name="connsiteX5" fmla="*/ 1750341 w 2427674"/>
              <a:gd name="connsiteY5" fmla="*/ 49538 h 2379259"/>
              <a:gd name="connsiteX6" fmla="*/ 2427674 w 2427674"/>
              <a:gd name="connsiteY6" fmla="*/ 252738 h 237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7674" h="2379259">
                <a:moveTo>
                  <a:pt x="0" y="2379259"/>
                </a:moveTo>
                <a:cubicBezTo>
                  <a:pt x="42333" y="2071637"/>
                  <a:pt x="94543" y="1666432"/>
                  <a:pt x="169896" y="1370338"/>
                </a:cubicBezTo>
                <a:cubicBezTo>
                  <a:pt x="245249" y="1074244"/>
                  <a:pt x="342992" y="809656"/>
                  <a:pt x="452118" y="602693"/>
                </a:cubicBezTo>
                <a:cubicBezTo>
                  <a:pt x="561244" y="395730"/>
                  <a:pt x="677896" y="228278"/>
                  <a:pt x="824652" y="128560"/>
                </a:cubicBezTo>
                <a:cubicBezTo>
                  <a:pt x="971408" y="28842"/>
                  <a:pt x="1178371" y="17552"/>
                  <a:pt x="1332652" y="4382"/>
                </a:cubicBezTo>
                <a:cubicBezTo>
                  <a:pt x="1486933" y="-8788"/>
                  <a:pt x="1567837" y="8145"/>
                  <a:pt x="1750341" y="49538"/>
                </a:cubicBezTo>
                <a:cubicBezTo>
                  <a:pt x="1932845" y="90931"/>
                  <a:pt x="2090889" y="137968"/>
                  <a:pt x="2427674" y="252738"/>
                </a:cubicBezTo>
              </a:path>
            </a:pathLst>
          </a:cu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1D5D4EC-3D4C-44B4-C72A-6E02BF3A773C}"/>
              </a:ext>
            </a:extLst>
          </p:cNvPr>
          <p:cNvSpPr>
            <a:spLocks noChangeArrowheads="1"/>
          </p:cNvSpPr>
          <p:nvPr/>
        </p:nvSpPr>
        <p:spPr bwMode="auto">
          <a:xfrm>
            <a:off x="6031688" y="4541848"/>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2" name="TextBox 5">
                <a:extLst>
                  <a:ext uri="{FF2B5EF4-FFF2-40B4-BE49-F238E27FC236}">
                    <a16:creationId xmlns:a16="http://schemas.microsoft.com/office/drawing/2014/main" id="{98F00953-9455-2039-6F32-C425635C786D}"/>
                  </a:ext>
                </a:extLst>
              </p:cNvPr>
              <p:cNvSpPr txBox="1"/>
              <p:nvPr/>
            </p:nvSpPr>
            <p:spPr>
              <a:xfrm>
                <a:off x="6490831" y="3468633"/>
                <a:ext cx="2693325" cy="700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kumimoji="0" lang="en-US" sz="2000" b="0" u="none" strike="noStrike" kern="1200" cap="none" spc="0" normalizeH="0" baseline="0" noProof="0">
                    <a:ln>
                      <a:noFill/>
                    </a:ln>
                    <a:solidFill>
                      <a:srgbClr val="0000FF"/>
                    </a:solidFill>
                    <a:effectLst/>
                    <a:uLnTx/>
                    <a:uFillTx/>
                  </a:rPr>
                  <a:t>Others’ surplus </a:t>
                </a:r>
                <a14:m>
                  <m:oMath xmlns:m="http://schemas.openxmlformats.org/officeDocument/2006/math">
                    <m: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rPr>
                      <m:t>=</m:t>
                    </m:r>
                    <m:d>
                      <m:dPr>
                        <m:ctrlP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rPr>
                        </m:ctrlPr>
                      </m:dPr>
                      <m:e>
                        <m:r>
                          <a:rPr lang="en-US" sz="2000" i="1">
                            <a:solidFill>
                              <a:srgbClr val="0000FF"/>
                            </a:solidFill>
                            <a:latin typeface="Cambria Math" panose="02040503050406030204" pitchFamily="18" charset="0"/>
                          </a:rPr>
                          <m:t>𝛿</m:t>
                        </m:r>
                        <m:r>
                          <a:rPr lang="en-US" sz="2000" b="0" i="1">
                            <a:solidFill>
                              <a:srgbClr val="0000FF"/>
                            </a:solidFill>
                            <a:latin typeface="Cambria Math" panose="02040503050406030204" pitchFamily="18" charset="0"/>
                          </a:rPr>
                          <m:t>+</m:t>
                        </m:r>
                        <m:r>
                          <a:rPr lang="en-US" sz="2000" b="0" i="1">
                            <a:solidFill>
                              <a:srgbClr val="0000FF"/>
                            </a:solidFill>
                            <a:latin typeface="Cambria Math" panose="02040503050406030204" pitchFamily="18" charset="0"/>
                          </a:rPr>
                          <m:t>𝑝</m:t>
                        </m:r>
                        <m:r>
                          <a:rPr lang="en-US" sz="2000" b="0" i="1">
                            <a:solidFill>
                              <a:srgbClr val="0000FF"/>
                            </a:solidFill>
                            <a:latin typeface="Cambria Math" panose="02040503050406030204" pitchFamily="18" charset="0"/>
                          </a:rPr>
                          <m:t>−1</m:t>
                        </m:r>
                      </m:e>
                    </m:d>
                    <m:r>
                      <a:rPr kumimoji="0" lang="en-US" sz="2000" b="0" i="1" u="none" strike="noStrike" kern="1200" cap="none" spc="0" normalizeH="0" baseline="0" noProof="0" smtClean="0">
                        <a:ln>
                          <a:noFill/>
                        </a:ln>
                        <a:solidFill>
                          <a:srgbClr val="0000FF"/>
                        </a:solidFill>
                        <a:effectLst/>
                        <a:uLnTx/>
                        <a:uFillTx/>
                        <a:latin typeface="Cambria Math" panose="02040503050406030204" pitchFamily="18" charset="0"/>
                      </a:rPr>
                      <m:t>𝑞</m:t>
                    </m:r>
                  </m:oMath>
                </a14:m>
                <a:endParaRPr kumimoji="0" lang="en-US" sz="2000" b="0" i="0" u="none" strike="noStrike" kern="1200" cap="none" spc="0" normalizeH="0" baseline="-25000" noProof="0" dirty="0">
                  <a:ln>
                    <a:noFill/>
                  </a:ln>
                  <a:solidFill>
                    <a:srgbClr val="0000FF"/>
                  </a:solidFill>
                  <a:effectLst/>
                  <a:uLnTx/>
                  <a:uFillTx/>
                  <a:latin typeface="Times New Roman"/>
                </a:endParaRPr>
              </a:p>
            </p:txBody>
          </p:sp>
        </mc:Choice>
        <mc:Fallback xmlns="">
          <p:sp>
            <p:nvSpPr>
              <p:cNvPr id="2" name="TextBox 5">
                <a:extLst>
                  <a:ext uri="{FF2B5EF4-FFF2-40B4-BE49-F238E27FC236}">
                    <a16:creationId xmlns:a16="http://schemas.microsoft.com/office/drawing/2014/main" id="{98F00953-9455-2039-6F32-C425635C786D}"/>
                  </a:ext>
                </a:extLst>
              </p:cNvPr>
              <p:cNvSpPr txBox="1">
                <a:spLocks noRot="1" noChangeAspect="1" noMove="1" noResize="1" noEditPoints="1" noAdjustHandles="1" noChangeArrowheads="1" noChangeShapeType="1" noTextEdit="1"/>
              </p:cNvSpPr>
              <p:nvPr/>
            </p:nvSpPr>
            <p:spPr>
              <a:xfrm>
                <a:off x="6490831" y="3468633"/>
                <a:ext cx="2693325" cy="700769"/>
              </a:xfrm>
              <a:prstGeom prst="rect">
                <a:avLst/>
              </a:prstGeom>
              <a:blipFill>
                <a:blip r:embed="rId6"/>
                <a:stretch>
                  <a:fillRect t="-5357" b="-5357"/>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B2DCB26A-8E5D-0115-A122-C988727AD9F3}"/>
              </a:ext>
            </a:extLst>
          </p:cNvPr>
          <p:cNvSpPr/>
          <p:nvPr/>
        </p:nvSpPr>
        <p:spPr>
          <a:xfrm>
            <a:off x="6874864" y="3531685"/>
            <a:ext cx="1940752" cy="6496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6749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dirty="0"/>
              <a:t>The Core</a:t>
            </a:r>
          </a:p>
        </p:txBody>
      </p:sp>
      <p:sp>
        <p:nvSpPr>
          <p:cNvPr id="18435" name="Rectangle 3"/>
          <p:cNvSpPr>
            <a:spLocks noGrp="1" noChangeArrowheads="1"/>
          </p:cNvSpPr>
          <p:nvPr>
            <p:ph type="body" idx="1"/>
          </p:nvPr>
        </p:nvSpPr>
        <p:spPr>
          <a:xfrm>
            <a:off x="0" y="914400"/>
            <a:ext cx="9144000" cy="5105400"/>
          </a:xfrm>
        </p:spPr>
        <p:txBody>
          <a:bodyPr/>
          <a:lstStyle/>
          <a:p>
            <a:pPr eaLnBrk="1" hangingPunct="1">
              <a:lnSpc>
                <a:spcPct val="80000"/>
              </a:lnSpc>
            </a:pPr>
            <a:r>
              <a:rPr lang="en-US" altLang="en-US" dirty="0"/>
              <a:t>Any feasible allocation that cannot be improved upon by any coalition</a:t>
            </a:r>
          </a:p>
          <a:p>
            <a:pPr lvl="1" eaLnBrk="1" hangingPunct="1">
              <a:lnSpc>
                <a:spcPct val="80000"/>
              </a:lnSpc>
            </a:pPr>
            <a:r>
              <a:rPr lang="en-US" altLang="en-US" dirty="0"/>
              <a:t>Coalition: a subset of agents take their endowment and allocate it among themselves</a:t>
            </a:r>
          </a:p>
          <a:p>
            <a:pPr lvl="1" eaLnBrk="1" hangingPunct="1">
              <a:lnSpc>
                <a:spcPct val="80000"/>
              </a:lnSpc>
            </a:pPr>
            <a:r>
              <a:rPr lang="en-US" altLang="en-US" dirty="0"/>
              <a:t>“Cooperative game theory”</a:t>
            </a:r>
          </a:p>
          <a:p>
            <a:pPr lvl="1" eaLnBrk="1" hangingPunct="1">
              <a:lnSpc>
                <a:spcPct val="80000"/>
              </a:lnSpc>
            </a:pPr>
            <a:r>
              <a:rPr lang="en-US" altLang="en-US" dirty="0"/>
              <a:t>2</a:t>
            </a:r>
            <a:r>
              <a:rPr lang="en-US" altLang="en-US" i="1" baseline="30000" dirty="0"/>
              <a:t>N</a:t>
            </a:r>
            <a:r>
              <a:rPr lang="en-US" altLang="en-US" dirty="0"/>
              <a:t>–2 possible coalitions: not (centrally) computable!</a:t>
            </a:r>
          </a:p>
          <a:p>
            <a:pPr eaLnBrk="1" hangingPunct="1">
              <a:lnSpc>
                <a:spcPct val="80000"/>
              </a:lnSpc>
            </a:pPr>
            <a:endParaRPr lang="en-US" altLang="en-US" dirty="0"/>
          </a:p>
          <a:p>
            <a:pPr eaLnBrk="1" hangingPunct="1">
              <a:lnSpc>
                <a:spcPct val="80000"/>
              </a:lnSpc>
            </a:pPr>
            <a:r>
              <a:rPr lang="en-US" altLang="en-US" dirty="0"/>
              <a:t>Coalition = organization with voluntary membership</a:t>
            </a:r>
            <a:endParaRPr lang="en-US" altLang="en-US" i="1" dirty="0"/>
          </a:p>
          <a:p>
            <a:pPr lvl="1" eaLnBrk="1" hangingPunct="1">
              <a:lnSpc>
                <a:spcPct val="80000"/>
              </a:lnSpc>
            </a:pPr>
            <a:r>
              <a:rPr lang="en-US" altLang="en-US" dirty="0"/>
              <a:t>Membership comes with obligation: “follow the rules”</a:t>
            </a:r>
          </a:p>
          <a:p>
            <a:pPr lvl="1" eaLnBrk="1" hangingPunct="1">
              <a:lnSpc>
                <a:spcPct val="80000"/>
              </a:lnSpc>
            </a:pPr>
            <a:r>
              <a:rPr lang="en-US" altLang="en-US" dirty="0"/>
              <a:t>Civil society: schools, workplaces, churches, buyers’ clubs, insurance plans</a:t>
            </a:r>
          </a:p>
          <a:p>
            <a:pPr lvl="2" eaLnBrk="1" hangingPunct="1">
              <a:lnSpc>
                <a:spcPct val="80000"/>
              </a:lnSpc>
            </a:pPr>
            <a:r>
              <a:rPr lang="en-US" altLang="en-US" dirty="0"/>
              <a:t>E.g., drug-insurance plans do not allow patients to make unlimited purchases at the contracted price</a:t>
            </a:r>
          </a:p>
          <a:p>
            <a:pPr lvl="1" eaLnBrk="1" hangingPunct="1">
              <a:lnSpc>
                <a:spcPct val="80000"/>
              </a:lnSpc>
            </a:pPr>
            <a:r>
              <a:rPr lang="en-US" altLang="en-US" dirty="0"/>
              <a:t>“Cooperation” involves resource and opportunity costs</a:t>
            </a:r>
          </a:p>
          <a:p>
            <a:pPr lvl="2" eaLnBrk="1" hangingPunct="1">
              <a:lnSpc>
                <a:spcPct val="80000"/>
              </a:lnSpc>
            </a:pPr>
            <a:endParaRPr lang="en-US" altLang="en-US" dirty="0"/>
          </a:p>
          <a:p>
            <a:pPr eaLnBrk="1" hangingPunct="1">
              <a:lnSpc>
                <a:spcPct val="80000"/>
              </a:lnSpc>
            </a:pPr>
            <a:endParaRPr lang="en-US" altLang="en-US" dirty="0"/>
          </a:p>
          <a:p>
            <a:pPr marL="0" indent="0" eaLnBrk="1" hangingPunct="1">
              <a:lnSpc>
                <a:spcPct val="80000"/>
              </a:lnSpc>
              <a:buNone/>
            </a:pPr>
            <a:endParaRPr lang="en-US" altLang="en-US" dirty="0"/>
          </a:p>
        </p:txBody>
      </p:sp>
    </p:spTree>
    <p:extLst>
      <p:ext uri="{BB962C8B-B14F-4D97-AF65-F5344CB8AC3E}">
        <p14:creationId xmlns:p14="http://schemas.microsoft.com/office/powerpoint/2010/main" val="137525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dirty="0"/>
              <a:t>The Core</a:t>
            </a:r>
          </a:p>
        </p:txBody>
      </p:sp>
      <p:sp>
        <p:nvSpPr>
          <p:cNvPr id="18435" name="Rectangle 3"/>
          <p:cNvSpPr>
            <a:spLocks noGrp="1" noChangeArrowheads="1"/>
          </p:cNvSpPr>
          <p:nvPr>
            <p:ph type="body" idx="1"/>
          </p:nvPr>
        </p:nvSpPr>
        <p:spPr>
          <a:xfrm>
            <a:off x="0" y="914400"/>
            <a:ext cx="9144000" cy="5105400"/>
          </a:xfrm>
        </p:spPr>
        <p:txBody>
          <a:bodyPr/>
          <a:lstStyle/>
          <a:p>
            <a:pPr eaLnBrk="1" hangingPunct="1">
              <a:lnSpc>
                <a:spcPct val="80000"/>
              </a:lnSpc>
            </a:pPr>
            <a:r>
              <a:rPr lang="en-US" altLang="en-US" dirty="0"/>
              <a:t>Any feasible allocation that cannot be improved upon by any coalition</a:t>
            </a:r>
          </a:p>
          <a:p>
            <a:pPr lvl="1" eaLnBrk="1" hangingPunct="1">
              <a:lnSpc>
                <a:spcPct val="80000"/>
              </a:lnSpc>
            </a:pPr>
            <a:r>
              <a:rPr lang="en-US" altLang="en-US" dirty="0"/>
              <a:t>Coalition: a subset of agents take their endowment and allocate it among themselves</a:t>
            </a:r>
          </a:p>
          <a:p>
            <a:pPr lvl="1" eaLnBrk="1" hangingPunct="1">
              <a:lnSpc>
                <a:spcPct val="80000"/>
              </a:lnSpc>
            </a:pPr>
            <a:r>
              <a:rPr lang="en-US" altLang="en-US" dirty="0"/>
              <a:t>“Cooperative game theory”</a:t>
            </a:r>
          </a:p>
          <a:p>
            <a:pPr lvl="1" eaLnBrk="1" hangingPunct="1">
              <a:lnSpc>
                <a:spcPct val="80000"/>
              </a:lnSpc>
            </a:pPr>
            <a:r>
              <a:rPr lang="en-US" altLang="en-US" dirty="0"/>
              <a:t>2</a:t>
            </a:r>
            <a:r>
              <a:rPr lang="en-US" altLang="en-US" i="1" baseline="30000" dirty="0"/>
              <a:t>N</a:t>
            </a:r>
            <a:r>
              <a:rPr lang="en-US" altLang="en-US" dirty="0"/>
              <a:t>–2 possible coalitions: not (centrally) computable!</a:t>
            </a:r>
          </a:p>
          <a:p>
            <a:pPr eaLnBrk="1" hangingPunct="1">
              <a:lnSpc>
                <a:spcPct val="80000"/>
              </a:lnSpc>
            </a:pPr>
            <a:endParaRPr lang="en-US" altLang="en-US" dirty="0"/>
          </a:p>
          <a:p>
            <a:pPr eaLnBrk="1" hangingPunct="1">
              <a:lnSpc>
                <a:spcPct val="80000"/>
              </a:lnSpc>
            </a:pPr>
            <a:r>
              <a:rPr lang="en-US" altLang="en-US" dirty="0"/>
              <a:t>Group supply of a pure public good may not be in the core unless</a:t>
            </a:r>
            <a:endParaRPr lang="en-US" altLang="en-US" i="1" dirty="0"/>
          </a:p>
          <a:p>
            <a:pPr lvl="1" eaLnBrk="1" hangingPunct="1">
              <a:lnSpc>
                <a:spcPct val="80000"/>
              </a:lnSpc>
            </a:pPr>
            <a:r>
              <a:rPr lang="en-US" altLang="en-US" dirty="0"/>
              <a:t>The group generates surplus for another reason, or</a:t>
            </a:r>
          </a:p>
          <a:p>
            <a:pPr lvl="1" eaLnBrk="1" hangingPunct="1">
              <a:lnSpc>
                <a:spcPct val="80000"/>
              </a:lnSpc>
            </a:pPr>
            <a:r>
              <a:rPr lang="en-US" altLang="en-US" dirty="0"/>
              <a:t>Nonmembers can be excluded from at least part of the benefits of member contributions</a:t>
            </a:r>
          </a:p>
          <a:p>
            <a:pPr lvl="2" eaLnBrk="1" hangingPunct="1">
              <a:lnSpc>
                <a:spcPct val="80000"/>
              </a:lnSpc>
            </a:pPr>
            <a:r>
              <a:rPr lang="en-US" altLang="en-US" dirty="0"/>
              <a:t>“club goods”</a:t>
            </a:r>
          </a:p>
          <a:p>
            <a:pPr lvl="2" eaLnBrk="1" hangingPunct="1">
              <a:lnSpc>
                <a:spcPct val="80000"/>
              </a:lnSpc>
            </a:pPr>
            <a:r>
              <a:rPr lang="en-US" altLang="en-US" dirty="0"/>
              <a:t>Are pure public goods uncommon?</a:t>
            </a:r>
          </a:p>
          <a:p>
            <a:pPr eaLnBrk="1" hangingPunct="1">
              <a:lnSpc>
                <a:spcPct val="80000"/>
              </a:lnSpc>
            </a:pPr>
            <a:endParaRPr lang="en-US" altLang="en-US" dirty="0"/>
          </a:p>
          <a:p>
            <a:pPr marL="0" indent="0" eaLnBrk="1" hangingPunct="1">
              <a:lnSpc>
                <a:spcPct val="80000"/>
              </a:lnSpc>
              <a:buNone/>
            </a:pPr>
            <a:endParaRPr lang="en-US" altLang="en-US" dirty="0"/>
          </a:p>
        </p:txBody>
      </p:sp>
    </p:spTree>
    <p:extLst>
      <p:ext uri="{BB962C8B-B14F-4D97-AF65-F5344CB8AC3E}">
        <p14:creationId xmlns:p14="http://schemas.microsoft.com/office/powerpoint/2010/main" val="623207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dirty="0"/>
              <a:t>The Coase Theorem</a:t>
            </a:r>
          </a:p>
        </p:txBody>
      </p:sp>
      <p:sp>
        <p:nvSpPr>
          <p:cNvPr id="18435" name="Rectangle 3"/>
          <p:cNvSpPr>
            <a:spLocks noGrp="1" noChangeArrowheads="1"/>
          </p:cNvSpPr>
          <p:nvPr>
            <p:ph type="body" idx="1"/>
          </p:nvPr>
        </p:nvSpPr>
        <p:spPr>
          <a:xfrm>
            <a:off x="0" y="685800"/>
            <a:ext cx="9144000" cy="5105400"/>
          </a:xfrm>
        </p:spPr>
        <p:txBody>
          <a:bodyPr/>
          <a:lstStyle/>
          <a:p>
            <a:pPr eaLnBrk="1" hangingPunct="1">
              <a:lnSpc>
                <a:spcPct val="80000"/>
              </a:lnSpc>
            </a:pPr>
            <a:r>
              <a:rPr lang="en-US" altLang="en-US" dirty="0"/>
              <a:t>“In the absence of transactions and bargaining costs, affected parties to an externality will agree on an allocation of resources that is both Pareto optimal and independent of any prior assignment of property rights” (Mueller 1989, p. 28)</a:t>
            </a:r>
          </a:p>
          <a:p>
            <a:pPr eaLnBrk="1" hangingPunct="1">
              <a:lnSpc>
                <a:spcPct val="80000"/>
              </a:lnSpc>
            </a:pPr>
            <a:endParaRPr lang="en-US" altLang="en-US" dirty="0"/>
          </a:p>
          <a:p>
            <a:pPr eaLnBrk="1" hangingPunct="1">
              <a:lnSpc>
                <a:spcPct val="80000"/>
              </a:lnSpc>
            </a:pPr>
            <a:r>
              <a:rPr lang="en-US" altLang="en-US" dirty="0"/>
              <a:t>i.a., beginning from an inefficient allocation, parties have an incentive to improve via cooperation</a:t>
            </a:r>
          </a:p>
          <a:p>
            <a:pPr lvl="1" eaLnBrk="1" hangingPunct="1">
              <a:lnSpc>
                <a:spcPct val="80000"/>
              </a:lnSpc>
            </a:pPr>
            <a:r>
              <a:rPr lang="en-US" altLang="en-US" sz="2400" dirty="0"/>
              <a:t>Esp., parties with much to gain</a:t>
            </a:r>
          </a:p>
          <a:p>
            <a:pPr eaLnBrk="1" hangingPunct="1">
              <a:lnSpc>
                <a:spcPct val="80000"/>
              </a:lnSpc>
            </a:pPr>
            <a:endParaRPr lang="en-US" altLang="en-US" i="1" dirty="0"/>
          </a:p>
          <a:p>
            <a:pPr eaLnBrk="1" hangingPunct="1">
              <a:lnSpc>
                <a:spcPct val="80000"/>
              </a:lnSpc>
            </a:pPr>
            <a:r>
              <a:rPr lang="en-US" altLang="en-US" dirty="0"/>
              <a:t>Public policy is misguided if it ignores equilibrium cooperation</a:t>
            </a:r>
          </a:p>
          <a:p>
            <a:pPr lvl="1" eaLnBrk="1" hangingPunct="1">
              <a:lnSpc>
                <a:spcPct val="80000"/>
              </a:lnSpc>
            </a:pPr>
            <a:r>
              <a:rPr lang="en-US" altLang="en-US" sz="2400" dirty="0"/>
              <a:t>Esp., if “corrective” policy makes cooperation more difficult.</a:t>
            </a:r>
          </a:p>
          <a:p>
            <a:pPr marL="0" indent="0" eaLnBrk="1" hangingPunct="1">
              <a:lnSpc>
                <a:spcPct val="80000"/>
              </a:lnSpc>
              <a:buNone/>
            </a:pPr>
            <a:endParaRPr lang="en-US" altLang="en-US" dirty="0"/>
          </a:p>
        </p:txBody>
      </p:sp>
    </p:spTree>
    <p:extLst>
      <p:ext uri="{BB962C8B-B14F-4D97-AF65-F5344CB8AC3E}">
        <p14:creationId xmlns:p14="http://schemas.microsoft.com/office/powerpoint/2010/main" val="136938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dirty="0"/>
              <a:t>The Coase Theorem also goes too far</a:t>
            </a:r>
          </a:p>
        </p:txBody>
      </p:sp>
      <mc:AlternateContent xmlns:mc="http://schemas.openxmlformats.org/markup-compatibility/2006" xmlns:a14="http://schemas.microsoft.com/office/drawing/2010/main">
        <mc:Choice Requires="a14">
          <p:sp>
            <p:nvSpPr>
              <p:cNvPr id="18435" name="Rectangle 3"/>
              <p:cNvSpPr>
                <a:spLocks noGrp="1" noChangeArrowheads="1"/>
              </p:cNvSpPr>
              <p:nvPr>
                <p:ph type="body" idx="1"/>
              </p:nvPr>
            </p:nvSpPr>
            <p:spPr>
              <a:xfrm>
                <a:off x="0" y="914400"/>
                <a:ext cx="9144000" cy="4876800"/>
              </a:xfrm>
            </p:spPr>
            <p:txBody>
              <a:bodyPr/>
              <a:lstStyle/>
              <a:p>
                <a:pPr eaLnBrk="1" hangingPunct="1">
                  <a:lnSpc>
                    <a:spcPct val="80000"/>
                  </a:lnSpc>
                </a:pPr>
                <a:r>
                  <a:rPr lang="en-US" altLang="en-US" dirty="0"/>
                  <a:t>Coase and Pigou both have marginal price significantly different than the private marginal cost.</a:t>
                </a:r>
              </a:p>
              <a:p>
                <a:pPr eaLnBrk="1" hangingPunct="1">
                  <a:lnSpc>
                    <a:spcPct val="80000"/>
                  </a:lnSpc>
                </a:pPr>
                <a:endParaRPr lang="en-US" altLang="en-US" dirty="0"/>
              </a:p>
              <a:p>
                <a:pPr eaLnBrk="1" hangingPunct="1">
                  <a:lnSpc>
                    <a:spcPct val="80000"/>
                  </a:lnSpc>
                </a:pPr>
                <a:r>
                  <a:rPr lang="en-US" altLang="en-US" dirty="0"/>
                  <a:t>The price differential is an incentive for individual group members to undermine the rules for cooperation.</a:t>
                </a:r>
              </a:p>
              <a:p>
                <a:pPr lvl="1" eaLnBrk="1" hangingPunct="1">
                  <a:lnSpc>
                    <a:spcPct val="80000"/>
                  </a:lnSpc>
                </a:pPr>
                <a:r>
                  <a:rPr lang="en-US" altLang="en-US" dirty="0"/>
                  <a:t>Pigou: cheat/distort taxes, lobby for a nonoptimal rate</a:t>
                </a:r>
              </a:p>
              <a:p>
                <a:pPr lvl="1" eaLnBrk="1" hangingPunct="1">
                  <a:lnSpc>
                    <a:spcPct val="80000"/>
                  </a:lnSpc>
                </a:pPr>
                <a:r>
                  <a:rPr lang="en-US" altLang="en-US" dirty="0"/>
                  <a:t>Coase: group members want to arbitrage</a:t>
                </a:r>
              </a:p>
              <a:p>
                <a:pPr marL="457200" lvl="1" indent="0" eaLnBrk="1" hangingPunct="1">
                  <a:lnSpc>
                    <a:spcPct val="80000"/>
                  </a:lnSpc>
                  <a:buNone/>
                </a:pPr>
                <a:endParaRPr lang="en-US" altLang="en-US" dirty="0"/>
              </a:p>
              <a:p>
                <a:pPr eaLnBrk="1" hangingPunct="1">
                  <a:lnSpc>
                    <a:spcPct val="80000"/>
                  </a:lnSpc>
                </a:pPr>
                <a:r>
                  <a:rPr lang="en-US" altLang="en-US" dirty="0"/>
                  <a:t>Let the “management” costs of controlling members be a convex function </a:t>
                </a:r>
                <a:r>
                  <a:rPr lang="en-US" altLang="en-US" i="1" dirty="0"/>
                  <a:t>c</a:t>
                </a:r>
                <a:r>
                  <a:rPr lang="en-US" altLang="en-US" dirty="0"/>
                  <a:t>(</a:t>
                </a:r>
                <a:r>
                  <a:rPr lang="en-US" altLang="en-US" i="1" dirty="0"/>
                  <a:t>m</a:t>
                </a:r>
                <a:r>
                  <a:rPr lang="en-US" altLang="en-US" dirty="0"/>
                  <a:t>⎯1) of the price differential</a:t>
                </a:r>
              </a:p>
              <a:p>
                <a:pPr marL="0" indent="0" eaLnBrk="1" hangingPunct="1">
                  <a:lnSpc>
                    <a:spcPct val="80000"/>
                  </a:lnSpc>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𝑚</m:t>
                              </m:r>
                            </m:lim>
                          </m:limLow>
                        </m:fName>
                        <m:e>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𝑢</m:t>
                              </m:r>
                              <m:d>
                                <m:dPr>
                                  <m:ctrlPr>
                                    <a:rPr lang="en-US" i="1">
                                      <a:latin typeface="Cambria Math" panose="02040503050406030204" pitchFamily="18" charset="0"/>
                                    </a:rPr>
                                  </m:ctrlPr>
                                </m:dPr>
                                <m:e>
                                  <m:r>
                                    <a:rPr lang="en-US" i="1">
                                      <a:latin typeface="Cambria Math" panose="02040503050406030204" pitchFamily="18" charset="0"/>
                                    </a:rPr>
                                    <m:t>𝐷</m:t>
                                  </m:r>
                                  <m:d>
                                    <m:dPr>
                                      <m:ctrlPr>
                                        <a:rPr lang="en-US" i="1">
                                          <a:latin typeface="Cambria Math" panose="02040503050406030204" pitchFamily="18" charset="0"/>
                                        </a:rPr>
                                      </m:ctrlPr>
                                    </m:dPr>
                                    <m:e>
                                      <m:r>
                                        <a:rPr lang="en-US" i="1">
                                          <a:latin typeface="Cambria Math" panose="02040503050406030204" pitchFamily="18" charset="0"/>
                                        </a:rPr>
                                        <m:t>𝑚</m:t>
                                      </m:r>
                                    </m:e>
                                  </m:d>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𝛿</m:t>
                                  </m:r>
                                </m:e>
                              </m:d>
                              <m:r>
                                <a:rPr lang="en-US" i="1">
                                  <a:latin typeface="Cambria Math" panose="02040503050406030204" pitchFamily="18" charset="0"/>
                                </a:rPr>
                                <m:t>𝐷</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−1</m:t>
                                  </m:r>
                                </m:e>
                              </m:d>
                            </m:e>
                          </m:d>
                        </m:e>
                      </m:func>
                    </m:oMath>
                  </m:oMathPara>
                </a14:m>
                <a:endParaRPr lang="en-US" altLang="en-US" dirty="0"/>
              </a:p>
              <a:p>
                <a:pPr eaLnBrk="1" hangingPunct="1">
                  <a:lnSpc>
                    <a:spcPct val="80000"/>
                  </a:lnSpc>
                </a:pPr>
                <a:endParaRPr lang="en-US" altLang="en-US" dirty="0"/>
              </a:p>
              <a:p>
                <a:pPr marL="0" indent="0" eaLnBrk="1" hangingPunct="1">
                  <a:lnSpc>
                    <a:spcPct val="80000"/>
                  </a:lnSpc>
                  <a:buNone/>
                </a:pPr>
                <a:endParaRPr lang="en-US" altLang="en-US" dirty="0"/>
              </a:p>
            </p:txBody>
          </p:sp>
        </mc:Choice>
        <mc:Fallback xmlns="">
          <p:sp>
            <p:nvSpPr>
              <p:cNvPr id="18435" name="Rectangle 3"/>
              <p:cNvSpPr>
                <a:spLocks noGrp="1" noRot="1" noChangeAspect="1" noMove="1" noResize="1" noEditPoints="1" noAdjustHandles="1" noChangeArrowheads="1" noChangeShapeType="1" noTextEdit="1"/>
              </p:cNvSpPr>
              <p:nvPr>
                <p:ph type="body" idx="1"/>
              </p:nvPr>
            </p:nvSpPr>
            <p:spPr>
              <a:xfrm>
                <a:off x="0" y="914400"/>
                <a:ext cx="9144000" cy="4876800"/>
              </a:xfrm>
              <a:blipFill>
                <a:blip r:embed="rId3"/>
                <a:stretch>
                  <a:fillRect l="-1528" t="-3636" r="-1667" b="-10649"/>
                </a:stretch>
              </a:blipFill>
            </p:spPr>
            <p:txBody>
              <a:bodyPr/>
              <a:lstStyle/>
              <a:p>
                <a:r>
                  <a:rPr lang="en-US">
                    <a:noFill/>
                  </a:rPr>
                  <a:t> </a:t>
                </a:r>
              </a:p>
            </p:txBody>
          </p:sp>
        </mc:Fallback>
      </mc:AlternateContent>
    </p:spTree>
    <p:extLst>
      <p:ext uri="{BB962C8B-B14F-4D97-AF65-F5344CB8AC3E}">
        <p14:creationId xmlns:p14="http://schemas.microsoft.com/office/powerpoint/2010/main" val="369678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riangle 22">
            <a:extLst>
              <a:ext uri="{FF2B5EF4-FFF2-40B4-BE49-F238E27FC236}">
                <a16:creationId xmlns:a16="http://schemas.microsoft.com/office/drawing/2014/main" id="{693F71D3-5FE8-B410-30F0-F0DA634E48A5}"/>
              </a:ext>
            </a:extLst>
          </p:cNvPr>
          <p:cNvSpPr/>
          <p:nvPr/>
        </p:nvSpPr>
        <p:spPr>
          <a:xfrm flipH="1">
            <a:off x="5614865" y="4068556"/>
            <a:ext cx="478685" cy="529805"/>
          </a:xfrm>
          <a:prstGeom prst="triangle">
            <a:avLst>
              <a:gd name="adj" fmla="val 10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riangle 1">
            <a:extLst>
              <a:ext uri="{FF2B5EF4-FFF2-40B4-BE49-F238E27FC236}">
                <a16:creationId xmlns:a16="http://schemas.microsoft.com/office/drawing/2014/main" id="{2D114922-3A8E-62C3-89BF-29DF58CB4B01}"/>
              </a:ext>
            </a:extLst>
          </p:cNvPr>
          <p:cNvSpPr/>
          <p:nvPr/>
        </p:nvSpPr>
        <p:spPr>
          <a:xfrm>
            <a:off x="4223674" y="4060608"/>
            <a:ext cx="1386469" cy="537754"/>
          </a:xfrm>
          <a:prstGeom prst="triangle">
            <a:avLst>
              <a:gd name="adj" fmla="val 1000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Line 12">
            <a:extLst>
              <a:ext uri="{FF2B5EF4-FFF2-40B4-BE49-F238E27FC236}">
                <a16:creationId xmlns:a16="http://schemas.microsoft.com/office/drawing/2014/main" id="{246A3824-81AF-C426-2498-231C95EF89EF}"/>
              </a:ext>
            </a:extLst>
          </p:cNvPr>
          <p:cNvSpPr>
            <a:spLocks noChangeShapeType="1"/>
          </p:cNvSpPr>
          <p:nvPr/>
        </p:nvSpPr>
        <p:spPr bwMode="auto">
          <a:xfrm flipH="1" flipV="1">
            <a:off x="6116613" y="4590280"/>
            <a:ext cx="3508" cy="1519893"/>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8" name="Line 12">
            <a:extLst>
              <a:ext uri="{FF2B5EF4-FFF2-40B4-BE49-F238E27FC236}">
                <a16:creationId xmlns:a16="http://schemas.microsoft.com/office/drawing/2014/main" id="{EA5931E0-6875-FE3B-8E12-6588554E85A3}"/>
              </a:ext>
            </a:extLst>
          </p:cNvPr>
          <p:cNvSpPr>
            <a:spLocks noChangeShapeType="1"/>
          </p:cNvSpPr>
          <p:nvPr/>
        </p:nvSpPr>
        <p:spPr bwMode="auto">
          <a:xfrm flipV="1">
            <a:off x="1939290" y="4028491"/>
            <a:ext cx="4640086" cy="105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07859" y="460915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id="{972645DE-049C-934B-A38D-84E2F192E243}"/>
              </a:ext>
            </a:extLst>
          </p:cNvPr>
          <p:cNvSpPr>
            <a:spLocks noChangeShapeType="1"/>
          </p:cNvSpPr>
          <p:nvPr/>
        </p:nvSpPr>
        <p:spPr bwMode="auto">
          <a:xfrm flipH="1" flipV="1">
            <a:off x="5610143" y="2626197"/>
            <a:ext cx="2447" cy="3497563"/>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3.  Equilibrium cooperation</a:t>
            </a:r>
            <a:br>
              <a:rPr lang="en-US" sz="3600" dirty="0"/>
            </a:br>
            <a:r>
              <a:rPr lang="en-US" sz="2400" dirty="0"/>
              <a:t>(positive externality, with cooperation costs)</a:t>
            </a:r>
            <a:endParaRPr lang="en-US" sz="3600" dirty="0"/>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711778" y="2339583"/>
            <a:ext cx="4552655" cy="249834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 name="connsiteX0" fmla="*/ 0 w 3364134"/>
              <a:gd name="connsiteY0" fmla="*/ 0 h 2305899"/>
              <a:gd name="connsiteX1" fmla="*/ 1754733 w 3364134"/>
              <a:gd name="connsiteY1" fmla="*/ 1065696 h 2305899"/>
              <a:gd name="connsiteX2" fmla="*/ 3364134 w 3364134"/>
              <a:gd name="connsiteY2" fmla="*/ 2305899 h 2305899"/>
            </a:gdLst>
            <a:ahLst/>
            <a:cxnLst>
              <a:cxn ang="0">
                <a:pos x="connsiteX0" y="connsiteY0"/>
              </a:cxn>
              <a:cxn ang="0">
                <a:pos x="connsiteX1" y="connsiteY1"/>
              </a:cxn>
              <a:cxn ang="0">
                <a:pos x="connsiteX2" y="connsiteY2"/>
              </a:cxn>
            </a:cxnLst>
            <a:rect l="l" t="t" r="r" b="b"/>
            <a:pathLst>
              <a:path w="3364134" h="2305899">
                <a:moveTo>
                  <a:pt x="0" y="0"/>
                </a:moveTo>
                <a:cubicBezTo>
                  <a:pt x="354332" y="207265"/>
                  <a:pt x="1251733" y="775820"/>
                  <a:pt x="1754733" y="1065696"/>
                </a:cubicBezTo>
                <a:cubicBezTo>
                  <a:pt x="2257733" y="1355572"/>
                  <a:pt x="2908201" y="1921482"/>
                  <a:pt x="3364134" y="2305899"/>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1981186" y="1286324"/>
                <a:ext cx="326656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1981186" y="1286324"/>
                <a:ext cx="3266568" cy="461665"/>
              </a:xfrm>
              <a:prstGeom prst="rect">
                <a:avLst/>
              </a:prstGeom>
              <a:blipFill>
                <a:blip r:embed="rId3"/>
                <a:stretch>
                  <a:fillRect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1035034" y="2482649"/>
                <a:ext cx="129550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1035034" y="2482649"/>
                <a:ext cx="129550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id="{8EF45E06-B1B2-2A49-BDF7-E740A1DE6357}"/>
                  </a:ext>
                </a:extLst>
              </p:cNvPr>
              <p:cNvSpPr txBox="1"/>
              <p:nvPr/>
            </p:nvSpPr>
            <p:spPr>
              <a:xfrm>
                <a:off x="4879209" y="6145942"/>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4879209" y="6145942"/>
                <a:ext cx="1611509" cy="362984"/>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209876" y="4417538"/>
                <a:ext cx="757308"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𝛿</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209876" y="4417538"/>
                <a:ext cx="757308" cy="362984"/>
              </a:xfrm>
              <a:prstGeom prst="rect">
                <a:avLst/>
              </a:prstGeom>
              <a:blipFill>
                <a:blip r:embed="rId6"/>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6386353" y="3490248"/>
            <a:ext cx="232777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mc:AlternateContent xmlns:mc="http://schemas.openxmlformats.org/markup-compatibility/2006" xmlns:a14="http://schemas.microsoft.com/office/drawing/2010/main">
        <mc:Choice Requires="a14">
          <p:sp>
            <p:nvSpPr>
              <p:cNvPr id="4" name="TextBox 5">
                <a:extLst>
                  <a:ext uri="{FF2B5EF4-FFF2-40B4-BE49-F238E27FC236}">
                    <a16:creationId xmlns:a16="http://schemas.microsoft.com/office/drawing/2014/main" id="{541A3B7C-4C14-6900-6A7A-2C97718D2164}"/>
                  </a:ext>
                </a:extLst>
              </p:cNvPr>
              <p:cNvSpPr txBox="1"/>
              <p:nvPr/>
            </p:nvSpPr>
            <p:spPr>
              <a:xfrm>
                <a:off x="3710551" y="6181835"/>
                <a:ext cx="12551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𝑢</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4" name="TextBox 5">
                <a:extLst>
                  <a:ext uri="{FF2B5EF4-FFF2-40B4-BE49-F238E27FC236}">
                    <a16:creationId xmlns:a16="http://schemas.microsoft.com/office/drawing/2014/main" id="{541A3B7C-4C14-6900-6A7A-2C97718D2164}"/>
                  </a:ext>
                </a:extLst>
              </p:cNvPr>
              <p:cNvSpPr txBox="1">
                <a:spLocks noRot="1" noChangeAspect="1" noMove="1" noResize="1" noEditPoints="1" noAdjustHandles="1" noChangeArrowheads="1" noChangeShapeType="1" noTextEdit="1"/>
              </p:cNvSpPr>
              <p:nvPr/>
            </p:nvSpPr>
            <p:spPr>
              <a:xfrm>
                <a:off x="3710551" y="6181835"/>
                <a:ext cx="1255181" cy="362984"/>
              </a:xfrm>
              <a:prstGeom prst="rect">
                <a:avLst/>
              </a:prstGeom>
              <a:blipFill>
                <a:blip r:embed="rId7"/>
                <a:stretch>
                  <a:fillRect b="-16667"/>
                </a:stretch>
              </a:blipFill>
            </p:spPr>
            <p:txBody>
              <a:bodyPr/>
              <a:lstStyle/>
              <a:p>
                <a:r>
                  <a:rPr lang="en-US">
                    <a:noFill/>
                  </a:rPr>
                  <a:t> </a:t>
                </a:r>
              </a:p>
            </p:txBody>
          </p:sp>
        </mc:Fallback>
      </mc:AlternateContent>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009620" y="1983676"/>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p:sp>
        <p:nvSpPr>
          <p:cNvPr id="10" name="Line 12">
            <a:extLst>
              <a:ext uri="{FF2B5EF4-FFF2-40B4-BE49-F238E27FC236}">
                <a16:creationId xmlns:a16="http://schemas.microsoft.com/office/drawing/2014/main" id="{39D0877C-FD04-792F-4FD3-16F39243BCE3}"/>
              </a:ext>
            </a:extLst>
          </p:cNvPr>
          <p:cNvSpPr>
            <a:spLocks noChangeShapeType="1"/>
          </p:cNvSpPr>
          <p:nvPr/>
        </p:nvSpPr>
        <p:spPr bwMode="auto">
          <a:xfrm flipH="1" flipV="1">
            <a:off x="4180404" y="2632938"/>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3" name="Freeform 12">
            <a:extLst>
              <a:ext uri="{FF2B5EF4-FFF2-40B4-BE49-F238E27FC236}">
                <a16:creationId xmlns:a16="http://schemas.microsoft.com/office/drawing/2014/main" id="{D4B03FBF-D8F1-3FE2-3A51-DE3531865B02}"/>
              </a:ext>
            </a:extLst>
          </p:cNvPr>
          <p:cNvSpPr/>
          <p:nvPr/>
        </p:nvSpPr>
        <p:spPr>
          <a:xfrm>
            <a:off x="2164205" y="2677835"/>
            <a:ext cx="4426948" cy="867612"/>
          </a:xfrm>
          <a:custGeom>
            <a:avLst/>
            <a:gdLst>
              <a:gd name="connsiteX0" fmla="*/ 0 w 3759200"/>
              <a:gd name="connsiteY0" fmla="*/ 2262160 h 2262160"/>
              <a:gd name="connsiteX1" fmla="*/ 158044 w 3759200"/>
              <a:gd name="connsiteY1" fmla="*/ 1370338 h 2262160"/>
              <a:gd name="connsiteX2" fmla="*/ 440266 w 3759200"/>
              <a:gd name="connsiteY2" fmla="*/ 602693 h 2262160"/>
              <a:gd name="connsiteX3" fmla="*/ 812800 w 3759200"/>
              <a:gd name="connsiteY3" fmla="*/ 128560 h 2262160"/>
              <a:gd name="connsiteX4" fmla="*/ 1320800 w 3759200"/>
              <a:gd name="connsiteY4" fmla="*/ 4382 h 2262160"/>
              <a:gd name="connsiteX5" fmla="*/ 1738489 w 3759200"/>
              <a:gd name="connsiteY5" fmla="*/ 49538 h 2262160"/>
              <a:gd name="connsiteX6" fmla="*/ 2415822 w 3759200"/>
              <a:gd name="connsiteY6" fmla="*/ 252738 h 2262160"/>
              <a:gd name="connsiteX7" fmla="*/ 3759200 w 3759200"/>
              <a:gd name="connsiteY7" fmla="*/ 738160 h 2262160"/>
              <a:gd name="connsiteX0" fmla="*/ 0 w 2811796"/>
              <a:gd name="connsiteY0" fmla="*/ 2262160 h 2262160"/>
              <a:gd name="connsiteX1" fmla="*/ 158044 w 2811796"/>
              <a:gd name="connsiteY1" fmla="*/ 1370338 h 2262160"/>
              <a:gd name="connsiteX2" fmla="*/ 440266 w 2811796"/>
              <a:gd name="connsiteY2" fmla="*/ 602693 h 2262160"/>
              <a:gd name="connsiteX3" fmla="*/ 812800 w 2811796"/>
              <a:gd name="connsiteY3" fmla="*/ 128560 h 2262160"/>
              <a:gd name="connsiteX4" fmla="*/ 1320800 w 2811796"/>
              <a:gd name="connsiteY4" fmla="*/ 4382 h 2262160"/>
              <a:gd name="connsiteX5" fmla="*/ 1738489 w 2811796"/>
              <a:gd name="connsiteY5" fmla="*/ 49538 h 2262160"/>
              <a:gd name="connsiteX6" fmla="*/ 2415822 w 2811796"/>
              <a:gd name="connsiteY6" fmla="*/ 252738 h 2262160"/>
              <a:gd name="connsiteX7" fmla="*/ 2811796 w 2811796"/>
              <a:gd name="connsiteY7" fmla="*/ 381557 h 2262160"/>
              <a:gd name="connsiteX0" fmla="*/ 0 w 2653752"/>
              <a:gd name="connsiteY0" fmla="*/ 1370338 h 1370339"/>
              <a:gd name="connsiteX1" fmla="*/ 282222 w 2653752"/>
              <a:gd name="connsiteY1" fmla="*/ 602693 h 1370339"/>
              <a:gd name="connsiteX2" fmla="*/ 654756 w 2653752"/>
              <a:gd name="connsiteY2" fmla="*/ 128560 h 1370339"/>
              <a:gd name="connsiteX3" fmla="*/ 1162756 w 2653752"/>
              <a:gd name="connsiteY3" fmla="*/ 4382 h 1370339"/>
              <a:gd name="connsiteX4" fmla="*/ 1580445 w 2653752"/>
              <a:gd name="connsiteY4" fmla="*/ 49538 h 1370339"/>
              <a:gd name="connsiteX5" fmla="*/ 2257778 w 2653752"/>
              <a:gd name="connsiteY5" fmla="*/ 252738 h 1370339"/>
              <a:gd name="connsiteX6" fmla="*/ 2653752 w 2653752"/>
              <a:gd name="connsiteY6" fmla="*/ 381557 h 137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3752" h="1370339">
                <a:moveTo>
                  <a:pt x="0" y="1370338"/>
                </a:moveTo>
                <a:cubicBezTo>
                  <a:pt x="73378" y="1093760"/>
                  <a:pt x="173096" y="809656"/>
                  <a:pt x="282222" y="602693"/>
                </a:cubicBezTo>
                <a:cubicBezTo>
                  <a:pt x="391348" y="395730"/>
                  <a:pt x="508000" y="228278"/>
                  <a:pt x="654756" y="128560"/>
                </a:cubicBezTo>
                <a:cubicBezTo>
                  <a:pt x="801512" y="28842"/>
                  <a:pt x="1008475" y="17552"/>
                  <a:pt x="1162756" y="4382"/>
                </a:cubicBezTo>
                <a:cubicBezTo>
                  <a:pt x="1317037" y="-8788"/>
                  <a:pt x="1397941" y="8145"/>
                  <a:pt x="1580445" y="49538"/>
                </a:cubicBezTo>
                <a:cubicBezTo>
                  <a:pt x="1762949" y="90931"/>
                  <a:pt x="1920993" y="137968"/>
                  <a:pt x="2257778" y="252738"/>
                </a:cubicBezTo>
                <a:cubicBezTo>
                  <a:pt x="2594563" y="367508"/>
                  <a:pt x="2150455" y="196231"/>
                  <a:pt x="2653752" y="381557"/>
                </a:cubicBezTo>
              </a:path>
            </a:pathLst>
          </a:cu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5">
            <a:extLst>
              <a:ext uri="{FF2B5EF4-FFF2-40B4-BE49-F238E27FC236}">
                <a16:creationId xmlns:a16="http://schemas.microsoft.com/office/drawing/2014/main" id="{63ABFD6E-8A4A-B14F-0034-141887AA4B2E}"/>
              </a:ext>
            </a:extLst>
          </p:cNvPr>
          <p:cNvSpPr txBox="1"/>
          <p:nvPr/>
        </p:nvSpPr>
        <p:spPr>
          <a:xfrm>
            <a:off x="4075004" y="2249113"/>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19" name="TextBox 5">
            <a:extLst>
              <a:ext uri="{FF2B5EF4-FFF2-40B4-BE49-F238E27FC236}">
                <a16:creationId xmlns:a16="http://schemas.microsoft.com/office/drawing/2014/main" id="{0B1434DD-3AF7-6907-A5CB-113E447F9FEF}"/>
              </a:ext>
            </a:extLst>
          </p:cNvPr>
          <p:cNvSpPr txBox="1"/>
          <p:nvPr/>
        </p:nvSpPr>
        <p:spPr>
          <a:xfrm>
            <a:off x="5986493" y="4146492"/>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1</a:t>
            </a:r>
          </a:p>
        </p:txBody>
      </p:sp>
      <p:sp>
        <p:nvSpPr>
          <p:cNvPr id="22" name="TextBox 5">
            <a:extLst>
              <a:ext uri="{FF2B5EF4-FFF2-40B4-BE49-F238E27FC236}">
                <a16:creationId xmlns:a16="http://schemas.microsoft.com/office/drawing/2014/main" id="{B273E429-4A99-CE77-B349-0DE2DF0136B6}"/>
              </a:ext>
            </a:extLst>
          </p:cNvPr>
          <p:cNvSpPr txBox="1"/>
          <p:nvPr/>
        </p:nvSpPr>
        <p:spPr>
          <a:xfrm>
            <a:off x="5580541" y="3306888"/>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2</a:t>
            </a:r>
          </a:p>
        </p:txBody>
      </p:sp>
      <p:sp>
        <p:nvSpPr>
          <p:cNvPr id="27" name="TextBox 5">
            <a:extLst>
              <a:ext uri="{FF2B5EF4-FFF2-40B4-BE49-F238E27FC236}">
                <a16:creationId xmlns:a16="http://schemas.microsoft.com/office/drawing/2014/main" id="{CC98C9D7-BC3C-8D1C-5B4A-C170A1A653DE}"/>
              </a:ext>
            </a:extLst>
          </p:cNvPr>
          <p:cNvSpPr txBox="1"/>
          <p:nvPr/>
        </p:nvSpPr>
        <p:spPr>
          <a:xfrm>
            <a:off x="3920831" y="1817148"/>
            <a:ext cx="155291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FF"/>
                </a:solidFill>
                <a:effectLst/>
                <a:uLnTx/>
                <a:uFillTx/>
                <a:latin typeface="Times New Roman"/>
                <a:ea typeface="+mn-ea"/>
                <a:cs typeface="+mn-cs"/>
              </a:rPr>
              <a:t>Iso-others</a:t>
            </a:r>
          </a:p>
        </p:txBody>
      </p:sp>
      <p:sp>
        <p:nvSpPr>
          <p:cNvPr id="28" name="TextBox 5">
            <a:extLst>
              <a:ext uri="{FF2B5EF4-FFF2-40B4-BE49-F238E27FC236}">
                <a16:creationId xmlns:a16="http://schemas.microsoft.com/office/drawing/2014/main" id="{98390A52-EDF6-BAAE-61B9-835C593339D3}"/>
              </a:ext>
            </a:extLst>
          </p:cNvPr>
          <p:cNvSpPr txBox="1"/>
          <p:nvPr/>
        </p:nvSpPr>
        <p:spPr>
          <a:xfrm>
            <a:off x="2351778" y="3063380"/>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Times New Roman"/>
                <a:ea typeface="+mn-ea"/>
                <a:cs typeface="+mn-cs"/>
              </a:rPr>
              <a:t>Consumer indifference</a:t>
            </a:r>
          </a:p>
        </p:txBody>
      </p:sp>
      <p:sp>
        <p:nvSpPr>
          <p:cNvPr id="29" name="TextBox 5">
            <a:extLst>
              <a:ext uri="{FF2B5EF4-FFF2-40B4-BE49-F238E27FC236}">
                <a16:creationId xmlns:a16="http://schemas.microsoft.com/office/drawing/2014/main" id="{3544750D-7C25-7FFB-29B5-75025A6F582C}"/>
              </a:ext>
            </a:extLst>
          </p:cNvPr>
          <p:cNvSpPr txBox="1"/>
          <p:nvPr/>
        </p:nvSpPr>
        <p:spPr>
          <a:xfrm>
            <a:off x="7355714" y="4334422"/>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Times New Roman"/>
                <a:ea typeface="+mn-ea"/>
                <a:cs typeface="+mn-cs"/>
              </a:rPr>
              <a:t>Consumer indifference</a:t>
            </a:r>
          </a:p>
        </p:txBody>
      </p:sp>
      <p:sp>
        <p:nvSpPr>
          <p:cNvPr id="30" name="Freeform 29">
            <a:extLst>
              <a:ext uri="{FF2B5EF4-FFF2-40B4-BE49-F238E27FC236}">
                <a16:creationId xmlns:a16="http://schemas.microsoft.com/office/drawing/2014/main" id="{8DDE63C7-12C9-3458-9EC8-F85F65D26115}"/>
              </a:ext>
            </a:extLst>
          </p:cNvPr>
          <p:cNvSpPr/>
          <p:nvPr/>
        </p:nvSpPr>
        <p:spPr>
          <a:xfrm rot="14102417">
            <a:off x="3894890" y="1892572"/>
            <a:ext cx="2506762" cy="1878330"/>
          </a:xfrm>
          <a:custGeom>
            <a:avLst/>
            <a:gdLst>
              <a:gd name="connsiteX0" fmla="*/ 0 w 2178756"/>
              <a:gd name="connsiteY0" fmla="*/ 1332089 h 1332089"/>
              <a:gd name="connsiteX1" fmla="*/ 903111 w 2178756"/>
              <a:gd name="connsiteY1" fmla="*/ 688622 h 1332089"/>
              <a:gd name="connsiteX2" fmla="*/ 1851378 w 2178756"/>
              <a:gd name="connsiteY2" fmla="*/ 158044 h 1332089"/>
              <a:gd name="connsiteX3" fmla="*/ 2178756 w 2178756"/>
              <a:gd name="connsiteY3" fmla="*/ 0 h 1332089"/>
              <a:gd name="connsiteX0" fmla="*/ 0 w 2359378"/>
              <a:gd name="connsiteY0" fmla="*/ 1467556 h 1467556"/>
              <a:gd name="connsiteX1" fmla="*/ 1083733 w 2359378"/>
              <a:gd name="connsiteY1" fmla="*/ 688622 h 1467556"/>
              <a:gd name="connsiteX2" fmla="*/ 2032000 w 2359378"/>
              <a:gd name="connsiteY2" fmla="*/ 158044 h 1467556"/>
              <a:gd name="connsiteX3" fmla="*/ 2359378 w 2359378"/>
              <a:gd name="connsiteY3" fmla="*/ 0 h 1467556"/>
              <a:gd name="connsiteX0" fmla="*/ 0 w 2359378"/>
              <a:gd name="connsiteY0" fmla="*/ 1467556 h 1467556"/>
              <a:gd name="connsiteX1" fmla="*/ 959555 w 2359378"/>
              <a:gd name="connsiteY1" fmla="*/ 733778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1885244 w 2336800"/>
              <a:gd name="connsiteY2" fmla="*/ 169333 h 1546578"/>
              <a:gd name="connsiteX3" fmla="*/ 2336800 w 2336800"/>
              <a:gd name="connsiteY3" fmla="*/ 0 h 1546578"/>
              <a:gd name="connsiteX0" fmla="*/ 0 w 2596746"/>
              <a:gd name="connsiteY0" fmla="*/ 1829720 h 1829720"/>
              <a:gd name="connsiteX1" fmla="*/ 1117901 w 2596746"/>
              <a:gd name="connsiteY1" fmla="*/ 666045 h 1829720"/>
              <a:gd name="connsiteX2" fmla="*/ 2145190 w 2596746"/>
              <a:gd name="connsiteY2" fmla="*/ 169333 h 1829720"/>
              <a:gd name="connsiteX3" fmla="*/ 2596746 w 2596746"/>
              <a:gd name="connsiteY3" fmla="*/ 0 h 1829720"/>
              <a:gd name="connsiteX0" fmla="*/ 0 w 2506762"/>
              <a:gd name="connsiteY0" fmla="*/ 1878330 h 1878330"/>
              <a:gd name="connsiteX1" fmla="*/ 1027917 w 2506762"/>
              <a:gd name="connsiteY1" fmla="*/ 666045 h 1878330"/>
              <a:gd name="connsiteX2" fmla="*/ 2055206 w 2506762"/>
              <a:gd name="connsiteY2" fmla="*/ 169333 h 1878330"/>
              <a:gd name="connsiteX3" fmla="*/ 2506762 w 2506762"/>
              <a:gd name="connsiteY3" fmla="*/ 0 h 1878330"/>
              <a:gd name="connsiteX0" fmla="*/ 0 w 2506762"/>
              <a:gd name="connsiteY0" fmla="*/ 1878330 h 1878330"/>
              <a:gd name="connsiteX1" fmla="*/ 1027917 w 2506762"/>
              <a:gd name="connsiteY1" fmla="*/ 666045 h 1878330"/>
              <a:gd name="connsiteX2" fmla="*/ 2055206 w 2506762"/>
              <a:gd name="connsiteY2" fmla="*/ 169333 h 1878330"/>
              <a:gd name="connsiteX3" fmla="*/ 2506762 w 2506762"/>
              <a:gd name="connsiteY3" fmla="*/ 0 h 1878330"/>
            </a:gdLst>
            <a:ahLst/>
            <a:cxnLst>
              <a:cxn ang="0">
                <a:pos x="connsiteX0" y="connsiteY0"/>
              </a:cxn>
              <a:cxn ang="0">
                <a:pos x="connsiteX1" y="connsiteY1"/>
              </a:cxn>
              <a:cxn ang="0">
                <a:pos x="connsiteX2" y="connsiteY2"/>
              </a:cxn>
              <a:cxn ang="0">
                <a:pos x="connsiteX3" y="connsiteY3"/>
              </a:cxn>
            </a:cxnLst>
            <a:rect l="l" t="t" r="r" b="b"/>
            <a:pathLst>
              <a:path w="2506762" h="1878330">
                <a:moveTo>
                  <a:pt x="0" y="1878330"/>
                </a:moveTo>
                <a:cubicBezTo>
                  <a:pt x="128580" y="1569161"/>
                  <a:pt x="685383" y="950878"/>
                  <a:pt x="1027917" y="666045"/>
                </a:cubicBezTo>
                <a:cubicBezTo>
                  <a:pt x="1370451" y="381212"/>
                  <a:pt x="1842599" y="284103"/>
                  <a:pt x="2055206" y="169333"/>
                </a:cubicBezTo>
                <a:cubicBezTo>
                  <a:pt x="2267813" y="54563"/>
                  <a:pt x="2449376" y="21637"/>
                  <a:pt x="2506762" y="0"/>
                </a:cubicBezTo>
              </a:path>
            </a:pathLst>
          </a:cu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5">
            <a:extLst>
              <a:ext uri="{FF2B5EF4-FFF2-40B4-BE49-F238E27FC236}">
                <a16:creationId xmlns:a16="http://schemas.microsoft.com/office/drawing/2014/main" id="{D08772C4-43C8-B4B5-DC14-A7242AB62FCA}"/>
              </a:ext>
            </a:extLst>
          </p:cNvPr>
          <p:cNvSpPr txBox="1"/>
          <p:nvPr/>
        </p:nvSpPr>
        <p:spPr>
          <a:xfrm>
            <a:off x="5628378" y="2790012"/>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3</a:t>
            </a:r>
          </a:p>
        </p:txBody>
      </p:sp>
      <p:sp>
        <p:nvSpPr>
          <p:cNvPr id="11" name="Freeform 10">
            <a:extLst>
              <a:ext uri="{FF2B5EF4-FFF2-40B4-BE49-F238E27FC236}">
                <a16:creationId xmlns:a16="http://schemas.microsoft.com/office/drawing/2014/main" id="{BC5C56BE-9E05-56E1-3735-33A468919DFD}"/>
              </a:ext>
            </a:extLst>
          </p:cNvPr>
          <p:cNvSpPr/>
          <p:nvPr/>
        </p:nvSpPr>
        <p:spPr>
          <a:xfrm>
            <a:off x="3569025" y="4628384"/>
            <a:ext cx="3904734" cy="1506397"/>
          </a:xfrm>
          <a:custGeom>
            <a:avLst/>
            <a:gdLst>
              <a:gd name="connsiteX0" fmla="*/ 0 w 3759200"/>
              <a:gd name="connsiteY0" fmla="*/ 2262160 h 2262160"/>
              <a:gd name="connsiteX1" fmla="*/ 158044 w 3759200"/>
              <a:gd name="connsiteY1" fmla="*/ 1370338 h 2262160"/>
              <a:gd name="connsiteX2" fmla="*/ 440266 w 3759200"/>
              <a:gd name="connsiteY2" fmla="*/ 602693 h 2262160"/>
              <a:gd name="connsiteX3" fmla="*/ 812800 w 3759200"/>
              <a:gd name="connsiteY3" fmla="*/ 128560 h 2262160"/>
              <a:gd name="connsiteX4" fmla="*/ 1320800 w 3759200"/>
              <a:gd name="connsiteY4" fmla="*/ 4382 h 2262160"/>
              <a:gd name="connsiteX5" fmla="*/ 1738489 w 3759200"/>
              <a:gd name="connsiteY5" fmla="*/ 49538 h 2262160"/>
              <a:gd name="connsiteX6" fmla="*/ 2415822 w 3759200"/>
              <a:gd name="connsiteY6" fmla="*/ 252738 h 2262160"/>
              <a:gd name="connsiteX7" fmla="*/ 3759200 w 3759200"/>
              <a:gd name="connsiteY7" fmla="*/ 738160 h 2262160"/>
              <a:gd name="connsiteX0" fmla="*/ 0 w 2415822"/>
              <a:gd name="connsiteY0" fmla="*/ 2262160 h 2262160"/>
              <a:gd name="connsiteX1" fmla="*/ 158044 w 2415822"/>
              <a:gd name="connsiteY1" fmla="*/ 1370338 h 2262160"/>
              <a:gd name="connsiteX2" fmla="*/ 440266 w 2415822"/>
              <a:gd name="connsiteY2" fmla="*/ 602693 h 2262160"/>
              <a:gd name="connsiteX3" fmla="*/ 812800 w 2415822"/>
              <a:gd name="connsiteY3" fmla="*/ 128560 h 2262160"/>
              <a:gd name="connsiteX4" fmla="*/ 1320800 w 2415822"/>
              <a:gd name="connsiteY4" fmla="*/ 4382 h 2262160"/>
              <a:gd name="connsiteX5" fmla="*/ 1738489 w 2415822"/>
              <a:gd name="connsiteY5" fmla="*/ 49538 h 2262160"/>
              <a:gd name="connsiteX6" fmla="*/ 2415822 w 2415822"/>
              <a:gd name="connsiteY6" fmla="*/ 252738 h 2262160"/>
              <a:gd name="connsiteX0" fmla="*/ 0 w 2427674"/>
              <a:gd name="connsiteY0" fmla="*/ 2379259 h 2379259"/>
              <a:gd name="connsiteX1" fmla="*/ 169896 w 2427674"/>
              <a:gd name="connsiteY1" fmla="*/ 1370338 h 2379259"/>
              <a:gd name="connsiteX2" fmla="*/ 452118 w 2427674"/>
              <a:gd name="connsiteY2" fmla="*/ 602693 h 2379259"/>
              <a:gd name="connsiteX3" fmla="*/ 824652 w 2427674"/>
              <a:gd name="connsiteY3" fmla="*/ 128560 h 2379259"/>
              <a:gd name="connsiteX4" fmla="*/ 1332652 w 2427674"/>
              <a:gd name="connsiteY4" fmla="*/ 4382 h 2379259"/>
              <a:gd name="connsiteX5" fmla="*/ 1750341 w 2427674"/>
              <a:gd name="connsiteY5" fmla="*/ 49538 h 2379259"/>
              <a:gd name="connsiteX6" fmla="*/ 2427674 w 2427674"/>
              <a:gd name="connsiteY6" fmla="*/ 252738 h 2379259"/>
              <a:gd name="connsiteX0" fmla="*/ 0 w 2340709"/>
              <a:gd name="connsiteY0" fmla="*/ 2379259 h 2379259"/>
              <a:gd name="connsiteX1" fmla="*/ 169896 w 2340709"/>
              <a:gd name="connsiteY1" fmla="*/ 1370338 h 2379259"/>
              <a:gd name="connsiteX2" fmla="*/ 452118 w 2340709"/>
              <a:gd name="connsiteY2" fmla="*/ 602693 h 2379259"/>
              <a:gd name="connsiteX3" fmla="*/ 824652 w 2340709"/>
              <a:gd name="connsiteY3" fmla="*/ 128560 h 2379259"/>
              <a:gd name="connsiteX4" fmla="*/ 1332652 w 2340709"/>
              <a:gd name="connsiteY4" fmla="*/ 4382 h 2379259"/>
              <a:gd name="connsiteX5" fmla="*/ 1750341 w 2340709"/>
              <a:gd name="connsiteY5" fmla="*/ 49538 h 2379259"/>
              <a:gd name="connsiteX6" fmla="*/ 2340709 w 2340709"/>
              <a:gd name="connsiteY6" fmla="*/ 231909 h 237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0709" h="2379259">
                <a:moveTo>
                  <a:pt x="0" y="2379259"/>
                </a:moveTo>
                <a:cubicBezTo>
                  <a:pt x="42333" y="2071637"/>
                  <a:pt x="94543" y="1666432"/>
                  <a:pt x="169896" y="1370338"/>
                </a:cubicBezTo>
                <a:cubicBezTo>
                  <a:pt x="245249" y="1074244"/>
                  <a:pt x="342992" y="809656"/>
                  <a:pt x="452118" y="602693"/>
                </a:cubicBezTo>
                <a:cubicBezTo>
                  <a:pt x="561244" y="395730"/>
                  <a:pt x="677896" y="228278"/>
                  <a:pt x="824652" y="128560"/>
                </a:cubicBezTo>
                <a:cubicBezTo>
                  <a:pt x="971408" y="28842"/>
                  <a:pt x="1178371" y="17552"/>
                  <a:pt x="1332652" y="4382"/>
                </a:cubicBezTo>
                <a:cubicBezTo>
                  <a:pt x="1486933" y="-8788"/>
                  <a:pt x="1567837" y="8145"/>
                  <a:pt x="1750341" y="49538"/>
                </a:cubicBezTo>
                <a:cubicBezTo>
                  <a:pt x="1932845" y="90931"/>
                  <a:pt x="2003924" y="117139"/>
                  <a:pt x="2340709" y="231909"/>
                </a:cubicBezTo>
              </a:path>
            </a:pathLst>
          </a:cu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1D5D4EC-3D4C-44B4-C72A-6E02BF3A773C}"/>
              </a:ext>
            </a:extLst>
          </p:cNvPr>
          <p:cNvSpPr>
            <a:spLocks noChangeArrowheads="1"/>
          </p:cNvSpPr>
          <p:nvPr/>
        </p:nvSpPr>
        <p:spPr bwMode="auto">
          <a:xfrm>
            <a:off x="6037805" y="4524206"/>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 name="Oval 2">
            <a:extLst>
              <a:ext uri="{FF2B5EF4-FFF2-40B4-BE49-F238E27FC236}">
                <a16:creationId xmlns:a16="http://schemas.microsoft.com/office/drawing/2014/main" id="{1CA5CCC9-3273-8555-E349-980C951BDC41}"/>
              </a:ext>
            </a:extLst>
          </p:cNvPr>
          <p:cNvSpPr>
            <a:spLocks noChangeArrowheads="1"/>
          </p:cNvSpPr>
          <p:nvPr/>
        </p:nvSpPr>
        <p:spPr bwMode="auto">
          <a:xfrm>
            <a:off x="5534564" y="3212892"/>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8" name="Freeform 7">
            <a:extLst>
              <a:ext uri="{FF2B5EF4-FFF2-40B4-BE49-F238E27FC236}">
                <a16:creationId xmlns:a16="http://schemas.microsoft.com/office/drawing/2014/main" id="{B4310574-110A-5820-58CD-AF93E6B5B845}"/>
              </a:ext>
            </a:extLst>
          </p:cNvPr>
          <p:cNvSpPr/>
          <p:nvPr/>
        </p:nvSpPr>
        <p:spPr>
          <a:xfrm rot="13800427">
            <a:off x="4545169" y="1846189"/>
            <a:ext cx="1885244" cy="1377245"/>
          </a:xfrm>
          <a:custGeom>
            <a:avLst/>
            <a:gdLst>
              <a:gd name="connsiteX0" fmla="*/ 0 w 2178756"/>
              <a:gd name="connsiteY0" fmla="*/ 1332089 h 1332089"/>
              <a:gd name="connsiteX1" fmla="*/ 903111 w 2178756"/>
              <a:gd name="connsiteY1" fmla="*/ 688622 h 1332089"/>
              <a:gd name="connsiteX2" fmla="*/ 1851378 w 2178756"/>
              <a:gd name="connsiteY2" fmla="*/ 158044 h 1332089"/>
              <a:gd name="connsiteX3" fmla="*/ 2178756 w 2178756"/>
              <a:gd name="connsiteY3" fmla="*/ 0 h 1332089"/>
              <a:gd name="connsiteX0" fmla="*/ 0 w 2359378"/>
              <a:gd name="connsiteY0" fmla="*/ 1467556 h 1467556"/>
              <a:gd name="connsiteX1" fmla="*/ 1083733 w 2359378"/>
              <a:gd name="connsiteY1" fmla="*/ 688622 h 1467556"/>
              <a:gd name="connsiteX2" fmla="*/ 2032000 w 2359378"/>
              <a:gd name="connsiteY2" fmla="*/ 158044 h 1467556"/>
              <a:gd name="connsiteX3" fmla="*/ 2359378 w 2359378"/>
              <a:gd name="connsiteY3" fmla="*/ 0 h 1467556"/>
              <a:gd name="connsiteX0" fmla="*/ 0 w 2359378"/>
              <a:gd name="connsiteY0" fmla="*/ 1467556 h 1467556"/>
              <a:gd name="connsiteX1" fmla="*/ 959555 w 2359378"/>
              <a:gd name="connsiteY1" fmla="*/ 733778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1885244 w 2336800"/>
              <a:gd name="connsiteY2" fmla="*/ 169333 h 1546578"/>
              <a:gd name="connsiteX3" fmla="*/ 2336800 w 2336800"/>
              <a:gd name="connsiteY3" fmla="*/ 0 h 1546578"/>
              <a:gd name="connsiteX0" fmla="*/ 0 w 1885244"/>
              <a:gd name="connsiteY0" fmla="*/ 1377245 h 1377245"/>
              <a:gd name="connsiteX1" fmla="*/ 857955 w 1885244"/>
              <a:gd name="connsiteY1" fmla="*/ 496712 h 1377245"/>
              <a:gd name="connsiteX2" fmla="*/ 1885244 w 1885244"/>
              <a:gd name="connsiteY2" fmla="*/ 0 h 1377245"/>
            </a:gdLst>
            <a:ahLst/>
            <a:cxnLst>
              <a:cxn ang="0">
                <a:pos x="connsiteX0" y="connsiteY0"/>
              </a:cxn>
              <a:cxn ang="0">
                <a:pos x="connsiteX1" y="connsiteY1"/>
              </a:cxn>
              <a:cxn ang="0">
                <a:pos x="connsiteX2" y="connsiteY2"/>
              </a:cxn>
            </a:cxnLst>
            <a:rect l="l" t="t" r="r" b="b"/>
            <a:pathLst>
              <a:path w="1885244" h="1377245">
                <a:moveTo>
                  <a:pt x="0" y="1377245"/>
                </a:moveTo>
                <a:cubicBezTo>
                  <a:pt x="218252" y="1130771"/>
                  <a:pt x="543748" y="726253"/>
                  <a:pt x="857955" y="496712"/>
                </a:cubicBezTo>
                <a:cubicBezTo>
                  <a:pt x="1172162" y="267171"/>
                  <a:pt x="1672637" y="114770"/>
                  <a:pt x="1885244" y="0"/>
                </a:cubicBezTo>
              </a:path>
            </a:pathLst>
          </a:cu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Line 12">
            <a:extLst>
              <a:ext uri="{FF2B5EF4-FFF2-40B4-BE49-F238E27FC236}">
                <a16:creationId xmlns:a16="http://schemas.microsoft.com/office/drawing/2014/main" id="{A42A7B91-F6F8-8611-841C-DCEB071F3D50}"/>
              </a:ext>
            </a:extLst>
          </p:cNvPr>
          <p:cNvSpPr>
            <a:spLocks noChangeShapeType="1"/>
          </p:cNvSpPr>
          <p:nvPr/>
        </p:nvSpPr>
        <p:spPr bwMode="auto">
          <a:xfrm flipV="1">
            <a:off x="4183930" y="3705622"/>
            <a:ext cx="2270471" cy="890059"/>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17" name="TextBox 5">
                <a:extLst>
                  <a:ext uri="{FF2B5EF4-FFF2-40B4-BE49-F238E27FC236}">
                    <a16:creationId xmlns:a16="http://schemas.microsoft.com/office/drawing/2014/main" id="{DE7EBB7D-4898-4FD8-9EED-6DE9B1F9D2F8}"/>
                  </a:ext>
                </a:extLst>
              </p:cNvPr>
              <p:cNvSpPr txBox="1"/>
              <p:nvPr/>
            </p:nvSpPr>
            <p:spPr>
              <a:xfrm>
                <a:off x="6127859" y="6461468"/>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r>
                        <a:rPr lang="en-US" b="0" i="1">
                          <a:solidFill>
                            <a:srgbClr val="000000"/>
                          </a:solidFill>
                          <a:latin typeface="Cambria Math" panose="02040503050406030204" pitchFamily="18" charset="0"/>
                        </a:rPr>
                        <m:t>𝛿</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17" name="TextBox 5">
                <a:extLst>
                  <a:ext uri="{FF2B5EF4-FFF2-40B4-BE49-F238E27FC236}">
                    <a16:creationId xmlns:a16="http://schemas.microsoft.com/office/drawing/2014/main" id="{DE7EBB7D-4898-4FD8-9EED-6DE9B1F9D2F8}"/>
                  </a:ext>
                </a:extLst>
              </p:cNvPr>
              <p:cNvSpPr txBox="1">
                <a:spLocks noRot="1" noChangeAspect="1" noMove="1" noResize="1" noEditPoints="1" noAdjustHandles="1" noChangeArrowheads="1" noChangeShapeType="1" noTextEdit="1"/>
              </p:cNvSpPr>
              <p:nvPr/>
            </p:nvSpPr>
            <p:spPr>
              <a:xfrm>
                <a:off x="6127859" y="6461468"/>
                <a:ext cx="1611509" cy="362984"/>
              </a:xfrm>
              <a:prstGeom prst="rect">
                <a:avLst/>
              </a:prstGeom>
              <a:blipFill>
                <a:blip r:embed="rId8"/>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5">
                <a:extLst>
                  <a:ext uri="{FF2B5EF4-FFF2-40B4-BE49-F238E27FC236}">
                    <a16:creationId xmlns:a16="http://schemas.microsoft.com/office/drawing/2014/main" id="{E91550DE-19C5-54A7-1DA8-C210A47E9421}"/>
                  </a:ext>
                </a:extLst>
              </p:cNvPr>
              <p:cNvSpPr txBox="1"/>
              <p:nvPr/>
            </p:nvSpPr>
            <p:spPr>
              <a:xfrm>
                <a:off x="1223927" y="3830876"/>
                <a:ext cx="757308"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𝑚</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21" name="TextBox 5">
                <a:extLst>
                  <a:ext uri="{FF2B5EF4-FFF2-40B4-BE49-F238E27FC236}">
                    <a16:creationId xmlns:a16="http://schemas.microsoft.com/office/drawing/2014/main" id="{E91550DE-19C5-54A7-1DA8-C210A47E9421}"/>
                  </a:ext>
                </a:extLst>
              </p:cNvPr>
              <p:cNvSpPr txBox="1">
                <a:spLocks noRot="1" noChangeAspect="1" noMove="1" noResize="1" noEditPoints="1" noAdjustHandles="1" noChangeArrowheads="1" noChangeShapeType="1" noTextEdit="1"/>
              </p:cNvSpPr>
              <p:nvPr/>
            </p:nvSpPr>
            <p:spPr>
              <a:xfrm>
                <a:off x="1223927" y="3830876"/>
                <a:ext cx="757308" cy="362984"/>
              </a:xfrm>
              <a:prstGeom prst="rect">
                <a:avLst/>
              </a:prstGeom>
              <a:blipFill>
                <a:blip r:embed="rId9"/>
                <a:stretch>
                  <a:fillRect/>
                </a:stretch>
              </a:blipFill>
            </p:spPr>
            <p:txBody>
              <a:bodyPr/>
              <a:lstStyle/>
              <a:p>
                <a:r>
                  <a:rPr lang="en-US">
                    <a:noFill/>
                  </a:rPr>
                  <a:t> </a:t>
                </a:r>
              </a:p>
            </p:txBody>
          </p:sp>
        </mc:Fallback>
      </mc:AlternateContent>
      <p:sp>
        <p:nvSpPr>
          <p:cNvPr id="33" name="Oval 32">
            <a:extLst>
              <a:ext uri="{FF2B5EF4-FFF2-40B4-BE49-F238E27FC236}">
                <a16:creationId xmlns:a16="http://schemas.microsoft.com/office/drawing/2014/main" id="{E85CFCA1-4ABA-C64A-76A5-D917EEF27141}"/>
              </a:ext>
            </a:extLst>
          </p:cNvPr>
          <p:cNvSpPr>
            <a:spLocks noChangeArrowheads="1"/>
          </p:cNvSpPr>
          <p:nvPr/>
        </p:nvSpPr>
        <p:spPr bwMode="auto">
          <a:xfrm>
            <a:off x="5532564" y="2713196"/>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6" name="Line 12">
            <a:extLst>
              <a:ext uri="{FF2B5EF4-FFF2-40B4-BE49-F238E27FC236}">
                <a16:creationId xmlns:a16="http://schemas.microsoft.com/office/drawing/2014/main" id="{A8361AB4-9058-1314-4607-65564738AC25}"/>
              </a:ext>
            </a:extLst>
          </p:cNvPr>
          <p:cNvSpPr>
            <a:spLocks noChangeShapeType="1"/>
          </p:cNvSpPr>
          <p:nvPr/>
        </p:nvSpPr>
        <p:spPr bwMode="auto">
          <a:xfrm>
            <a:off x="6159985" y="6171103"/>
            <a:ext cx="698015" cy="302034"/>
          </a:xfrm>
          <a:prstGeom prst="line">
            <a:avLst/>
          </a:prstGeom>
          <a:noFill/>
          <a:ln w="19050">
            <a:solidFill>
              <a:schemeClr val="tx1"/>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 name="Oval 19">
            <a:extLst>
              <a:ext uri="{FF2B5EF4-FFF2-40B4-BE49-F238E27FC236}">
                <a16:creationId xmlns:a16="http://schemas.microsoft.com/office/drawing/2014/main" id="{3D15DBA0-F6E2-D099-327F-D2F35138FDDE}"/>
              </a:ext>
            </a:extLst>
          </p:cNvPr>
          <p:cNvSpPr>
            <a:spLocks noChangeArrowheads="1"/>
          </p:cNvSpPr>
          <p:nvPr/>
        </p:nvSpPr>
        <p:spPr bwMode="auto">
          <a:xfrm>
            <a:off x="4106933" y="2594514"/>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E48D0FC-EB88-74CF-1775-14BC9382DB57}"/>
                  </a:ext>
                </a:extLst>
              </p:cNvPr>
              <p:cNvSpPr txBox="1"/>
              <p:nvPr/>
            </p:nvSpPr>
            <p:spPr>
              <a:xfrm>
                <a:off x="5092425" y="1017472"/>
                <a:ext cx="4722470" cy="8613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srgbClr val="009900"/>
                          </a:solidFill>
                          <a:latin typeface="Cambria Math" panose="02040503050406030204" pitchFamily="18" charset="0"/>
                        </a:rPr>
                        <m:t>𝑚</m:t>
                      </m:r>
                      <m:r>
                        <a:rPr lang="en-US" i="0">
                          <a:solidFill>
                            <a:srgbClr val="009900"/>
                          </a:solidFill>
                          <a:latin typeface="Cambria Math" panose="02040503050406030204" pitchFamily="18" charset="0"/>
                        </a:rPr>
                        <m:t>=1−</m:t>
                      </m:r>
                      <m:r>
                        <a:rPr lang="en-US" i="1">
                          <a:solidFill>
                            <a:srgbClr val="009900"/>
                          </a:solidFill>
                          <a:latin typeface="Cambria Math" panose="02040503050406030204" pitchFamily="18" charset="0"/>
                        </a:rPr>
                        <m:t>𝛿</m:t>
                      </m:r>
                      <m:r>
                        <a:rPr lang="en-US" i="0">
                          <a:solidFill>
                            <a:srgbClr val="009900"/>
                          </a:solidFill>
                          <a:latin typeface="Cambria Math" panose="02040503050406030204" pitchFamily="18" charset="0"/>
                        </a:rPr>
                        <m:t>+</m:t>
                      </m:r>
                      <m:f>
                        <m:fPr>
                          <m:ctrlPr>
                            <a:rPr lang="en-US" i="1">
                              <a:solidFill>
                                <a:srgbClr val="009900"/>
                              </a:solidFill>
                              <a:latin typeface="Cambria Math" panose="02040503050406030204" pitchFamily="18" charset="0"/>
                            </a:rPr>
                          </m:ctrlPr>
                        </m:fPr>
                        <m:num>
                          <m:sSup>
                            <m:sSupPr>
                              <m:ctrlPr>
                                <a:rPr lang="en-US" i="1">
                                  <a:solidFill>
                                    <a:srgbClr val="009900"/>
                                  </a:solidFill>
                                  <a:latin typeface="Cambria Math" panose="02040503050406030204" pitchFamily="18" charset="0"/>
                                </a:rPr>
                              </m:ctrlPr>
                            </m:sSupPr>
                            <m:e>
                              <m:r>
                                <a:rPr lang="en-US" i="1">
                                  <a:solidFill>
                                    <a:srgbClr val="009900"/>
                                  </a:solidFill>
                                  <a:latin typeface="Cambria Math" panose="02040503050406030204" pitchFamily="18" charset="0"/>
                                </a:rPr>
                                <m:t>𝑐</m:t>
                              </m:r>
                            </m:e>
                            <m:sup>
                              <m:r>
                                <a:rPr lang="en-US" i="0">
                                  <a:solidFill>
                                    <a:srgbClr val="009900"/>
                                  </a:solidFill>
                                  <a:latin typeface="Cambria Math" panose="02040503050406030204" pitchFamily="18" charset="0"/>
                                </a:rPr>
                                <m:t>′</m:t>
                              </m:r>
                            </m:sup>
                          </m:sSup>
                          <m:d>
                            <m:dPr>
                              <m:ctrlPr>
                                <a:rPr lang="en-US" i="1">
                                  <a:solidFill>
                                    <a:srgbClr val="009900"/>
                                  </a:solidFill>
                                  <a:latin typeface="Cambria Math" panose="02040503050406030204" pitchFamily="18" charset="0"/>
                                </a:rPr>
                              </m:ctrlPr>
                            </m:dPr>
                            <m:e>
                              <m:r>
                                <a:rPr lang="en-US" i="1">
                                  <a:solidFill>
                                    <a:srgbClr val="009900"/>
                                  </a:solidFill>
                                  <a:latin typeface="Cambria Math" panose="02040503050406030204" pitchFamily="18" charset="0"/>
                                </a:rPr>
                                <m:t>𝑚</m:t>
                              </m:r>
                              <m:r>
                                <a:rPr lang="en-US" i="0">
                                  <a:solidFill>
                                    <a:srgbClr val="009900"/>
                                  </a:solidFill>
                                  <a:latin typeface="Cambria Math" panose="02040503050406030204" pitchFamily="18" charset="0"/>
                                </a:rPr>
                                <m:t>−1</m:t>
                              </m:r>
                            </m:e>
                          </m:d>
                        </m:num>
                        <m:den>
                          <m:sSup>
                            <m:sSupPr>
                              <m:ctrlPr>
                                <a:rPr lang="en-US" i="1">
                                  <a:solidFill>
                                    <a:srgbClr val="009900"/>
                                  </a:solidFill>
                                  <a:latin typeface="Cambria Math" panose="02040503050406030204" pitchFamily="18" charset="0"/>
                                </a:rPr>
                              </m:ctrlPr>
                            </m:sSupPr>
                            <m:e>
                              <m:r>
                                <a:rPr lang="en-US" i="1">
                                  <a:solidFill>
                                    <a:srgbClr val="009900"/>
                                  </a:solidFill>
                                  <a:latin typeface="Cambria Math" panose="02040503050406030204" pitchFamily="18" charset="0"/>
                                </a:rPr>
                                <m:t>𝐷</m:t>
                              </m:r>
                            </m:e>
                            <m:sup>
                              <m:r>
                                <a:rPr lang="en-US" i="0">
                                  <a:solidFill>
                                    <a:srgbClr val="009900"/>
                                  </a:solidFill>
                                  <a:latin typeface="Cambria Math" panose="02040503050406030204" pitchFamily="18" charset="0"/>
                                </a:rPr>
                                <m:t>′</m:t>
                              </m:r>
                            </m:sup>
                          </m:sSup>
                          <m:d>
                            <m:dPr>
                              <m:ctrlPr>
                                <a:rPr lang="en-US" i="1">
                                  <a:solidFill>
                                    <a:srgbClr val="009900"/>
                                  </a:solidFill>
                                  <a:latin typeface="Cambria Math" panose="02040503050406030204" pitchFamily="18" charset="0"/>
                                </a:rPr>
                              </m:ctrlPr>
                            </m:dPr>
                            <m:e>
                              <m:r>
                                <a:rPr lang="en-US" i="1">
                                  <a:solidFill>
                                    <a:srgbClr val="009900"/>
                                  </a:solidFill>
                                  <a:latin typeface="Cambria Math" panose="02040503050406030204" pitchFamily="18" charset="0"/>
                                </a:rPr>
                                <m:t>𝑚</m:t>
                              </m:r>
                            </m:e>
                          </m:d>
                        </m:den>
                      </m:f>
                    </m:oMath>
                  </m:oMathPara>
                </a14:m>
                <a:endParaRPr lang="en-US">
                  <a:solidFill>
                    <a:srgbClr val="009900"/>
                  </a:solidFill>
                </a:endParaRPr>
              </a:p>
            </p:txBody>
          </p:sp>
        </mc:Choice>
        <mc:Fallback xmlns="">
          <p:sp>
            <p:nvSpPr>
              <p:cNvPr id="38" name="TextBox 37">
                <a:extLst>
                  <a:ext uri="{FF2B5EF4-FFF2-40B4-BE49-F238E27FC236}">
                    <a16:creationId xmlns:a16="http://schemas.microsoft.com/office/drawing/2014/main" id="{FE48D0FC-EB88-74CF-1775-14BC9382DB57}"/>
                  </a:ext>
                </a:extLst>
              </p:cNvPr>
              <p:cNvSpPr txBox="1">
                <a:spLocks noRot="1" noChangeAspect="1" noMove="1" noResize="1" noEditPoints="1" noAdjustHandles="1" noChangeArrowheads="1" noChangeShapeType="1" noTextEdit="1"/>
              </p:cNvSpPr>
              <p:nvPr/>
            </p:nvSpPr>
            <p:spPr>
              <a:xfrm>
                <a:off x="5092425" y="1017472"/>
                <a:ext cx="4722470" cy="861326"/>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0853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3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 grpId="0" animBg="1"/>
      <p:bldP spid="26" grpId="0" animBg="1"/>
      <p:bldP spid="18" grpId="0" animBg="1"/>
      <p:bldP spid="59" grpId="0" animBg="1"/>
      <p:bldP spid="65" grpId="0"/>
      <p:bldP spid="55" grpId="0"/>
      <p:bldP spid="61" grpId="0"/>
      <p:bldP spid="62" grpId="0"/>
      <p:bldP spid="4" grpId="0"/>
      <p:bldP spid="7" grpId="0"/>
      <p:bldP spid="14" grpId="0"/>
      <p:bldP spid="19" grpId="0"/>
      <p:bldP spid="22" grpId="0"/>
      <p:bldP spid="27" grpId="0"/>
      <p:bldP spid="30" grpId="0" animBg="1"/>
      <p:bldP spid="32" grpId="0"/>
      <p:bldP spid="15" grpId="0" animBg="1"/>
      <p:bldP spid="3" grpId="0" animBg="1"/>
      <p:bldP spid="8" grpId="0" animBg="1"/>
      <p:bldP spid="16" grpId="0" animBg="1"/>
      <p:bldP spid="17" grpId="0"/>
      <p:bldP spid="21" grpId="0"/>
      <p:bldP spid="33" grpId="0" animBg="1"/>
      <p:bldP spid="36" grpId="0" animBg="1"/>
      <p:bldP spid="20" grpId="0" animBg="1"/>
      <p:bldP spid="38" grpId="0"/>
      <p:bldP spid="38" grpId="1"/>
    </p:bldLst>
  </p:timing>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20151" y="3746475"/>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3b.  Public policy may be overkill</a:t>
            </a:r>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711778" y="2339583"/>
            <a:ext cx="4552655" cy="249834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 name="connsiteX0" fmla="*/ 0 w 3364134"/>
              <a:gd name="connsiteY0" fmla="*/ 0 h 2305899"/>
              <a:gd name="connsiteX1" fmla="*/ 1754733 w 3364134"/>
              <a:gd name="connsiteY1" fmla="*/ 1065696 h 2305899"/>
              <a:gd name="connsiteX2" fmla="*/ 3364134 w 3364134"/>
              <a:gd name="connsiteY2" fmla="*/ 2305899 h 2305899"/>
            </a:gdLst>
            <a:ahLst/>
            <a:cxnLst>
              <a:cxn ang="0">
                <a:pos x="connsiteX0" y="connsiteY0"/>
              </a:cxn>
              <a:cxn ang="0">
                <a:pos x="connsiteX1" y="connsiteY1"/>
              </a:cxn>
              <a:cxn ang="0">
                <a:pos x="connsiteX2" y="connsiteY2"/>
              </a:cxn>
            </a:cxnLst>
            <a:rect l="l" t="t" r="r" b="b"/>
            <a:pathLst>
              <a:path w="3364134" h="2305899">
                <a:moveTo>
                  <a:pt x="0" y="0"/>
                </a:moveTo>
                <a:cubicBezTo>
                  <a:pt x="354332" y="207265"/>
                  <a:pt x="1251733" y="775820"/>
                  <a:pt x="1754733" y="1065696"/>
                </a:cubicBezTo>
                <a:cubicBezTo>
                  <a:pt x="2257733" y="1355572"/>
                  <a:pt x="2908201" y="1921482"/>
                  <a:pt x="3364134" y="2305899"/>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1981186" y="1286324"/>
                <a:ext cx="326656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1981186" y="1286324"/>
                <a:ext cx="3266568" cy="461665"/>
              </a:xfrm>
              <a:prstGeom prst="rect">
                <a:avLst/>
              </a:prstGeom>
              <a:blipFill>
                <a:blip r:embed="rId3"/>
                <a:stretch>
                  <a:fillRect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1035034" y="2482649"/>
                <a:ext cx="129550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1035034" y="2482649"/>
                <a:ext cx="129550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222168" y="3554855"/>
                <a:ext cx="757308"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𝛿</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222168" y="3554855"/>
                <a:ext cx="757308" cy="362984"/>
              </a:xfrm>
              <a:prstGeom prst="rect">
                <a:avLst/>
              </a:prstGeom>
              <a:blipFill>
                <a:blip r:embed="rId5"/>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6398645" y="2627565"/>
            <a:ext cx="232777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009620" y="1983676"/>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p:sp>
        <p:nvSpPr>
          <p:cNvPr id="14" name="TextBox 5">
            <a:extLst>
              <a:ext uri="{FF2B5EF4-FFF2-40B4-BE49-F238E27FC236}">
                <a16:creationId xmlns:a16="http://schemas.microsoft.com/office/drawing/2014/main" id="{63ABFD6E-8A4A-B14F-0034-141887AA4B2E}"/>
              </a:ext>
            </a:extLst>
          </p:cNvPr>
          <p:cNvSpPr txBox="1"/>
          <p:nvPr/>
        </p:nvSpPr>
        <p:spPr>
          <a:xfrm>
            <a:off x="4075004" y="2249113"/>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16" name="Line 12">
            <a:extLst>
              <a:ext uri="{FF2B5EF4-FFF2-40B4-BE49-F238E27FC236}">
                <a16:creationId xmlns:a16="http://schemas.microsoft.com/office/drawing/2014/main" id="{A42A7B91-F6F8-8611-841C-DCEB071F3D50}"/>
              </a:ext>
            </a:extLst>
          </p:cNvPr>
          <p:cNvSpPr>
            <a:spLocks noChangeShapeType="1"/>
          </p:cNvSpPr>
          <p:nvPr/>
        </p:nvSpPr>
        <p:spPr bwMode="auto">
          <a:xfrm flipV="1">
            <a:off x="4196222" y="2842939"/>
            <a:ext cx="2270471" cy="890059"/>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 name="Oval 19">
            <a:extLst>
              <a:ext uri="{FF2B5EF4-FFF2-40B4-BE49-F238E27FC236}">
                <a16:creationId xmlns:a16="http://schemas.microsoft.com/office/drawing/2014/main" id="{3D15DBA0-F6E2-D099-327F-D2F35138FDDE}"/>
              </a:ext>
            </a:extLst>
          </p:cNvPr>
          <p:cNvSpPr>
            <a:spLocks noChangeArrowheads="1"/>
          </p:cNvSpPr>
          <p:nvPr/>
        </p:nvSpPr>
        <p:spPr bwMode="auto">
          <a:xfrm>
            <a:off x="4106933" y="2594514"/>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2" name="TextBox 5">
            <a:extLst>
              <a:ext uri="{FF2B5EF4-FFF2-40B4-BE49-F238E27FC236}">
                <a16:creationId xmlns:a16="http://schemas.microsoft.com/office/drawing/2014/main" id="{826B89E1-FE46-FBEE-599E-8915657AF075}"/>
              </a:ext>
            </a:extLst>
          </p:cNvPr>
          <p:cNvSpPr txBox="1"/>
          <p:nvPr/>
        </p:nvSpPr>
        <p:spPr>
          <a:xfrm>
            <a:off x="5203257" y="3283809"/>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1</a:t>
            </a:r>
          </a:p>
        </p:txBody>
      </p:sp>
      <p:sp>
        <p:nvSpPr>
          <p:cNvPr id="31" name="Oval 30">
            <a:extLst>
              <a:ext uri="{FF2B5EF4-FFF2-40B4-BE49-F238E27FC236}">
                <a16:creationId xmlns:a16="http://schemas.microsoft.com/office/drawing/2014/main" id="{A95B1381-F0EC-0771-C1D7-F161965B0ACC}"/>
              </a:ext>
            </a:extLst>
          </p:cNvPr>
          <p:cNvSpPr>
            <a:spLocks noChangeArrowheads="1"/>
          </p:cNvSpPr>
          <p:nvPr/>
        </p:nvSpPr>
        <p:spPr bwMode="auto">
          <a:xfrm>
            <a:off x="5254569" y="3661523"/>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4" name="Oval 33">
            <a:extLst>
              <a:ext uri="{FF2B5EF4-FFF2-40B4-BE49-F238E27FC236}">
                <a16:creationId xmlns:a16="http://schemas.microsoft.com/office/drawing/2014/main" id="{3DA33289-BC4D-5557-A518-D0A14232EA51}"/>
              </a:ext>
            </a:extLst>
          </p:cNvPr>
          <p:cNvSpPr>
            <a:spLocks noChangeArrowheads="1"/>
          </p:cNvSpPr>
          <p:nvPr/>
        </p:nvSpPr>
        <p:spPr bwMode="auto">
          <a:xfrm>
            <a:off x="4918120" y="3338713"/>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Tree>
    <p:extLst>
      <p:ext uri="{BB962C8B-B14F-4D97-AF65-F5344CB8AC3E}">
        <p14:creationId xmlns:p14="http://schemas.microsoft.com/office/powerpoint/2010/main" val="109400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1" grpId="0"/>
      <p:bldP spid="62" grpId="0"/>
      <p:bldP spid="7" grpId="0"/>
      <p:bldP spid="14" grpId="0"/>
      <p:bldP spid="16" grpId="0" animBg="1"/>
      <p:bldP spid="20" grpId="0" animBg="1"/>
      <p:bldP spid="12" grpId="0"/>
      <p:bldP spid="31"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890222" y="482236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3b.  Public policy may be overkill</a:t>
            </a:r>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711778" y="2339583"/>
            <a:ext cx="4552655" cy="249834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 name="connsiteX0" fmla="*/ 0 w 3364134"/>
              <a:gd name="connsiteY0" fmla="*/ 0 h 2305899"/>
              <a:gd name="connsiteX1" fmla="*/ 1754733 w 3364134"/>
              <a:gd name="connsiteY1" fmla="*/ 1065696 h 2305899"/>
              <a:gd name="connsiteX2" fmla="*/ 3364134 w 3364134"/>
              <a:gd name="connsiteY2" fmla="*/ 2305899 h 2305899"/>
            </a:gdLst>
            <a:ahLst/>
            <a:cxnLst>
              <a:cxn ang="0">
                <a:pos x="connsiteX0" y="connsiteY0"/>
              </a:cxn>
              <a:cxn ang="0">
                <a:pos x="connsiteX1" y="connsiteY1"/>
              </a:cxn>
              <a:cxn ang="0">
                <a:pos x="connsiteX2" y="connsiteY2"/>
              </a:cxn>
            </a:cxnLst>
            <a:rect l="l" t="t" r="r" b="b"/>
            <a:pathLst>
              <a:path w="3364134" h="2305899">
                <a:moveTo>
                  <a:pt x="0" y="0"/>
                </a:moveTo>
                <a:cubicBezTo>
                  <a:pt x="354332" y="207265"/>
                  <a:pt x="1251733" y="775820"/>
                  <a:pt x="1754733" y="1065696"/>
                </a:cubicBezTo>
                <a:cubicBezTo>
                  <a:pt x="2257733" y="1355572"/>
                  <a:pt x="2908201" y="1921482"/>
                  <a:pt x="3364134" y="2305899"/>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1981186" y="1286324"/>
                <a:ext cx="326656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1981186" y="1286324"/>
                <a:ext cx="3266568" cy="461665"/>
              </a:xfrm>
              <a:prstGeom prst="rect">
                <a:avLst/>
              </a:prstGeom>
              <a:blipFill>
                <a:blip r:embed="rId3"/>
                <a:stretch>
                  <a:fillRect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934517" y="3572767"/>
                <a:ext cx="129550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𝑠</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934517" y="3572767"/>
                <a:ext cx="129550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762000" y="4630748"/>
                <a:ext cx="1187547"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𝛿</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𝑠</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762000" y="4630748"/>
                <a:ext cx="1187547" cy="362984"/>
              </a:xfrm>
              <a:prstGeom prst="rect">
                <a:avLst/>
              </a:prstGeom>
              <a:blipFill>
                <a:blip r:embed="rId5"/>
                <a:stretch>
                  <a:fillRect/>
                </a:stretch>
              </a:blipFill>
            </p:spPr>
            <p:txBody>
              <a:bodyPr/>
              <a:lstStyle/>
              <a:p>
                <a:r>
                  <a:rPr lang="en-US">
                    <a:noFill/>
                  </a:rPr>
                  <a:t> </a:t>
                </a:r>
              </a:p>
            </p:txBody>
          </p:sp>
        </mc:Fallback>
      </mc:AlternateContent>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887930" y="3740034"/>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423921" y="3070737"/>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p:sp>
        <p:nvSpPr>
          <p:cNvPr id="14" name="TextBox 5">
            <a:extLst>
              <a:ext uri="{FF2B5EF4-FFF2-40B4-BE49-F238E27FC236}">
                <a16:creationId xmlns:a16="http://schemas.microsoft.com/office/drawing/2014/main" id="{63ABFD6E-8A4A-B14F-0034-141887AA4B2E}"/>
              </a:ext>
            </a:extLst>
          </p:cNvPr>
          <p:cNvSpPr txBox="1"/>
          <p:nvPr/>
        </p:nvSpPr>
        <p:spPr>
          <a:xfrm>
            <a:off x="5180723" y="3265640"/>
            <a:ext cx="13092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r>
              <a:rPr kumimoji="0" lang="en-US" sz="2400" b="0" i="1" u="none" strike="noStrike" kern="1200" cap="none" spc="0" normalizeH="0" baseline="-25000" noProof="0" dirty="0">
                <a:ln>
                  <a:noFill/>
                </a:ln>
                <a:solidFill>
                  <a:srgbClr val="000000"/>
                </a:solidFill>
                <a:effectLst/>
                <a:uLnTx/>
                <a:uFillTx/>
                <a:latin typeface="Times New Roman"/>
                <a:ea typeface="+mn-ea"/>
                <a:cs typeface="+mn-cs"/>
              </a:rPr>
              <a:t>2</a:t>
            </a:r>
            <a:r>
              <a:rPr lang="en-US" sz="2400" i="1" dirty="0">
                <a:solidFill>
                  <a:srgbClr val="000000"/>
                </a:solidFill>
              </a:rPr>
              <a:t>=E</a:t>
            </a:r>
            <a:r>
              <a:rPr lang="en-US" sz="2400" i="1" baseline="-25000" dirty="0">
                <a:solidFill>
                  <a:srgbClr val="000000"/>
                </a:solidFill>
              </a:rPr>
              <a:t>1</a:t>
            </a:r>
          </a:p>
        </p:txBody>
      </p:sp>
      <p:sp>
        <p:nvSpPr>
          <p:cNvPr id="16" name="Line 12">
            <a:extLst>
              <a:ext uri="{FF2B5EF4-FFF2-40B4-BE49-F238E27FC236}">
                <a16:creationId xmlns:a16="http://schemas.microsoft.com/office/drawing/2014/main" id="{A42A7B91-F6F8-8611-841C-DCEB071F3D50}"/>
              </a:ext>
            </a:extLst>
          </p:cNvPr>
          <p:cNvSpPr>
            <a:spLocks noChangeShapeType="1"/>
          </p:cNvSpPr>
          <p:nvPr/>
        </p:nvSpPr>
        <p:spPr bwMode="auto">
          <a:xfrm flipV="1">
            <a:off x="5330179" y="4105114"/>
            <a:ext cx="1708361" cy="707886"/>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 name="Oval 19">
            <a:extLst>
              <a:ext uri="{FF2B5EF4-FFF2-40B4-BE49-F238E27FC236}">
                <a16:creationId xmlns:a16="http://schemas.microsoft.com/office/drawing/2014/main" id="{3D15DBA0-F6E2-D099-327F-D2F35138FDDE}"/>
              </a:ext>
            </a:extLst>
          </p:cNvPr>
          <p:cNvSpPr>
            <a:spLocks noChangeArrowheads="1"/>
          </p:cNvSpPr>
          <p:nvPr/>
        </p:nvSpPr>
        <p:spPr bwMode="auto">
          <a:xfrm>
            <a:off x="5250711" y="3655933"/>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2" name="TextBox 5">
            <a:extLst>
              <a:ext uri="{FF2B5EF4-FFF2-40B4-BE49-F238E27FC236}">
                <a16:creationId xmlns:a16="http://schemas.microsoft.com/office/drawing/2014/main" id="{826B89E1-FE46-FBEE-599E-8915657AF075}"/>
              </a:ext>
            </a:extLst>
          </p:cNvPr>
          <p:cNvSpPr txBox="1"/>
          <p:nvPr/>
        </p:nvSpPr>
        <p:spPr>
          <a:xfrm>
            <a:off x="6163105" y="4360703"/>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2</a:t>
            </a:r>
          </a:p>
        </p:txBody>
      </p:sp>
      <p:sp>
        <p:nvSpPr>
          <p:cNvPr id="31" name="Oval 30">
            <a:extLst>
              <a:ext uri="{FF2B5EF4-FFF2-40B4-BE49-F238E27FC236}">
                <a16:creationId xmlns:a16="http://schemas.microsoft.com/office/drawing/2014/main" id="{A95B1381-F0EC-0771-C1D7-F161965B0ACC}"/>
              </a:ext>
            </a:extLst>
          </p:cNvPr>
          <p:cNvSpPr>
            <a:spLocks noChangeArrowheads="1"/>
          </p:cNvSpPr>
          <p:nvPr/>
        </p:nvSpPr>
        <p:spPr bwMode="auto">
          <a:xfrm>
            <a:off x="6214417" y="4738417"/>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 name="TextBox 5">
            <a:extLst>
              <a:ext uri="{FF2B5EF4-FFF2-40B4-BE49-F238E27FC236}">
                <a16:creationId xmlns:a16="http://schemas.microsoft.com/office/drawing/2014/main" id="{449181C3-0771-6AC5-D9CB-41C9AFE1250C}"/>
              </a:ext>
            </a:extLst>
          </p:cNvPr>
          <p:cNvSpPr txBox="1"/>
          <p:nvPr/>
        </p:nvSpPr>
        <p:spPr>
          <a:xfrm>
            <a:off x="4075004" y="2249113"/>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4" name="Oval 3">
            <a:extLst>
              <a:ext uri="{FF2B5EF4-FFF2-40B4-BE49-F238E27FC236}">
                <a16:creationId xmlns:a16="http://schemas.microsoft.com/office/drawing/2014/main" id="{0EFE367A-40B2-5FDD-54A4-113EB9FFDB25}"/>
              </a:ext>
            </a:extLst>
          </p:cNvPr>
          <p:cNvSpPr>
            <a:spLocks noChangeArrowheads="1"/>
          </p:cNvSpPr>
          <p:nvPr/>
        </p:nvSpPr>
        <p:spPr bwMode="auto">
          <a:xfrm>
            <a:off x="4106933" y="2594514"/>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8" name="Oval 7">
            <a:extLst>
              <a:ext uri="{FF2B5EF4-FFF2-40B4-BE49-F238E27FC236}">
                <a16:creationId xmlns:a16="http://schemas.microsoft.com/office/drawing/2014/main" id="{742FE672-2779-926F-5A02-597F55C7F979}"/>
              </a:ext>
            </a:extLst>
          </p:cNvPr>
          <p:cNvSpPr>
            <a:spLocks noChangeArrowheads="1"/>
          </p:cNvSpPr>
          <p:nvPr/>
        </p:nvSpPr>
        <p:spPr bwMode="auto">
          <a:xfrm>
            <a:off x="4918120" y="3338713"/>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0" name="Oval 9">
            <a:extLst>
              <a:ext uri="{FF2B5EF4-FFF2-40B4-BE49-F238E27FC236}">
                <a16:creationId xmlns:a16="http://schemas.microsoft.com/office/drawing/2014/main" id="{2E36C1A5-8454-7994-F58A-2324497865B8}"/>
              </a:ext>
            </a:extLst>
          </p:cNvPr>
          <p:cNvSpPr>
            <a:spLocks noChangeArrowheads="1"/>
          </p:cNvSpPr>
          <p:nvPr/>
        </p:nvSpPr>
        <p:spPr bwMode="auto">
          <a:xfrm>
            <a:off x="5950544" y="4446764"/>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1" name="TextBox 5">
            <a:extLst>
              <a:ext uri="{FF2B5EF4-FFF2-40B4-BE49-F238E27FC236}">
                <a16:creationId xmlns:a16="http://schemas.microsoft.com/office/drawing/2014/main" id="{3D1DDF7E-C6CF-AF1C-32E6-F4C894ADAB8F}"/>
              </a:ext>
            </a:extLst>
          </p:cNvPr>
          <p:cNvSpPr txBox="1"/>
          <p:nvPr/>
        </p:nvSpPr>
        <p:spPr>
          <a:xfrm>
            <a:off x="6702559" y="3910030"/>
            <a:ext cx="170836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p:sp>
        <p:nvSpPr>
          <p:cNvPr id="13" name="Freeform 12">
            <a:extLst>
              <a:ext uri="{FF2B5EF4-FFF2-40B4-BE49-F238E27FC236}">
                <a16:creationId xmlns:a16="http://schemas.microsoft.com/office/drawing/2014/main" id="{28E74904-A7E8-AF35-8B11-4D8CCDB723FE}"/>
              </a:ext>
            </a:extLst>
          </p:cNvPr>
          <p:cNvSpPr/>
          <p:nvPr/>
        </p:nvSpPr>
        <p:spPr>
          <a:xfrm rot="16608203" flipH="1">
            <a:off x="5015345" y="3518244"/>
            <a:ext cx="868248" cy="992707"/>
          </a:xfrm>
          <a:custGeom>
            <a:avLst/>
            <a:gdLst>
              <a:gd name="connsiteX0" fmla="*/ 679076 w 679076"/>
              <a:gd name="connsiteY0" fmla="*/ 571500 h 571500"/>
              <a:gd name="connsiteX1" fmla="*/ 490817 w 679076"/>
              <a:gd name="connsiteY1" fmla="*/ 174812 h 571500"/>
              <a:gd name="connsiteX2" fmla="*/ 0 w 679076"/>
              <a:gd name="connsiteY2" fmla="*/ 0 h 571500"/>
            </a:gdLst>
            <a:ahLst/>
            <a:cxnLst>
              <a:cxn ang="0">
                <a:pos x="connsiteX0" y="connsiteY0"/>
              </a:cxn>
              <a:cxn ang="0">
                <a:pos x="connsiteX1" y="connsiteY1"/>
              </a:cxn>
              <a:cxn ang="0">
                <a:pos x="connsiteX2" y="connsiteY2"/>
              </a:cxn>
            </a:cxnLst>
            <a:rect l="l" t="t" r="r" b="b"/>
            <a:pathLst>
              <a:path w="679076" h="571500">
                <a:moveTo>
                  <a:pt x="679076" y="571500"/>
                </a:moveTo>
                <a:cubicBezTo>
                  <a:pt x="641536" y="420781"/>
                  <a:pt x="603996" y="270062"/>
                  <a:pt x="490817" y="174812"/>
                </a:cubicBezTo>
                <a:cubicBezTo>
                  <a:pt x="377638" y="79562"/>
                  <a:pt x="188819" y="39781"/>
                  <a:pt x="0" y="0"/>
                </a:cubicBezTo>
              </a:path>
            </a:pathLst>
          </a:custGeom>
          <a:noFill/>
          <a:ln>
            <a:solidFill>
              <a:srgbClr val="FF0000"/>
            </a:solidFill>
            <a:headEnd type="stealth" w="lg" len="lg"/>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9018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20151" y="3746475"/>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3c.  </a:t>
            </a:r>
            <a:r>
              <a:rPr lang="en-US" sz="3600" b="1" dirty="0">
                <a:solidFill>
                  <a:srgbClr val="FF0000"/>
                </a:solidFill>
              </a:rPr>
              <a:t>Public policy may undermine cooperation</a:t>
            </a:r>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711778" y="2339583"/>
            <a:ext cx="4552655" cy="249834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 name="connsiteX0" fmla="*/ 0 w 3364134"/>
              <a:gd name="connsiteY0" fmla="*/ 0 h 2305899"/>
              <a:gd name="connsiteX1" fmla="*/ 1754733 w 3364134"/>
              <a:gd name="connsiteY1" fmla="*/ 1065696 h 2305899"/>
              <a:gd name="connsiteX2" fmla="*/ 3364134 w 3364134"/>
              <a:gd name="connsiteY2" fmla="*/ 2305899 h 2305899"/>
            </a:gdLst>
            <a:ahLst/>
            <a:cxnLst>
              <a:cxn ang="0">
                <a:pos x="connsiteX0" y="connsiteY0"/>
              </a:cxn>
              <a:cxn ang="0">
                <a:pos x="connsiteX1" y="connsiteY1"/>
              </a:cxn>
              <a:cxn ang="0">
                <a:pos x="connsiteX2" y="connsiteY2"/>
              </a:cxn>
            </a:cxnLst>
            <a:rect l="l" t="t" r="r" b="b"/>
            <a:pathLst>
              <a:path w="3364134" h="2305899">
                <a:moveTo>
                  <a:pt x="0" y="0"/>
                </a:moveTo>
                <a:cubicBezTo>
                  <a:pt x="354332" y="207265"/>
                  <a:pt x="1251733" y="775820"/>
                  <a:pt x="1754733" y="1065696"/>
                </a:cubicBezTo>
                <a:cubicBezTo>
                  <a:pt x="2257733" y="1355572"/>
                  <a:pt x="2908201" y="1921482"/>
                  <a:pt x="3364134" y="2305899"/>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1981186" y="1286324"/>
                <a:ext cx="326656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1981186" y="1286324"/>
                <a:ext cx="3266568" cy="461665"/>
              </a:xfrm>
              <a:prstGeom prst="rect">
                <a:avLst/>
              </a:prstGeom>
              <a:blipFill>
                <a:blip r:embed="rId3"/>
                <a:stretch>
                  <a:fillRect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1035034" y="2482649"/>
                <a:ext cx="129550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1035034" y="2482649"/>
                <a:ext cx="129550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222168" y="3554855"/>
                <a:ext cx="757308"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𝛿</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222168" y="3554855"/>
                <a:ext cx="757308" cy="362984"/>
              </a:xfrm>
              <a:prstGeom prst="rect">
                <a:avLst/>
              </a:prstGeom>
              <a:blipFill>
                <a:blip r:embed="rId5"/>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6398645" y="2627565"/>
            <a:ext cx="232777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009620" y="1983676"/>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p:sp>
        <p:nvSpPr>
          <p:cNvPr id="14" name="TextBox 5">
            <a:extLst>
              <a:ext uri="{FF2B5EF4-FFF2-40B4-BE49-F238E27FC236}">
                <a16:creationId xmlns:a16="http://schemas.microsoft.com/office/drawing/2014/main" id="{63ABFD6E-8A4A-B14F-0034-141887AA4B2E}"/>
              </a:ext>
            </a:extLst>
          </p:cNvPr>
          <p:cNvSpPr txBox="1"/>
          <p:nvPr/>
        </p:nvSpPr>
        <p:spPr>
          <a:xfrm>
            <a:off x="4075004" y="2249113"/>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16" name="Line 12">
            <a:extLst>
              <a:ext uri="{FF2B5EF4-FFF2-40B4-BE49-F238E27FC236}">
                <a16:creationId xmlns:a16="http://schemas.microsoft.com/office/drawing/2014/main" id="{A42A7B91-F6F8-8611-841C-DCEB071F3D50}"/>
              </a:ext>
            </a:extLst>
          </p:cNvPr>
          <p:cNvSpPr>
            <a:spLocks noChangeShapeType="1"/>
          </p:cNvSpPr>
          <p:nvPr/>
        </p:nvSpPr>
        <p:spPr bwMode="auto">
          <a:xfrm flipV="1">
            <a:off x="4196222" y="2842939"/>
            <a:ext cx="2270471" cy="890059"/>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 name="Oval 19">
            <a:extLst>
              <a:ext uri="{FF2B5EF4-FFF2-40B4-BE49-F238E27FC236}">
                <a16:creationId xmlns:a16="http://schemas.microsoft.com/office/drawing/2014/main" id="{3D15DBA0-F6E2-D099-327F-D2F35138FDDE}"/>
              </a:ext>
            </a:extLst>
          </p:cNvPr>
          <p:cNvSpPr>
            <a:spLocks noChangeArrowheads="1"/>
          </p:cNvSpPr>
          <p:nvPr/>
        </p:nvSpPr>
        <p:spPr bwMode="auto">
          <a:xfrm>
            <a:off x="4106933" y="2594514"/>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2" name="TextBox 5">
            <a:extLst>
              <a:ext uri="{FF2B5EF4-FFF2-40B4-BE49-F238E27FC236}">
                <a16:creationId xmlns:a16="http://schemas.microsoft.com/office/drawing/2014/main" id="{826B89E1-FE46-FBEE-599E-8915657AF075}"/>
              </a:ext>
            </a:extLst>
          </p:cNvPr>
          <p:cNvSpPr txBox="1"/>
          <p:nvPr/>
        </p:nvSpPr>
        <p:spPr>
          <a:xfrm>
            <a:off x="5203257" y="3283809"/>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1</a:t>
            </a:r>
          </a:p>
        </p:txBody>
      </p:sp>
      <p:sp>
        <p:nvSpPr>
          <p:cNvPr id="31" name="Oval 30">
            <a:extLst>
              <a:ext uri="{FF2B5EF4-FFF2-40B4-BE49-F238E27FC236}">
                <a16:creationId xmlns:a16="http://schemas.microsoft.com/office/drawing/2014/main" id="{A95B1381-F0EC-0771-C1D7-F161965B0ACC}"/>
              </a:ext>
            </a:extLst>
          </p:cNvPr>
          <p:cNvSpPr>
            <a:spLocks noChangeArrowheads="1"/>
          </p:cNvSpPr>
          <p:nvPr/>
        </p:nvSpPr>
        <p:spPr bwMode="auto">
          <a:xfrm>
            <a:off x="5254569" y="3661523"/>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4" name="Oval 33">
            <a:extLst>
              <a:ext uri="{FF2B5EF4-FFF2-40B4-BE49-F238E27FC236}">
                <a16:creationId xmlns:a16="http://schemas.microsoft.com/office/drawing/2014/main" id="{3DA33289-BC4D-5557-A518-D0A14232EA51}"/>
              </a:ext>
            </a:extLst>
          </p:cNvPr>
          <p:cNvSpPr>
            <a:spLocks noChangeArrowheads="1"/>
          </p:cNvSpPr>
          <p:nvPr/>
        </p:nvSpPr>
        <p:spPr bwMode="auto">
          <a:xfrm>
            <a:off x="4918120" y="3338713"/>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 name="Line 12">
            <a:extLst>
              <a:ext uri="{FF2B5EF4-FFF2-40B4-BE49-F238E27FC236}">
                <a16:creationId xmlns:a16="http://schemas.microsoft.com/office/drawing/2014/main" id="{DCEC95D0-8C5A-0DC5-E980-8C53A13ACDBB}"/>
              </a:ext>
            </a:extLst>
          </p:cNvPr>
          <p:cNvSpPr>
            <a:spLocks noChangeShapeType="1"/>
          </p:cNvSpPr>
          <p:nvPr/>
        </p:nvSpPr>
        <p:spPr bwMode="auto">
          <a:xfrm>
            <a:off x="4664647" y="3027675"/>
            <a:ext cx="308525" cy="282469"/>
          </a:xfrm>
          <a:prstGeom prst="line">
            <a:avLst/>
          </a:prstGeom>
          <a:noFill/>
          <a:ln w="31750">
            <a:solidFill>
              <a:srgbClr val="FF0000"/>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Tree>
    <p:extLst>
      <p:ext uri="{BB962C8B-B14F-4D97-AF65-F5344CB8AC3E}">
        <p14:creationId xmlns:p14="http://schemas.microsoft.com/office/powerpoint/2010/main" val="2259661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dirty="0"/>
              <a:t>Four prices in one market</a:t>
            </a:r>
          </a:p>
        </p:txBody>
      </p:sp>
      <mc:AlternateContent xmlns:mc="http://schemas.openxmlformats.org/markup-compatibility/2006" xmlns:a14="http://schemas.microsoft.com/office/drawing/2010/main">
        <mc:Choice Requires="a14">
          <p:sp>
            <p:nvSpPr>
              <p:cNvPr id="18435" name="Rectangle 3"/>
              <p:cNvSpPr>
                <a:spLocks noGrp="1" noChangeArrowheads="1"/>
              </p:cNvSpPr>
              <p:nvPr>
                <p:ph type="body" idx="1"/>
              </p:nvPr>
            </p:nvSpPr>
            <p:spPr>
              <a:xfrm>
                <a:off x="0" y="914400"/>
                <a:ext cx="9144000" cy="4876800"/>
              </a:xfrm>
            </p:spPr>
            <p:txBody>
              <a:bodyPr/>
              <a:lstStyle/>
              <a:p>
                <a:pPr eaLnBrk="1" hangingPunct="1">
                  <a:lnSpc>
                    <a:spcPct val="80000"/>
                  </a:lnSpc>
                </a:pPr>
                <a:r>
                  <a:rPr lang="en-US" altLang="en-US" dirty="0"/>
                  <a:t>Private marginal cost</a:t>
                </a:r>
              </a:p>
              <a:p>
                <a:pPr lvl="1" eaLnBrk="1" hangingPunct="1">
                  <a:lnSpc>
                    <a:spcPct val="80000"/>
                  </a:lnSpc>
                </a:pPr>
                <a:r>
                  <a:rPr lang="en-US" altLang="en-US" dirty="0"/>
                  <a:t>The marginal private cost if NOT cooperating</a:t>
                </a:r>
              </a:p>
              <a:p>
                <a:pPr lvl="1" eaLnBrk="1" hangingPunct="1">
                  <a:lnSpc>
                    <a:spcPct val="80000"/>
                  </a:lnSpc>
                </a:pPr>
                <a:r>
                  <a:rPr lang="en-US" altLang="en-US" dirty="0"/>
                  <a:t>Normalized to one</a:t>
                </a:r>
              </a:p>
              <a:p>
                <a:pPr eaLnBrk="1" hangingPunct="1">
                  <a:lnSpc>
                    <a:spcPct val="80000"/>
                  </a:lnSpc>
                </a:pPr>
                <a:endParaRPr lang="en-US" altLang="en-US" dirty="0"/>
              </a:p>
              <a:p>
                <a:pPr eaLnBrk="1" hangingPunct="1">
                  <a:lnSpc>
                    <a:spcPct val="80000"/>
                  </a:lnSpc>
                </a:pPr>
                <a:r>
                  <a:rPr lang="en-US" altLang="en-US" dirty="0"/>
                  <a:t>Average price </a:t>
                </a:r>
                <a:r>
                  <a:rPr lang="en-US" altLang="en-US" i="1" dirty="0"/>
                  <a:t>p </a:t>
                </a:r>
                <a:r>
                  <a:rPr lang="en-US" altLang="en-US" dirty="0"/>
                  <a:t>&lt; 1</a:t>
                </a:r>
              </a:p>
              <a:p>
                <a:pPr lvl="1" eaLnBrk="1" hangingPunct="1">
                  <a:lnSpc>
                    <a:spcPct val="80000"/>
                  </a:lnSpc>
                </a:pPr>
                <a:r>
                  <a:rPr lang="en-US" altLang="en-US" dirty="0"/>
                  <a:t>Total expenditure divided by quantity.  A.k.a., “net price”</a:t>
                </a:r>
              </a:p>
              <a:p>
                <a:pPr marL="457200" lvl="1" indent="0" eaLnBrk="1" hangingPunct="1">
                  <a:lnSpc>
                    <a:spcPct val="80000"/>
                  </a:lnSpc>
                  <a:buNone/>
                </a:pPr>
                <a:endParaRPr lang="en-US" altLang="en-US" dirty="0"/>
              </a:p>
              <a:p>
                <a:pPr eaLnBrk="1" hangingPunct="1">
                  <a:lnSpc>
                    <a:spcPct val="80000"/>
                  </a:lnSpc>
                </a:pPr>
                <a:r>
                  <a:rPr lang="en-US" altLang="en-US" dirty="0"/>
                  <a:t>Marginal price </a:t>
                </a:r>
                <a:r>
                  <a:rPr lang="en-US" altLang="en-US" i="1" dirty="0"/>
                  <a:t>m</a:t>
                </a:r>
                <a:r>
                  <a:rPr lang="en-US" altLang="en-US" dirty="0"/>
                  <a:t> &lt; </a:t>
                </a:r>
                <a:r>
                  <a:rPr lang="en-US" altLang="en-US" i="1" dirty="0"/>
                  <a:t>p</a:t>
                </a:r>
                <a:r>
                  <a:rPr lang="en-US" altLang="en-US" dirty="0"/>
                  <a:t> &lt; 1</a:t>
                </a:r>
              </a:p>
              <a:p>
                <a:pPr lvl="1" eaLnBrk="1" hangingPunct="1">
                  <a:lnSpc>
                    <a:spcPct val="80000"/>
                  </a:lnSpc>
                </a:pPr>
                <a:r>
                  <a:rPr lang="en-US" altLang="en-US" dirty="0"/>
                  <a:t>Equals social marginal cost inclusive of cooperation</a:t>
                </a:r>
              </a:p>
              <a:p>
                <a:pPr eaLnBrk="1" hangingPunct="1">
                  <a:lnSpc>
                    <a:spcPct val="80000"/>
                  </a:lnSpc>
                </a:pPr>
                <a:endParaRPr lang="en-US" altLang="en-US" dirty="0"/>
              </a:p>
              <a:p>
                <a:pPr eaLnBrk="1" hangingPunct="1">
                  <a:lnSpc>
                    <a:spcPct val="80000"/>
                  </a:lnSpc>
                </a:pPr>
                <a:r>
                  <a:rPr lang="en-US" altLang="en-US" dirty="0"/>
                  <a:t>Social marginal cost w/o cooperation</a:t>
                </a:r>
              </a:p>
              <a:p>
                <a:pPr lvl="1" eaLnBrk="1" hangingPunct="1">
                  <a:lnSpc>
                    <a:spcPct val="80000"/>
                  </a:lnSpc>
                </a:pPr>
                <a14:m>
                  <m:oMath xmlns:m="http://schemas.openxmlformats.org/officeDocument/2006/math">
                    <m:r>
                      <a:rPr lang="en-US" altLang="en-US" b="0" i="1" dirty="0">
                        <a:latin typeface="Cambria Math" panose="02040503050406030204" pitchFamily="18" charset="0"/>
                      </a:rPr>
                      <m:t>1−</m:t>
                    </m:r>
                    <m:r>
                      <a:rPr lang="en-US" altLang="en-US" b="0" i="1" dirty="0">
                        <a:latin typeface="Cambria Math" panose="02040503050406030204" pitchFamily="18" charset="0"/>
                      </a:rPr>
                      <m:t>𝛿</m:t>
                    </m:r>
                    <m:r>
                      <a:rPr lang="en-US" altLang="en-US" b="0" i="1" dirty="0">
                        <a:latin typeface="Cambria Math" panose="02040503050406030204" pitchFamily="18" charset="0"/>
                      </a:rPr>
                      <m:t>&lt;</m:t>
                    </m:r>
                    <m:r>
                      <a:rPr lang="en-US" altLang="en-US" b="0" i="1" dirty="0">
                        <a:latin typeface="Cambria Math" panose="02040503050406030204" pitchFamily="18" charset="0"/>
                      </a:rPr>
                      <m:t>𝑚</m:t>
                    </m:r>
                    <m:r>
                      <a:rPr lang="en-US" altLang="en-US" b="0" i="1" dirty="0">
                        <a:latin typeface="Cambria Math" panose="02040503050406030204" pitchFamily="18" charset="0"/>
                      </a:rPr>
                      <m:t>&lt;</m:t>
                    </m:r>
                    <m:r>
                      <a:rPr lang="en-US" altLang="en-US" b="0" i="1" dirty="0">
                        <a:latin typeface="Cambria Math" panose="02040503050406030204" pitchFamily="18" charset="0"/>
                      </a:rPr>
                      <m:t>𝑝</m:t>
                    </m:r>
                    <m:r>
                      <a:rPr lang="en-US" altLang="en-US" b="0" i="1" dirty="0">
                        <a:latin typeface="Cambria Math" panose="02040503050406030204" pitchFamily="18" charset="0"/>
                      </a:rPr>
                      <m:t>&lt;1</m:t>
                    </m:r>
                  </m:oMath>
                </a14:m>
                <a:endParaRPr lang="en-US" altLang="en-US" dirty="0"/>
              </a:p>
              <a:p>
                <a:pPr marL="0" indent="0" eaLnBrk="1" hangingPunct="1">
                  <a:lnSpc>
                    <a:spcPct val="80000"/>
                  </a:lnSpc>
                  <a:buNone/>
                </a:pPr>
                <a:endParaRPr lang="en-US" altLang="en-US" dirty="0"/>
              </a:p>
            </p:txBody>
          </p:sp>
        </mc:Choice>
        <mc:Fallback xmlns="">
          <p:sp>
            <p:nvSpPr>
              <p:cNvPr id="18435" name="Rectangle 3"/>
              <p:cNvSpPr>
                <a:spLocks noGrp="1" noRot="1" noChangeAspect="1" noMove="1" noResize="1" noEditPoints="1" noAdjustHandles="1" noChangeArrowheads="1" noChangeShapeType="1" noTextEdit="1"/>
              </p:cNvSpPr>
              <p:nvPr>
                <p:ph type="body" idx="1"/>
              </p:nvPr>
            </p:nvSpPr>
            <p:spPr>
              <a:xfrm>
                <a:off x="0" y="914400"/>
                <a:ext cx="9144000" cy="4876800"/>
              </a:xfrm>
              <a:blipFill>
                <a:blip r:embed="rId3"/>
                <a:stretch>
                  <a:fillRect l="-1528" t="-3636" r="-1389" b="-14805"/>
                </a:stretch>
              </a:blipFill>
            </p:spPr>
            <p:txBody>
              <a:bodyPr/>
              <a:lstStyle/>
              <a:p>
                <a:r>
                  <a:rPr lang="en-US">
                    <a:noFill/>
                  </a:rPr>
                  <a:t> </a:t>
                </a:r>
              </a:p>
            </p:txBody>
          </p:sp>
        </mc:Fallback>
      </mc:AlternateContent>
    </p:spTree>
    <p:extLst>
      <p:ext uri="{BB962C8B-B14F-4D97-AF65-F5344CB8AC3E}">
        <p14:creationId xmlns:p14="http://schemas.microsoft.com/office/powerpoint/2010/main" val="4081739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4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1" name="TextBox 5">
            <a:extLst>
              <a:ext uri="{FF2B5EF4-FFF2-40B4-BE49-F238E27FC236}">
                <a16:creationId xmlns:a16="http://schemas.microsoft.com/office/drawing/2014/main" id="{38CDE208-05DC-ADEA-6551-661C1E58D404}"/>
              </a:ext>
            </a:extLst>
          </p:cNvPr>
          <p:cNvSpPr txBox="1"/>
          <p:nvPr/>
        </p:nvSpPr>
        <p:spPr>
          <a:xfrm>
            <a:off x="775734" y="3069311"/>
            <a:ext cx="111196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u="none" strike="noStrike" kern="1200" cap="none" spc="0" normalizeH="0" baseline="0" noProof="0">
                <a:ln>
                  <a:noFill/>
                </a:ln>
                <a:solidFill>
                  <a:schemeClr val="tx1"/>
                </a:solidFill>
                <a:effectLst/>
                <a:uLnTx/>
                <a:uFillTx/>
                <a:ea typeface="+mn-ea"/>
                <a:cs typeface="+mn-cs"/>
              </a:rPr>
              <a:t>net price</a:t>
            </a:r>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p:sp>
        <p:nvSpPr>
          <p:cNvPr id="18" name="Line 12">
            <a:extLst>
              <a:ext uri="{FF2B5EF4-FFF2-40B4-BE49-F238E27FC236}">
                <a16:creationId xmlns:a16="http://schemas.microsoft.com/office/drawing/2014/main" id="{EA5931E0-6875-FE3B-8E12-6588554E85A3}"/>
              </a:ext>
            </a:extLst>
          </p:cNvPr>
          <p:cNvSpPr>
            <a:spLocks noChangeShapeType="1"/>
          </p:cNvSpPr>
          <p:nvPr/>
        </p:nvSpPr>
        <p:spPr bwMode="auto">
          <a:xfrm flipV="1">
            <a:off x="1939290" y="4028491"/>
            <a:ext cx="4640086" cy="1058"/>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07859" y="460915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id="{972645DE-049C-934B-A38D-84E2F192E243}"/>
              </a:ext>
            </a:extLst>
          </p:cNvPr>
          <p:cNvSpPr>
            <a:spLocks noChangeShapeType="1"/>
          </p:cNvSpPr>
          <p:nvPr/>
        </p:nvSpPr>
        <p:spPr bwMode="auto">
          <a:xfrm flipH="1" flipV="1">
            <a:off x="5610143" y="2626197"/>
            <a:ext cx="2447" cy="3497563"/>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3.  Equilibrium cooperation</a:t>
            </a:r>
            <a:br>
              <a:rPr lang="en-US" sz="3600" dirty="0"/>
            </a:br>
            <a:r>
              <a:rPr lang="en-US" sz="2400" dirty="0"/>
              <a:t>(positive externality, with cooperation costs)</a:t>
            </a:r>
            <a:endParaRPr lang="en-US" sz="3600" dirty="0"/>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711778" y="2339583"/>
            <a:ext cx="4552655" cy="249834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 name="connsiteX0" fmla="*/ 0 w 3364134"/>
              <a:gd name="connsiteY0" fmla="*/ 0 h 2305899"/>
              <a:gd name="connsiteX1" fmla="*/ 1754733 w 3364134"/>
              <a:gd name="connsiteY1" fmla="*/ 1065696 h 2305899"/>
              <a:gd name="connsiteX2" fmla="*/ 3364134 w 3364134"/>
              <a:gd name="connsiteY2" fmla="*/ 2305899 h 2305899"/>
            </a:gdLst>
            <a:ahLst/>
            <a:cxnLst>
              <a:cxn ang="0">
                <a:pos x="connsiteX0" y="connsiteY0"/>
              </a:cxn>
              <a:cxn ang="0">
                <a:pos x="connsiteX1" y="connsiteY1"/>
              </a:cxn>
              <a:cxn ang="0">
                <a:pos x="connsiteX2" y="connsiteY2"/>
              </a:cxn>
            </a:cxnLst>
            <a:rect l="l" t="t" r="r" b="b"/>
            <a:pathLst>
              <a:path w="3364134" h="2305899">
                <a:moveTo>
                  <a:pt x="0" y="0"/>
                </a:moveTo>
                <a:cubicBezTo>
                  <a:pt x="354332" y="207265"/>
                  <a:pt x="1251733" y="775820"/>
                  <a:pt x="1754733" y="1065696"/>
                </a:cubicBezTo>
                <a:cubicBezTo>
                  <a:pt x="2257733" y="1355572"/>
                  <a:pt x="2908201" y="1921482"/>
                  <a:pt x="3364134" y="2305899"/>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1981186" y="1286324"/>
                <a:ext cx="326656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1981186" y="1286324"/>
                <a:ext cx="3266568" cy="461665"/>
              </a:xfrm>
              <a:prstGeom prst="rect">
                <a:avLst/>
              </a:prstGeom>
              <a:blipFill>
                <a:blip r:embed="rId3"/>
                <a:stretch>
                  <a:fillRect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1035034" y="2482649"/>
                <a:ext cx="129550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1035034" y="2482649"/>
                <a:ext cx="129550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id="{8EF45E06-B1B2-2A49-BDF7-E740A1DE6357}"/>
                  </a:ext>
                </a:extLst>
              </p:cNvPr>
              <p:cNvSpPr txBox="1"/>
              <p:nvPr/>
            </p:nvSpPr>
            <p:spPr>
              <a:xfrm>
                <a:off x="4879209" y="6145942"/>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4879209" y="6145942"/>
                <a:ext cx="1611509" cy="362984"/>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209876" y="4417538"/>
                <a:ext cx="757308"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𝛿</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209876" y="4417538"/>
                <a:ext cx="757308" cy="362984"/>
              </a:xfrm>
              <a:prstGeom prst="rect">
                <a:avLst/>
              </a:prstGeom>
              <a:blipFill>
                <a:blip r:embed="rId6"/>
                <a:stretch>
                  <a:fillRect/>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6386353" y="3490248"/>
            <a:ext cx="232777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mc:AlternateContent xmlns:mc="http://schemas.openxmlformats.org/markup-compatibility/2006" xmlns:a14="http://schemas.microsoft.com/office/drawing/2010/main">
        <mc:Choice Requires="a14">
          <p:sp>
            <p:nvSpPr>
              <p:cNvPr id="4" name="TextBox 5">
                <a:extLst>
                  <a:ext uri="{FF2B5EF4-FFF2-40B4-BE49-F238E27FC236}">
                    <a16:creationId xmlns:a16="http://schemas.microsoft.com/office/drawing/2014/main" id="{541A3B7C-4C14-6900-6A7A-2C97718D2164}"/>
                  </a:ext>
                </a:extLst>
              </p:cNvPr>
              <p:cNvSpPr txBox="1"/>
              <p:nvPr/>
            </p:nvSpPr>
            <p:spPr>
              <a:xfrm>
                <a:off x="3710551" y="6181835"/>
                <a:ext cx="12551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𝑢</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4" name="TextBox 5">
                <a:extLst>
                  <a:ext uri="{FF2B5EF4-FFF2-40B4-BE49-F238E27FC236}">
                    <a16:creationId xmlns:a16="http://schemas.microsoft.com/office/drawing/2014/main" id="{541A3B7C-4C14-6900-6A7A-2C97718D2164}"/>
                  </a:ext>
                </a:extLst>
              </p:cNvPr>
              <p:cNvSpPr txBox="1">
                <a:spLocks noRot="1" noChangeAspect="1" noMove="1" noResize="1" noEditPoints="1" noAdjustHandles="1" noChangeArrowheads="1" noChangeShapeType="1" noTextEdit="1"/>
              </p:cNvSpPr>
              <p:nvPr/>
            </p:nvSpPr>
            <p:spPr>
              <a:xfrm>
                <a:off x="3710551" y="6181835"/>
                <a:ext cx="1255181" cy="362984"/>
              </a:xfrm>
              <a:prstGeom prst="rect">
                <a:avLst/>
              </a:prstGeom>
              <a:blipFill>
                <a:blip r:embed="rId7"/>
                <a:stretch>
                  <a:fillRect b="-16667"/>
                </a:stretch>
              </a:blipFill>
            </p:spPr>
            <p:txBody>
              <a:bodyPr/>
              <a:lstStyle/>
              <a:p>
                <a:r>
                  <a:rPr lang="en-US">
                    <a:noFill/>
                  </a:rPr>
                  <a:t> </a:t>
                </a:r>
              </a:p>
            </p:txBody>
          </p:sp>
        </mc:Fallback>
      </mc:AlternateContent>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5963255" y="1934117"/>
            <a:ext cx="1552910"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p:sp>
        <p:nvSpPr>
          <p:cNvPr id="10" name="Line 12">
            <a:extLst>
              <a:ext uri="{FF2B5EF4-FFF2-40B4-BE49-F238E27FC236}">
                <a16:creationId xmlns:a16="http://schemas.microsoft.com/office/drawing/2014/main" id="{39D0877C-FD04-792F-4FD3-16F39243BCE3}"/>
              </a:ext>
            </a:extLst>
          </p:cNvPr>
          <p:cNvSpPr>
            <a:spLocks noChangeShapeType="1"/>
          </p:cNvSpPr>
          <p:nvPr/>
        </p:nvSpPr>
        <p:spPr bwMode="auto">
          <a:xfrm flipH="1" flipV="1">
            <a:off x="4180404" y="2632938"/>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3" name="Freeform 12">
            <a:extLst>
              <a:ext uri="{FF2B5EF4-FFF2-40B4-BE49-F238E27FC236}">
                <a16:creationId xmlns:a16="http://schemas.microsoft.com/office/drawing/2014/main" id="{D4B03FBF-D8F1-3FE2-3A51-DE3531865B02}"/>
              </a:ext>
            </a:extLst>
          </p:cNvPr>
          <p:cNvSpPr/>
          <p:nvPr/>
        </p:nvSpPr>
        <p:spPr>
          <a:xfrm>
            <a:off x="2164205" y="2677835"/>
            <a:ext cx="4426948" cy="867612"/>
          </a:xfrm>
          <a:custGeom>
            <a:avLst/>
            <a:gdLst>
              <a:gd name="connsiteX0" fmla="*/ 0 w 3759200"/>
              <a:gd name="connsiteY0" fmla="*/ 2262160 h 2262160"/>
              <a:gd name="connsiteX1" fmla="*/ 158044 w 3759200"/>
              <a:gd name="connsiteY1" fmla="*/ 1370338 h 2262160"/>
              <a:gd name="connsiteX2" fmla="*/ 440266 w 3759200"/>
              <a:gd name="connsiteY2" fmla="*/ 602693 h 2262160"/>
              <a:gd name="connsiteX3" fmla="*/ 812800 w 3759200"/>
              <a:gd name="connsiteY3" fmla="*/ 128560 h 2262160"/>
              <a:gd name="connsiteX4" fmla="*/ 1320800 w 3759200"/>
              <a:gd name="connsiteY4" fmla="*/ 4382 h 2262160"/>
              <a:gd name="connsiteX5" fmla="*/ 1738489 w 3759200"/>
              <a:gd name="connsiteY5" fmla="*/ 49538 h 2262160"/>
              <a:gd name="connsiteX6" fmla="*/ 2415822 w 3759200"/>
              <a:gd name="connsiteY6" fmla="*/ 252738 h 2262160"/>
              <a:gd name="connsiteX7" fmla="*/ 3759200 w 3759200"/>
              <a:gd name="connsiteY7" fmla="*/ 738160 h 2262160"/>
              <a:gd name="connsiteX0" fmla="*/ 0 w 2811796"/>
              <a:gd name="connsiteY0" fmla="*/ 2262160 h 2262160"/>
              <a:gd name="connsiteX1" fmla="*/ 158044 w 2811796"/>
              <a:gd name="connsiteY1" fmla="*/ 1370338 h 2262160"/>
              <a:gd name="connsiteX2" fmla="*/ 440266 w 2811796"/>
              <a:gd name="connsiteY2" fmla="*/ 602693 h 2262160"/>
              <a:gd name="connsiteX3" fmla="*/ 812800 w 2811796"/>
              <a:gd name="connsiteY3" fmla="*/ 128560 h 2262160"/>
              <a:gd name="connsiteX4" fmla="*/ 1320800 w 2811796"/>
              <a:gd name="connsiteY4" fmla="*/ 4382 h 2262160"/>
              <a:gd name="connsiteX5" fmla="*/ 1738489 w 2811796"/>
              <a:gd name="connsiteY5" fmla="*/ 49538 h 2262160"/>
              <a:gd name="connsiteX6" fmla="*/ 2415822 w 2811796"/>
              <a:gd name="connsiteY6" fmla="*/ 252738 h 2262160"/>
              <a:gd name="connsiteX7" fmla="*/ 2811796 w 2811796"/>
              <a:gd name="connsiteY7" fmla="*/ 381557 h 2262160"/>
              <a:gd name="connsiteX0" fmla="*/ 0 w 2653752"/>
              <a:gd name="connsiteY0" fmla="*/ 1370338 h 1370339"/>
              <a:gd name="connsiteX1" fmla="*/ 282222 w 2653752"/>
              <a:gd name="connsiteY1" fmla="*/ 602693 h 1370339"/>
              <a:gd name="connsiteX2" fmla="*/ 654756 w 2653752"/>
              <a:gd name="connsiteY2" fmla="*/ 128560 h 1370339"/>
              <a:gd name="connsiteX3" fmla="*/ 1162756 w 2653752"/>
              <a:gd name="connsiteY3" fmla="*/ 4382 h 1370339"/>
              <a:gd name="connsiteX4" fmla="*/ 1580445 w 2653752"/>
              <a:gd name="connsiteY4" fmla="*/ 49538 h 1370339"/>
              <a:gd name="connsiteX5" fmla="*/ 2257778 w 2653752"/>
              <a:gd name="connsiteY5" fmla="*/ 252738 h 1370339"/>
              <a:gd name="connsiteX6" fmla="*/ 2653752 w 2653752"/>
              <a:gd name="connsiteY6" fmla="*/ 381557 h 137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3752" h="1370339">
                <a:moveTo>
                  <a:pt x="0" y="1370338"/>
                </a:moveTo>
                <a:cubicBezTo>
                  <a:pt x="73378" y="1093760"/>
                  <a:pt x="173096" y="809656"/>
                  <a:pt x="282222" y="602693"/>
                </a:cubicBezTo>
                <a:cubicBezTo>
                  <a:pt x="391348" y="395730"/>
                  <a:pt x="508000" y="228278"/>
                  <a:pt x="654756" y="128560"/>
                </a:cubicBezTo>
                <a:cubicBezTo>
                  <a:pt x="801512" y="28842"/>
                  <a:pt x="1008475" y="17552"/>
                  <a:pt x="1162756" y="4382"/>
                </a:cubicBezTo>
                <a:cubicBezTo>
                  <a:pt x="1317037" y="-8788"/>
                  <a:pt x="1397941" y="8145"/>
                  <a:pt x="1580445" y="49538"/>
                </a:cubicBezTo>
                <a:cubicBezTo>
                  <a:pt x="1762949" y="90931"/>
                  <a:pt x="1920993" y="137968"/>
                  <a:pt x="2257778" y="252738"/>
                </a:cubicBezTo>
                <a:cubicBezTo>
                  <a:pt x="2594563" y="367508"/>
                  <a:pt x="2150455" y="196231"/>
                  <a:pt x="2653752" y="381557"/>
                </a:cubicBezTo>
              </a:path>
            </a:pathLst>
          </a:cu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5">
            <a:extLst>
              <a:ext uri="{FF2B5EF4-FFF2-40B4-BE49-F238E27FC236}">
                <a16:creationId xmlns:a16="http://schemas.microsoft.com/office/drawing/2014/main" id="{63ABFD6E-8A4A-B14F-0034-141887AA4B2E}"/>
              </a:ext>
            </a:extLst>
          </p:cNvPr>
          <p:cNvSpPr txBox="1"/>
          <p:nvPr/>
        </p:nvSpPr>
        <p:spPr>
          <a:xfrm>
            <a:off x="4086112" y="2239861"/>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22" name="TextBox 5">
            <a:extLst>
              <a:ext uri="{FF2B5EF4-FFF2-40B4-BE49-F238E27FC236}">
                <a16:creationId xmlns:a16="http://schemas.microsoft.com/office/drawing/2014/main" id="{B273E429-4A99-CE77-B349-0DE2DF0136B6}"/>
              </a:ext>
            </a:extLst>
          </p:cNvPr>
          <p:cNvSpPr txBox="1"/>
          <p:nvPr/>
        </p:nvSpPr>
        <p:spPr>
          <a:xfrm>
            <a:off x="5580541" y="3306888"/>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2</a:t>
            </a:r>
          </a:p>
        </p:txBody>
      </p:sp>
      <p:sp>
        <p:nvSpPr>
          <p:cNvPr id="27" name="TextBox 5">
            <a:extLst>
              <a:ext uri="{FF2B5EF4-FFF2-40B4-BE49-F238E27FC236}">
                <a16:creationId xmlns:a16="http://schemas.microsoft.com/office/drawing/2014/main" id="{CC98C9D7-BC3C-8D1C-5B4A-C170A1A653DE}"/>
              </a:ext>
            </a:extLst>
          </p:cNvPr>
          <p:cNvSpPr txBox="1"/>
          <p:nvPr/>
        </p:nvSpPr>
        <p:spPr>
          <a:xfrm>
            <a:off x="2219100" y="2132869"/>
            <a:ext cx="155291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FF"/>
                </a:solidFill>
                <a:effectLst/>
                <a:uLnTx/>
                <a:uFillTx/>
                <a:latin typeface="Times New Roman"/>
                <a:ea typeface="+mn-ea"/>
                <a:cs typeface="+mn-cs"/>
              </a:rPr>
              <a:t>Iso-others</a:t>
            </a:r>
          </a:p>
        </p:txBody>
      </p:sp>
      <p:sp>
        <p:nvSpPr>
          <p:cNvPr id="29" name="TextBox 5">
            <a:extLst>
              <a:ext uri="{FF2B5EF4-FFF2-40B4-BE49-F238E27FC236}">
                <a16:creationId xmlns:a16="http://schemas.microsoft.com/office/drawing/2014/main" id="{3544750D-7C25-7FFB-29B5-75025A6F582C}"/>
              </a:ext>
            </a:extLst>
          </p:cNvPr>
          <p:cNvSpPr txBox="1"/>
          <p:nvPr/>
        </p:nvSpPr>
        <p:spPr>
          <a:xfrm>
            <a:off x="6644520" y="2668035"/>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Times New Roman"/>
                <a:ea typeface="+mn-ea"/>
                <a:cs typeface="+mn-cs"/>
              </a:rPr>
              <a:t>Consumer indifference</a:t>
            </a:r>
          </a:p>
        </p:txBody>
      </p:sp>
      <p:sp>
        <p:nvSpPr>
          <p:cNvPr id="30" name="Freeform 29">
            <a:extLst>
              <a:ext uri="{FF2B5EF4-FFF2-40B4-BE49-F238E27FC236}">
                <a16:creationId xmlns:a16="http://schemas.microsoft.com/office/drawing/2014/main" id="{8DDE63C7-12C9-3458-9EC8-F85F65D26115}"/>
              </a:ext>
            </a:extLst>
          </p:cNvPr>
          <p:cNvSpPr/>
          <p:nvPr/>
        </p:nvSpPr>
        <p:spPr>
          <a:xfrm rot="14102417">
            <a:off x="3877975" y="1925037"/>
            <a:ext cx="2528868" cy="1848569"/>
          </a:xfrm>
          <a:custGeom>
            <a:avLst/>
            <a:gdLst>
              <a:gd name="connsiteX0" fmla="*/ 0 w 2178756"/>
              <a:gd name="connsiteY0" fmla="*/ 1332089 h 1332089"/>
              <a:gd name="connsiteX1" fmla="*/ 903111 w 2178756"/>
              <a:gd name="connsiteY1" fmla="*/ 688622 h 1332089"/>
              <a:gd name="connsiteX2" fmla="*/ 1851378 w 2178756"/>
              <a:gd name="connsiteY2" fmla="*/ 158044 h 1332089"/>
              <a:gd name="connsiteX3" fmla="*/ 2178756 w 2178756"/>
              <a:gd name="connsiteY3" fmla="*/ 0 h 1332089"/>
              <a:gd name="connsiteX0" fmla="*/ 0 w 2359378"/>
              <a:gd name="connsiteY0" fmla="*/ 1467556 h 1467556"/>
              <a:gd name="connsiteX1" fmla="*/ 1083733 w 2359378"/>
              <a:gd name="connsiteY1" fmla="*/ 688622 h 1467556"/>
              <a:gd name="connsiteX2" fmla="*/ 2032000 w 2359378"/>
              <a:gd name="connsiteY2" fmla="*/ 158044 h 1467556"/>
              <a:gd name="connsiteX3" fmla="*/ 2359378 w 2359378"/>
              <a:gd name="connsiteY3" fmla="*/ 0 h 1467556"/>
              <a:gd name="connsiteX0" fmla="*/ 0 w 2359378"/>
              <a:gd name="connsiteY0" fmla="*/ 1467556 h 1467556"/>
              <a:gd name="connsiteX1" fmla="*/ 959555 w 2359378"/>
              <a:gd name="connsiteY1" fmla="*/ 733778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59378"/>
              <a:gd name="connsiteY0" fmla="*/ 1467556 h 1467556"/>
              <a:gd name="connsiteX1" fmla="*/ 880533 w 2359378"/>
              <a:gd name="connsiteY1" fmla="*/ 666045 h 1467556"/>
              <a:gd name="connsiteX2" fmla="*/ 2032000 w 2359378"/>
              <a:gd name="connsiteY2" fmla="*/ 158044 h 1467556"/>
              <a:gd name="connsiteX3" fmla="*/ 2359378 w 2359378"/>
              <a:gd name="connsiteY3" fmla="*/ 0 h 1467556"/>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2009422 w 2336800"/>
              <a:gd name="connsiteY2" fmla="*/ 158044 h 1546578"/>
              <a:gd name="connsiteX3" fmla="*/ 2336800 w 2336800"/>
              <a:gd name="connsiteY3" fmla="*/ 0 h 1546578"/>
              <a:gd name="connsiteX0" fmla="*/ 0 w 2336800"/>
              <a:gd name="connsiteY0" fmla="*/ 1546578 h 1546578"/>
              <a:gd name="connsiteX1" fmla="*/ 857955 w 2336800"/>
              <a:gd name="connsiteY1" fmla="*/ 666045 h 1546578"/>
              <a:gd name="connsiteX2" fmla="*/ 1885244 w 2336800"/>
              <a:gd name="connsiteY2" fmla="*/ 169333 h 1546578"/>
              <a:gd name="connsiteX3" fmla="*/ 2336800 w 2336800"/>
              <a:gd name="connsiteY3" fmla="*/ 0 h 1546578"/>
              <a:gd name="connsiteX0" fmla="*/ 0 w 2596746"/>
              <a:gd name="connsiteY0" fmla="*/ 1829720 h 1829720"/>
              <a:gd name="connsiteX1" fmla="*/ 1117901 w 2596746"/>
              <a:gd name="connsiteY1" fmla="*/ 666045 h 1829720"/>
              <a:gd name="connsiteX2" fmla="*/ 2145190 w 2596746"/>
              <a:gd name="connsiteY2" fmla="*/ 169333 h 1829720"/>
              <a:gd name="connsiteX3" fmla="*/ 2596746 w 2596746"/>
              <a:gd name="connsiteY3" fmla="*/ 0 h 1829720"/>
              <a:gd name="connsiteX0" fmla="*/ 0 w 2528868"/>
              <a:gd name="connsiteY0" fmla="*/ 1848569 h 1848569"/>
              <a:gd name="connsiteX1" fmla="*/ 1050023 w 2528868"/>
              <a:gd name="connsiteY1" fmla="*/ 666045 h 1848569"/>
              <a:gd name="connsiteX2" fmla="*/ 2077312 w 2528868"/>
              <a:gd name="connsiteY2" fmla="*/ 169333 h 1848569"/>
              <a:gd name="connsiteX3" fmla="*/ 2528868 w 2528868"/>
              <a:gd name="connsiteY3" fmla="*/ 0 h 1848569"/>
              <a:gd name="connsiteX0" fmla="*/ 0 w 2528868"/>
              <a:gd name="connsiteY0" fmla="*/ 1848569 h 1848569"/>
              <a:gd name="connsiteX1" fmla="*/ 1050023 w 2528868"/>
              <a:gd name="connsiteY1" fmla="*/ 666045 h 1848569"/>
              <a:gd name="connsiteX2" fmla="*/ 2077312 w 2528868"/>
              <a:gd name="connsiteY2" fmla="*/ 169333 h 1848569"/>
              <a:gd name="connsiteX3" fmla="*/ 2528868 w 2528868"/>
              <a:gd name="connsiteY3" fmla="*/ 0 h 1848569"/>
            </a:gdLst>
            <a:ahLst/>
            <a:cxnLst>
              <a:cxn ang="0">
                <a:pos x="connsiteX0" y="connsiteY0"/>
              </a:cxn>
              <a:cxn ang="0">
                <a:pos x="connsiteX1" y="connsiteY1"/>
              </a:cxn>
              <a:cxn ang="0">
                <a:pos x="connsiteX2" y="connsiteY2"/>
              </a:cxn>
              <a:cxn ang="0">
                <a:pos x="connsiteX3" y="connsiteY3"/>
              </a:cxn>
            </a:cxnLst>
            <a:rect l="l" t="t" r="r" b="b"/>
            <a:pathLst>
              <a:path w="2528868" h="1848569">
                <a:moveTo>
                  <a:pt x="0" y="1848569"/>
                </a:moveTo>
                <a:cubicBezTo>
                  <a:pt x="156439" y="1554110"/>
                  <a:pt x="703804" y="945918"/>
                  <a:pt x="1050023" y="666045"/>
                </a:cubicBezTo>
                <a:cubicBezTo>
                  <a:pt x="1396242" y="386172"/>
                  <a:pt x="1864705" y="284103"/>
                  <a:pt x="2077312" y="169333"/>
                </a:cubicBezTo>
                <a:cubicBezTo>
                  <a:pt x="2289919" y="54563"/>
                  <a:pt x="2471482" y="21637"/>
                  <a:pt x="2528868" y="0"/>
                </a:cubicBezTo>
              </a:path>
            </a:pathLst>
          </a:cu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1CA5CCC9-3273-8555-E349-980C951BDC41}"/>
              </a:ext>
            </a:extLst>
          </p:cNvPr>
          <p:cNvSpPr>
            <a:spLocks noChangeArrowheads="1"/>
          </p:cNvSpPr>
          <p:nvPr/>
        </p:nvSpPr>
        <p:spPr bwMode="auto">
          <a:xfrm>
            <a:off x="5534564" y="3212892"/>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6" name="Line 12">
            <a:extLst>
              <a:ext uri="{FF2B5EF4-FFF2-40B4-BE49-F238E27FC236}">
                <a16:creationId xmlns:a16="http://schemas.microsoft.com/office/drawing/2014/main" id="{A42A7B91-F6F8-8611-841C-DCEB071F3D50}"/>
              </a:ext>
            </a:extLst>
          </p:cNvPr>
          <p:cNvSpPr>
            <a:spLocks noChangeShapeType="1"/>
          </p:cNvSpPr>
          <p:nvPr/>
        </p:nvSpPr>
        <p:spPr bwMode="auto">
          <a:xfrm flipV="1">
            <a:off x="4183930" y="3705622"/>
            <a:ext cx="2270471" cy="890059"/>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21" name="TextBox 5">
                <a:extLst>
                  <a:ext uri="{FF2B5EF4-FFF2-40B4-BE49-F238E27FC236}">
                    <a16:creationId xmlns:a16="http://schemas.microsoft.com/office/drawing/2014/main" id="{E91550DE-19C5-54A7-1DA8-C210A47E9421}"/>
                  </a:ext>
                </a:extLst>
              </p:cNvPr>
              <p:cNvSpPr txBox="1"/>
              <p:nvPr/>
            </p:nvSpPr>
            <p:spPr>
              <a:xfrm>
                <a:off x="1223927" y="3830876"/>
                <a:ext cx="757308"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𝑚</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21" name="TextBox 5">
                <a:extLst>
                  <a:ext uri="{FF2B5EF4-FFF2-40B4-BE49-F238E27FC236}">
                    <a16:creationId xmlns:a16="http://schemas.microsoft.com/office/drawing/2014/main" id="{E91550DE-19C5-54A7-1DA8-C210A47E9421}"/>
                  </a:ext>
                </a:extLst>
              </p:cNvPr>
              <p:cNvSpPr txBox="1">
                <a:spLocks noRot="1" noChangeAspect="1" noMove="1" noResize="1" noEditPoints="1" noAdjustHandles="1" noChangeArrowheads="1" noChangeShapeType="1" noTextEdit="1"/>
              </p:cNvSpPr>
              <p:nvPr/>
            </p:nvSpPr>
            <p:spPr>
              <a:xfrm>
                <a:off x="1223927" y="3830876"/>
                <a:ext cx="757308" cy="362984"/>
              </a:xfrm>
              <a:prstGeom prst="rect">
                <a:avLst/>
              </a:prstGeom>
              <a:blipFill>
                <a:blip r:embed="rId8"/>
                <a:stretch>
                  <a:fillRect/>
                </a:stretch>
              </a:blipFill>
            </p:spPr>
            <p:txBody>
              <a:bodyPr/>
              <a:lstStyle/>
              <a:p>
                <a:r>
                  <a:rPr lang="en-US">
                    <a:noFill/>
                  </a:rPr>
                  <a:t> </a:t>
                </a:r>
              </a:p>
            </p:txBody>
          </p:sp>
        </mc:Fallback>
      </mc:AlternateContent>
      <p:sp>
        <p:nvSpPr>
          <p:cNvPr id="20" name="Oval 19">
            <a:extLst>
              <a:ext uri="{FF2B5EF4-FFF2-40B4-BE49-F238E27FC236}">
                <a16:creationId xmlns:a16="http://schemas.microsoft.com/office/drawing/2014/main" id="{3D15DBA0-F6E2-D099-327F-D2F35138FDDE}"/>
              </a:ext>
            </a:extLst>
          </p:cNvPr>
          <p:cNvSpPr>
            <a:spLocks noChangeArrowheads="1"/>
          </p:cNvSpPr>
          <p:nvPr/>
        </p:nvSpPr>
        <p:spPr bwMode="auto">
          <a:xfrm>
            <a:off x="4106933" y="2594514"/>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2" name="Line 12">
            <a:extLst>
              <a:ext uri="{FF2B5EF4-FFF2-40B4-BE49-F238E27FC236}">
                <a16:creationId xmlns:a16="http://schemas.microsoft.com/office/drawing/2014/main" id="{FA0EF7D7-3928-FCE2-A682-5821A3C65432}"/>
              </a:ext>
            </a:extLst>
          </p:cNvPr>
          <p:cNvSpPr>
            <a:spLocks noChangeShapeType="1"/>
          </p:cNvSpPr>
          <p:nvPr/>
        </p:nvSpPr>
        <p:spPr bwMode="auto">
          <a:xfrm flipV="1">
            <a:off x="1906350" y="3289233"/>
            <a:ext cx="3735842" cy="1057"/>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4" name="Rectangle 33">
            <a:extLst>
              <a:ext uri="{FF2B5EF4-FFF2-40B4-BE49-F238E27FC236}">
                <a16:creationId xmlns:a16="http://schemas.microsoft.com/office/drawing/2014/main" id="{435EC2C1-8C04-B706-0FAF-B49A2196C5EF}"/>
              </a:ext>
            </a:extLst>
          </p:cNvPr>
          <p:cNvSpPr/>
          <p:nvPr/>
        </p:nvSpPr>
        <p:spPr>
          <a:xfrm>
            <a:off x="775734" y="3069311"/>
            <a:ext cx="1053066" cy="369332"/>
          </a:xfrm>
          <a:prstGeom prst="rect">
            <a:avLst/>
          </a:pr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A7E813A-3C99-6D4B-4162-85F98113D44C}"/>
              </a:ext>
            </a:extLst>
          </p:cNvPr>
          <p:cNvSpPr/>
          <p:nvPr/>
        </p:nvSpPr>
        <p:spPr>
          <a:xfrm>
            <a:off x="1296263" y="3827702"/>
            <a:ext cx="547757" cy="369332"/>
          </a:xfrm>
          <a:prstGeom prst="rect">
            <a:avLst/>
          </a:pr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489275E-4287-3783-2653-39856EB70FC1}"/>
              </a:ext>
            </a:extLst>
          </p:cNvPr>
          <p:cNvSpPr/>
          <p:nvPr/>
        </p:nvSpPr>
        <p:spPr>
          <a:xfrm>
            <a:off x="1207764" y="4417538"/>
            <a:ext cx="634771" cy="369332"/>
          </a:xfrm>
          <a:prstGeom prst="rect">
            <a:avLst/>
          </a:pr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FCFE09C-F8CD-0F31-CDC1-8C9BC5EBB6CF}"/>
              </a:ext>
            </a:extLst>
          </p:cNvPr>
          <p:cNvSpPr/>
          <p:nvPr/>
        </p:nvSpPr>
        <p:spPr>
          <a:xfrm>
            <a:off x="6127859" y="1983708"/>
            <a:ext cx="1264301" cy="625541"/>
          </a:xfrm>
          <a:prstGeom prst="rect">
            <a:avLst/>
          </a:pr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0214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dirty="0"/>
              <a:t>Prices created by volume discounts</a:t>
            </a:r>
          </a:p>
        </p:txBody>
      </p:sp>
      <mc:AlternateContent xmlns:mc="http://schemas.openxmlformats.org/markup-compatibility/2006" xmlns:a14="http://schemas.microsoft.com/office/drawing/2010/main">
        <mc:Choice Requires="a14">
          <p:sp>
            <p:nvSpPr>
              <p:cNvPr id="18435" name="Rectangle 3"/>
              <p:cNvSpPr>
                <a:spLocks noGrp="1" noChangeArrowheads="1"/>
              </p:cNvSpPr>
              <p:nvPr>
                <p:ph type="body" idx="1"/>
              </p:nvPr>
            </p:nvSpPr>
            <p:spPr>
              <a:xfrm>
                <a:off x="0" y="762000"/>
                <a:ext cx="9144000" cy="4876800"/>
              </a:xfrm>
            </p:spPr>
            <p:txBody>
              <a:bodyPr/>
              <a:lstStyle/>
              <a:p>
                <a:pPr eaLnBrk="1" hangingPunct="1">
                  <a:lnSpc>
                    <a:spcPct val="80000"/>
                  </a:lnSpc>
                </a:pPr>
                <a:r>
                  <a:rPr lang="en-US" altLang="en-US" dirty="0"/>
                  <a:t>Volume discount implemented with a rebate tied to quantity purchased</a:t>
                </a:r>
              </a:p>
              <a:p>
                <a:pPr lvl="1" eaLnBrk="1" hangingPunct="1">
                  <a:lnSpc>
                    <a:spcPct val="80000"/>
                  </a:lnSpc>
                </a:pPr>
                <a:r>
                  <a:rPr lang="en-US" altLang="en-US" i="1" dirty="0"/>
                  <a:t>r</a:t>
                </a:r>
                <a:r>
                  <a:rPr lang="en-US" altLang="en-US" dirty="0"/>
                  <a:t>(</a:t>
                </a:r>
                <a:r>
                  <a:rPr lang="en-US" altLang="en-US" i="1" dirty="0"/>
                  <a:t>q</a:t>
                </a:r>
                <a:r>
                  <a:rPr lang="en-US" altLang="en-US" dirty="0"/>
                  <a:t>) &gt; 0, with </a:t>
                </a:r>
                <a14:m>
                  <m:oMath xmlns:m="http://schemas.openxmlformats.org/officeDocument/2006/math">
                    <m:sSup>
                      <m:sSupPr>
                        <m:ctrlPr>
                          <a:rPr lang="en-US" altLang="en-US" b="0" i="1" dirty="0">
                            <a:latin typeface="Cambria Math" panose="02040503050406030204" pitchFamily="18" charset="0"/>
                          </a:rPr>
                        </m:ctrlPr>
                      </m:sSupPr>
                      <m:e>
                        <m:r>
                          <a:rPr lang="en-US" altLang="en-US" b="0" i="1" dirty="0">
                            <a:latin typeface="Cambria Math" panose="02040503050406030204" pitchFamily="18" charset="0"/>
                          </a:rPr>
                          <m:t>𝑟</m:t>
                        </m:r>
                      </m:e>
                      <m:sup>
                        <m:r>
                          <a:rPr lang="en-US" altLang="en-US" b="0" i="1" dirty="0">
                            <a:latin typeface="Cambria Math" panose="02040503050406030204" pitchFamily="18" charset="0"/>
                          </a:rPr>
                          <m:t>′</m:t>
                        </m:r>
                      </m:sup>
                    </m:sSup>
                    <m:d>
                      <m:dPr>
                        <m:ctrlPr>
                          <a:rPr lang="en-US" altLang="en-US" b="0" i="1" dirty="0">
                            <a:latin typeface="Cambria Math" panose="02040503050406030204" pitchFamily="18" charset="0"/>
                          </a:rPr>
                        </m:ctrlPr>
                      </m:dPr>
                      <m:e>
                        <m:r>
                          <a:rPr lang="en-US" altLang="en-US" b="0" i="1" dirty="0">
                            <a:latin typeface="Cambria Math" panose="02040503050406030204" pitchFamily="18" charset="0"/>
                          </a:rPr>
                          <m:t>𝑞</m:t>
                        </m:r>
                      </m:e>
                    </m:d>
                    <m:r>
                      <a:rPr lang="en-US" altLang="en-US" b="0" i="1" dirty="0">
                        <a:latin typeface="Cambria Math" panose="02040503050406030204" pitchFamily="18" charset="0"/>
                      </a:rPr>
                      <m:t>&gt;0</m:t>
                    </m:r>
                  </m:oMath>
                </a14:m>
                <a:endParaRPr lang="en-US" altLang="en-US" dirty="0"/>
              </a:p>
              <a:p>
                <a:pPr lvl="1" eaLnBrk="1" hangingPunct="1">
                  <a:lnSpc>
                    <a:spcPct val="80000"/>
                  </a:lnSpc>
                </a:pPr>
                <a:r>
                  <a:rPr lang="en-US" altLang="en-US" dirty="0"/>
                  <a:t>For clarity, here private MC is denoted </a:t>
                </a:r>
                <a:r>
                  <a:rPr lang="en-US" altLang="en-US" i="1" dirty="0"/>
                  <a:t>L</a:t>
                </a:r>
                <a:r>
                  <a:rPr lang="en-US" altLang="en-US" dirty="0"/>
                  <a:t> rather than one</a:t>
                </a:r>
              </a:p>
              <a:p>
                <a:pPr marL="457200" lvl="1" indent="0" eaLnBrk="1" hangingPunct="1">
                  <a:lnSpc>
                    <a:spcPct val="80000"/>
                  </a:lnSpc>
                  <a:buNone/>
                </a:pPr>
                <a:endParaRPr lang="en-US" altLang="en-US" dirty="0"/>
              </a:p>
              <a:p>
                <a:pPr marL="457200" lvl="1" indent="0" eaLnBrk="1" hangingPunct="1">
                  <a:lnSpc>
                    <a:spcPct val="8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𝑛𝑒𝑡</m:t>
                      </m:r>
                      <m:r>
                        <a:rPr lang="en-US" i="1">
                          <a:latin typeface="Cambria Math" panose="02040503050406030204" pitchFamily="18" charset="0"/>
                        </a:rPr>
                        <m:t> </m:t>
                      </m:r>
                      <m:r>
                        <a:rPr lang="en-US" i="1">
                          <a:latin typeface="Cambria Math" panose="02040503050406030204" pitchFamily="18" charset="0"/>
                        </a:rPr>
                        <m:t>𝑝𝑟𝑖𝑐𝑒</m:t>
                      </m:r>
                      <m:r>
                        <a:rPr lang="en-US" i="1">
                          <a:latin typeface="Cambria Math" panose="02040503050406030204" pitchFamily="18" charset="0"/>
                        </a:rPr>
                        <m:t>∗</m:t>
                      </m:r>
                      <m:r>
                        <a:rPr lang="en-US" i="1">
                          <a:latin typeface="Cambria Math" panose="02040503050406030204" pitchFamily="18" charset="0"/>
                        </a:rPr>
                        <m:t>𝑞</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𝑞</m:t>
                              </m:r>
                            </m:e>
                          </m:d>
                        </m:e>
                      </m:d>
                      <m:r>
                        <a:rPr lang="en-US" i="1">
                          <a:latin typeface="Cambria Math" panose="02040503050406030204" pitchFamily="18" charset="0"/>
                        </a:rPr>
                        <m:t>𝐿𝑞</m:t>
                      </m:r>
                    </m:oMath>
                  </m:oMathPara>
                </a14:m>
                <a:endParaRPr lang="en-US" altLang="en-US" dirty="0"/>
              </a:p>
              <a:p>
                <a:pPr eaLnBrk="1" hangingPunct="1">
                  <a:lnSpc>
                    <a:spcPct val="80000"/>
                  </a:lnSpc>
                </a:pPr>
                <a:endParaRPr lang="en-US" altLang="en-US" dirty="0"/>
              </a:p>
              <a:p>
                <a:pPr marL="0" indent="0" eaLnBrk="1" hangingPunct="1">
                  <a:lnSpc>
                    <a:spcPct val="8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𝑑𝑞</m:t>
                          </m:r>
                        </m:den>
                      </m:f>
                      <m:d>
                        <m:dPr>
                          <m:begChr m:val="{"/>
                          <m:endChr m:val="}"/>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𝑞</m:t>
                                  </m:r>
                                </m:e>
                              </m:d>
                            </m:e>
                          </m:d>
                          <m:r>
                            <a:rPr lang="en-US" i="1">
                              <a:latin typeface="Cambria Math" panose="02040503050406030204" pitchFamily="18" charset="0"/>
                            </a:rPr>
                            <m:t>𝐿𝑞</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𝑞</m:t>
                              </m:r>
                            </m:e>
                          </m:d>
                        </m:e>
                      </m:d>
                      <m:r>
                        <a:rPr lang="en-US" i="1">
                          <a:latin typeface="Cambria Math" panose="02040503050406030204" pitchFamily="18" charset="0"/>
                        </a:rPr>
                        <m:t>𝐿</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𝑟</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𝑞</m:t>
                          </m:r>
                        </m:e>
                      </m:d>
                      <m:r>
                        <a:rPr lang="en-US" i="1">
                          <a:latin typeface="Cambria Math" panose="02040503050406030204" pitchFamily="18" charset="0"/>
                        </a:rPr>
                        <m:t>𝐿</m:t>
                      </m:r>
                      <m:r>
                        <a:rPr lang="en-US" b="0" i="1">
                          <a:latin typeface="Cambria Math" panose="02040503050406030204" pitchFamily="18" charset="0"/>
                        </a:rPr>
                        <m:t>𝑞</m:t>
                      </m:r>
                    </m:oMath>
                  </m:oMathPara>
                </a14:m>
                <a:endParaRPr lang="en-US" i="1" dirty="0"/>
              </a:p>
              <a:p>
                <a:pPr marL="0" indent="0" eaLnBrk="1" hangingPunct="1">
                  <a:lnSpc>
                    <a:spcPct val="80000"/>
                  </a:lnSpc>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𝑚</m:t>
                      </m:r>
                      <m:r>
                        <a:rPr lang="en-US" i="1">
                          <a:latin typeface="Cambria Math" panose="02040503050406030204" pitchFamily="18" charset="0"/>
                        </a:rPr>
                        <m:t>&lt;</m:t>
                      </m:r>
                      <m:d>
                        <m:dPr>
                          <m:begChr m:val="["/>
                          <m:endChr m:val="]"/>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𝑞</m:t>
                              </m:r>
                            </m:e>
                          </m:d>
                        </m:e>
                      </m:d>
                      <m:r>
                        <a:rPr lang="en-US" i="1">
                          <a:latin typeface="Cambria Math" panose="02040503050406030204" pitchFamily="18" charset="0"/>
                        </a:rPr>
                        <m:t>𝐿</m:t>
                      </m:r>
                      <m:r>
                        <a:rPr lang="en-US" i="1">
                          <a:latin typeface="Cambria Math" panose="02040503050406030204" pitchFamily="18" charset="0"/>
                        </a:rPr>
                        <m:t>&lt;</m:t>
                      </m:r>
                      <m:r>
                        <a:rPr lang="en-US" i="1">
                          <a:latin typeface="Cambria Math" panose="02040503050406030204" pitchFamily="18" charset="0"/>
                        </a:rPr>
                        <m:t>𝐿</m:t>
                      </m:r>
                    </m:oMath>
                  </m:oMathPara>
                </a14:m>
                <a:endParaRPr lang="en-US" altLang="en-US" dirty="0"/>
              </a:p>
              <a:p>
                <a:pPr eaLnBrk="1" hangingPunct="1">
                  <a:lnSpc>
                    <a:spcPct val="80000"/>
                  </a:lnSpc>
                </a:pPr>
                <a:endParaRPr lang="en-US" altLang="en-US" dirty="0"/>
              </a:p>
              <a:p>
                <a:pPr eaLnBrk="1" hangingPunct="1">
                  <a:lnSpc>
                    <a:spcPct val="80000"/>
                  </a:lnSpc>
                </a:pPr>
                <a:r>
                  <a:rPr lang="en-US" altLang="en-US" dirty="0"/>
                  <a:t>Exactly as Figure 3 predicts</a:t>
                </a:r>
              </a:p>
            </p:txBody>
          </p:sp>
        </mc:Choice>
        <mc:Fallback xmlns="">
          <p:sp>
            <p:nvSpPr>
              <p:cNvPr id="18435" name="Rectangle 3"/>
              <p:cNvSpPr>
                <a:spLocks noGrp="1" noRot="1" noChangeAspect="1" noMove="1" noResize="1" noEditPoints="1" noAdjustHandles="1" noChangeArrowheads="1" noChangeShapeType="1" noTextEdit="1"/>
              </p:cNvSpPr>
              <p:nvPr>
                <p:ph type="body" idx="1"/>
              </p:nvPr>
            </p:nvSpPr>
            <p:spPr>
              <a:xfrm>
                <a:off x="0" y="762000"/>
                <a:ext cx="9144000" cy="4876800"/>
              </a:xfrm>
              <a:blipFill>
                <a:blip r:embed="rId3"/>
                <a:stretch>
                  <a:fillRect l="-1528" t="-3636" b="-9351"/>
                </a:stretch>
              </a:blipFill>
            </p:spPr>
            <p:txBody>
              <a:bodyPr/>
              <a:lstStyle/>
              <a:p>
                <a:r>
                  <a:rPr lang="en-US">
                    <a:noFill/>
                  </a:rPr>
                  <a:t> </a:t>
                </a:r>
              </a:p>
            </p:txBody>
          </p:sp>
        </mc:Fallback>
      </mc:AlternateContent>
    </p:spTree>
    <p:extLst>
      <p:ext uri="{BB962C8B-B14F-4D97-AF65-F5344CB8AC3E}">
        <p14:creationId xmlns:p14="http://schemas.microsoft.com/office/powerpoint/2010/main" val="209641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85800"/>
          </a:xfrm>
        </p:spPr>
        <p:txBody>
          <a:bodyPr/>
          <a:lstStyle/>
          <a:p>
            <a:pPr eaLnBrk="1" hangingPunct="1"/>
            <a:r>
              <a:rPr lang="en-US" altLang="en-US" sz="3600" dirty="0"/>
              <a:t>Public Goods</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dirty="0"/>
              <a:t>Symmetric special case of positive externalities</a:t>
            </a:r>
          </a:p>
          <a:p>
            <a:pPr lvl="1" eaLnBrk="1" hangingPunct="1">
              <a:lnSpc>
                <a:spcPct val="80000"/>
              </a:lnSpc>
            </a:pPr>
            <a:r>
              <a:rPr lang="en-US" altLang="en-US" dirty="0"/>
              <a:t>Everyone receives the same externality</a:t>
            </a:r>
          </a:p>
          <a:p>
            <a:pPr eaLnBrk="1" hangingPunct="1">
              <a:lnSpc>
                <a:spcPct val="80000"/>
              </a:lnSpc>
            </a:pPr>
            <a:endParaRPr lang="en-US" altLang="en-US" dirty="0"/>
          </a:p>
          <a:p>
            <a:pPr eaLnBrk="1" hangingPunct="1">
              <a:lnSpc>
                <a:spcPct val="80000"/>
              </a:lnSpc>
            </a:pPr>
            <a:r>
              <a:rPr lang="en-US" altLang="en-US" dirty="0"/>
              <a:t>E.g., aggregate endowment can be allocated between private and public goods. </a:t>
            </a:r>
            <a:r>
              <a:rPr lang="en-US" altLang="en-US" i="1" dirty="0"/>
              <a:t>q</a:t>
            </a:r>
            <a:r>
              <a:rPr lang="en-US" altLang="en-US" dirty="0"/>
              <a:t> is the amount of the public good.  </a:t>
            </a:r>
            <a:r>
              <a:rPr lang="en-US" altLang="en-US" i="1" dirty="0"/>
              <a:t>x</a:t>
            </a:r>
            <a:r>
              <a:rPr lang="en-US" altLang="en-US" dirty="0"/>
              <a:t> is the individual contribution</a:t>
            </a:r>
          </a:p>
          <a:p>
            <a:pPr eaLnBrk="1" hangingPunct="1">
              <a:lnSpc>
                <a:spcPct val="80000"/>
              </a:lnSpc>
            </a:pPr>
            <a:endParaRPr lang="en-US" altLang="en-US" dirty="0"/>
          </a:p>
          <a:p>
            <a:pPr eaLnBrk="1" hangingPunct="1">
              <a:lnSpc>
                <a:spcPct val="80000"/>
              </a:lnSpc>
            </a:pPr>
            <a:endParaRPr lang="en-US" altLang="en-US" dirty="0"/>
          </a:p>
          <a:p>
            <a:pPr eaLnBrk="1" hangingPunct="1">
              <a:lnSpc>
                <a:spcPct val="80000"/>
              </a:lnSpc>
            </a:pPr>
            <a:endParaRPr lang="en-US" altLang="en-US" dirty="0"/>
          </a:p>
          <a:p>
            <a:pPr eaLnBrk="1" hangingPunct="1">
              <a:lnSpc>
                <a:spcPct val="80000"/>
              </a:lnSpc>
            </a:pPr>
            <a:r>
              <a:rPr lang="en-US" altLang="en-US" dirty="0"/>
              <a:t>i.e., private marginal cost is one (Nash) while social marginal cost is 1/</a:t>
            </a:r>
            <a:r>
              <a:rPr lang="en-US" altLang="en-US" i="1" dirty="0"/>
              <a:t>N</a:t>
            </a:r>
          </a:p>
        </p:txBody>
      </p:sp>
      <mc:AlternateContent xmlns:mc="http://schemas.openxmlformats.org/markup-compatibility/2006" xmlns:a14="http://schemas.microsoft.com/office/drawing/2010/main">
        <mc:Choice Requires="a14">
          <p:sp>
            <p:nvSpPr>
              <p:cNvPr id="4" name="TextBox 115">
                <a:extLst>
                  <a:ext uri="{FF2B5EF4-FFF2-40B4-BE49-F238E27FC236}">
                    <a16:creationId xmlns:a16="http://schemas.microsoft.com/office/drawing/2014/main" id="{00F5DE65-ED37-5244-8EF7-ACCD9FE9ABAA}"/>
                  </a:ext>
                </a:extLst>
              </p:cNvPr>
              <p:cNvSpPr txBox="1"/>
              <p:nvPr/>
            </p:nvSpPr>
            <p:spPr>
              <a:xfrm>
                <a:off x="1752600" y="3581400"/>
                <a:ext cx="5105400" cy="9279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r>
                        <a:rPr lang="en-US" sz="2800" b="0" i="1" smtClean="0">
                          <a:solidFill>
                            <a:schemeClr val="bg2"/>
                          </a:solidFill>
                          <a:latin typeface="Cambria Math" panose="02040503050406030204" pitchFamily="18" charset="0"/>
                        </a:rPr>
                        <m:t>𝑞</m:t>
                      </m:r>
                      <m:r>
                        <a:rPr lang="en-US" sz="2800" b="0" i="1" smtClean="0">
                          <a:solidFill>
                            <a:schemeClr val="bg2"/>
                          </a:solidFill>
                          <a:latin typeface="Cambria Math" panose="02040503050406030204" pitchFamily="18" charset="0"/>
                        </a:rPr>
                        <m:t>=</m:t>
                      </m:r>
                      <m:nary>
                        <m:naryPr>
                          <m:chr m:val="∑"/>
                          <m:limLoc m:val="subSup"/>
                          <m:ctrlPr>
                            <a:rPr lang="en-US" sz="2800" b="0" i="1" smtClean="0">
                              <a:solidFill>
                                <a:schemeClr val="bg2"/>
                              </a:solidFill>
                              <a:latin typeface="Cambria Math" panose="02040503050406030204" pitchFamily="18" charset="0"/>
                            </a:rPr>
                          </m:ctrlPr>
                        </m:naryPr>
                        <m:sub>
                          <m:r>
                            <m:rPr>
                              <m:brk m:alnAt="25"/>
                            </m:rPr>
                            <a:rPr lang="en-US" sz="2800" b="0" i="1" smtClean="0">
                              <a:solidFill>
                                <a:schemeClr val="bg2"/>
                              </a:solidFill>
                              <a:latin typeface="Cambria Math" panose="02040503050406030204" pitchFamily="18" charset="0"/>
                            </a:rPr>
                            <m:t>𝑖</m:t>
                          </m:r>
                          <m:r>
                            <a:rPr lang="en-US" sz="2800" b="0" i="1" smtClean="0">
                              <a:solidFill>
                                <a:schemeClr val="bg2"/>
                              </a:solidFill>
                              <a:latin typeface="Cambria Math" panose="02040503050406030204" pitchFamily="18" charset="0"/>
                            </a:rPr>
                            <m:t>=1</m:t>
                          </m:r>
                        </m:sub>
                        <m:sup>
                          <m:r>
                            <a:rPr lang="en-US" sz="2800" b="0" i="1" smtClean="0">
                              <a:solidFill>
                                <a:schemeClr val="bg2"/>
                              </a:solidFill>
                              <a:latin typeface="Cambria Math" panose="02040503050406030204" pitchFamily="18" charset="0"/>
                            </a:rPr>
                            <m:t>𝑁</m:t>
                          </m:r>
                        </m:sup>
                        <m:e>
                          <m:sSub>
                            <m:sSubPr>
                              <m:ctrlPr>
                                <a:rPr lang="en-US" sz="2800" b="0" i="1" smtClean="0">
                                  <a:solidFill>
                                    <a:schemeClr val="bg2"/>
                                  </a:solidFill>
                                  <a:latin typeface="Cambria Math" panose="02040503050406030204" pitchFamily="18" charset="0"/>
                                </a:rPr>
                              </m:ctrlPr>
                            </m:sSubPr>
                            <m:e>
                              <m:r>
                                <a:rPr lang="en-US" sz="2800" b="0" i="1" smtClean="0">
                                  <a:solidFill>
                                    <a:schemeClr val="bg2"/>
                                  </a:solidFill>
                                  <a:latin typeface="Cambria Math" panose="02040503050406030204" pitchFamily="18" charset="0"/>
                                </a:rPr>
                                <m:t>𝑥</m:t>
                              </m:r>
                            </m:e>
                            <m:sub>
                              <m:r>
                                <a:rPr lang="en-US" sz="2800" b="0" i="1" smtClean="0">
                                  <a:solidFill>
                                    <a:schemeClr val="bg2"/>
                                  </a:solidFill>
                                  <a:latin typeface="Cambria Math" panose="02040503050406030204" pitchFamily="18" charset="0"/>
                                </a:rPr>
                                <m:t>𝑖</m:t>
                              </m:r>
                            </m:sub>
                          </m:sSub>
                        </m:e>
                      </m:nary>
                      <m:r>
                        <a:rPr lang="en-US" sz="2800" b="0" i="1" smtClean="0">
                          <a:solidFill>
                            <a:schemeClr val="bg2"/>
                          </a:solidFill>
                          <a:latin typeface="Cambria Math" panose="02040503050406030204" pitchFamily="18" charset="0"/>
                        </a:rPr>
                        <m:t>=</m:t>
                      </m:r>
                      <m:r>
                        <a:rPr lang="en-US" sz="2800" b="0" i="1" smtClean="0">
                          <a:solidFill>
                            <a:schemeClr val="bg2"/>
                          </a:solidFill>
                          <a:latin typeface="Cambria Math" panose="02040503050406030204" pitchFamily="18" charset="0"/>
                        </a:rPr>
                        <m:t>𝑁</m:t>
                      </m:r>
                      <m:acc>
                        <m:accPr>
                          <m:chr m:val="̅"/>
                          <m:ctrlPr>
                            <a:rPr lang="en-US" sz="2800" b="0" i="1" smtClean="0">
                              <a:solidFill>
                                <a:schemeClr val="bg2"/>
                              </a:solidFill>
                              <a:latin typeface="Cambria Math" panose="02040503050406030204" pitchFamily="18" charset="0"/>
                            </a:rPr>
                          </m:ctrlPr>
                        </m:accPr>
                        <m:e>
                          <m:r>
                            <a:rPr lang="en-US" sz="2800" b="0" i="1" smtClean="0">
                              <a:solidFill>
                                <a:schemeClr val="bg2"/>
                              </a:solidFill>
                              <a:latin typeface="Cambria Math" panose="02040503050406030204" pitchFamily="18" charset="0"/>
                            </a:rPr>
                            <m:t>𝑥</m:t>
                          </m:r>
                        </m:e>
                      </m:acc>
                    </m:oMath>
                  </m:oMathPara>
                </a14:m>
                <a:endParaRPr lang="en-US" sz="2800" dirty="0">
                  <a:solidFill>
                    <a:schemeClr val="bg2"/>
                  </a:solidFill>
                </a:endParaRPr>
              </a:p>
            </p:txBody>
          </p:sp>
        </mc:Choice>
        <mc:Fallback xmlns="">
          <p:sp>
            <p:nvSpPr>
              <p:cNvPr id="4" name="TextBox 115">
                <a:extLst>
                  <a:ext uri="{FF2B5EF4-FFF2-40B4-BE49-F238E27FC236}">
                    <a16:creationId xmlns:a16="http://schemas.microsoft.com/office/drawing/2014/main" id="{00F5DE65-ED37-5244-8EF7-ACCD9FE9ABAA}"/>
                  </a:ext>
                </a:extLst>
              </p:cNvPr>
              <p:cNvSpPr txBox="1">
                <a:spLocks noRot="1" noChangeAspect="1" noMove="1" noResize="1" noEditPoints="1" noAdjustHandles="1" noChangeArrowheads="1" noChangeShapeType="1" noTextEdit="1"/>
              </p:cNvSpPr>
              <p:nvPr/>
            </p:nvSpPr>
            <p:spPr>
              <a:xfrm>
                <a:off x="1752600" y="3581400"/>
                <a:ext cx="5105400" cy="927991"/>
              </a:xfrm>
              <a:prstGeom prst="rect">
                <a:avLst/>
              </a:prstGeom>
              <a:blipFill>
                <a:blip r:embed="rId3"/>
                <a:stretch>
                  <a:fillRect t="-163514" b="-2391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8644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riangle 22">
            <a:extLst>
              <a:ext uri="{FF2B5EF4-FFF2-40B4-BE49-F238E27FC236}">
                <a16:creationId xmlns:a16="http://schemas.microsoft.com/office/drawing/2014/main" id="{693F71D3-5FE8-B410-30F0-F0DA634E48A5}"/>
              </a:ext>
            </a:extLst>
          </p:cNvPr>
          <p:cNvSpPr/>
          <p:nvPr/>
        </p:nvSpPr>
        <p:spPr>
          <a:xfrm flipH="1">
            <a:off x="5614865" y="4068556"/>
            <a:ext cx="478685" cy="529805"/>
          </a:xfrm>
          <a:prstGeom prst="triangle">
            <a:avLst>
              <a:gd name="adj" fmla="val 10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riangle 1">
            <a:extLst>
              <a:ext uri="{FF2B5EF4-FFF2-40B4-BE49-F238E27FC236}">
                <a16:creationId xmlns:a16="http://schemas.microsoft.com/office/drawing/2014/main" id="{2D114922-3A8E-62C3-89BF-29DF58CB4B01}"/>
              </a:ext>
            </a:extLst>
          </p:cNvPr>
          <p:cNvSpPr/>
          <p:nvPr/>
        </p:nvSpPr>
        <p:spPr>
          <a:xfrm>
            <a:off x="4223674" y="4060608"/>
            <a:ext cx="1386469" cy="537754"/>
          </a:xfrm>
          <a:prstGeom prst="triangle">
            <a:avLst>
              <a:gd name="adj" fmla="val 1000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Line 12">
            <a:extLst>
              <a:ext uri="{FF2B5EF4-FFF2-40B4-BE49-F238E27FC236}">
                <a16:creationId xmlns:a16="http://schemas.microsoft.com/office/drawing/2014/main" id="{246A3824-81AF-C426-2498-231C95EF89EF}"/>
              </a:ext>
            </a:extLst>
          </p:cNvPr>
          <p:cNvSpPr>
            <a:spLocks noChangeShapeType="1"/>
          </p:cNvSpPr>
          <p:nvPr/>
        </p:nvSpPr>
        <p:spPr bwMode="auto">
          <a:xfrm flipH="1" flipV="1">
            <a:off x="6116613" y="4590280"/>
            <a:ext cx="3508" cy="1519893"/>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0" name="Line 12">
            <a:extLst>
              <a:ext uri="{FF2B5EF4-FFF2-40B4-BE49-F238E27FC236}">
                <a16:creationId xmlns:a16="http://schemas.microsoft.com/office/drawing/2014/main" id="{F50DDF7D-F672-5542-A171-30E926E77BA0}"/>
              </a:ext>
            </a:extLst>
          </p:cNvPr>
          <p:cNvSpPr>
            <a:spLocks noChangeShapeType="1"/>
          </p:cNvSpPr>
          <p:nvPr/>
        </p:nvSpPr>
        <p:spPr bwMode="auto">
          <a:xfrm flipV="1">
            <a:off x="1907859" y="4609158"/>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id="{972645DE-049C-934B-A38D-84E2F192E243}"/>
              </a:ext>
            </a:extLst>
          </p:cNvPr>
          <p:cNvSpPr>
            <a:spLocks noChangeShapeType="1"/>
          </p:cNvSpPr>
          <p:nvPr/>
        </p:nvSpPr>
        <p:spPr bwMode="auto">
          <a:xfrm flipH="1" flipV="1">
            <a:off x="5610143" y="2626197"/>
            <a:ext cx="2447" cy="3497563"/>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4999" y="6137642"/>
            <a:ext cx="5235591" cy="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id="{05BBD851-E76B-404D-BFF0-D8BBF37466DF}"/>
              </a:ext>
            </a:extLst>
          </p:cNvPr>
          <p:cNvSpPr>
            <a:spLocks noGrp="1"/>
          </p:cNvSpPr>
          <p:nvPr>
            <p:ph type="title"/>
          </p:nvPr>
        </p:nvSpPr>
        <p:spPr>
          <a:xfrm>
            <a:off x="0" y="151196"/>
            <a:ext cx="9144000" cy="866770"/>
          </a:xfrm>
        </p:spPr>
        <p:txBody>
          <a:bodyPr/>
          <a:lstStyle/>
          <a:p>
            <a:r>
              <a:rPr lang="en-US" sz="3600" dirty="0"/>
              <a:t>Figure 4.  Voluntary supply of a public good</a:t>
            </a:r>
          </a:p>
        </p:txBody>
      </p:sp>
      <p:sp>
        <p:nvSpPr>
          <p:cNvPr id="25" name="TextBox 5">
            <a:extLst>
              <a:ext uri="{FF2B5EF4-FFF2-40B4-BE49-F238E27FC236}">
                <a16:creationId xmlns:a16="http://schemas.microsoft.com/office/drawing/2014/main" id="{C4F465D3-18CC-BA47-8968-8FCB85FAC88B}"/>
              </a:ext>
            </a:extLst>
          </p:cNvPr>
          <p:cNvSpPr txBox="1"/>
          <p:nvPr/>
        </p:nvSpPr>
        <p:spPr>
          <a:xfrm>
            <a:off x="7214431" y="5846602"/>
            <a:ext cx="22308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Quantity</a:t>
            </a:r>
          </a:p>
        </p:txBody>
      </p:sp>
      <p:sp>
        <p:nvSpPr>
          <p:cNvPr id="35" name="TextBox 5">
            <a:extLst>
              <a:ext uri="{FF2B5EF4-FFF2-40B4-BE49-F238E27FC236}">
                <a16:creationId xmlns:a16="http://schemas.microsoft.com/office/drawing/2014/main"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id="{E71140D7-3A5F-1144-A48C-ECDD66108499}"/>
              </a:ext>
            </a:extLst>
          </p:cNvPr>
          <p:cNvSpPr>
            <a:spLocks noChangeShapeType="1"/>
          </p:cNvSpPr>
          <p:nvPr/>
        </p:nvSpPr>
        <p:spPr bwMode="auto">
          <a:xfrm rot="1035838">
            <a:off x="2711778" y="2339583"/>
            <a:ext cx="4552655" cy="2498348"/>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 name="connsiteX0" fmla="*/ 0 w 4025825"/>
              <a:gd name="connsiteY0" fmla="*/ 0 h 2632918"/>
              <a:gd name="connsiteX1" fmla="*/ 661691 w 4025825"/>
              <a:gd name="connsiteY1" fmla="*/ 327019 h 2632918"/>
              <a:gd name="connsiteX2" fmla="*/ 2416424 w 4025825"/>
              <a:gd name="connsiteY2" fmla="*/ 1392715 h 2632918"/>
              <a:gd name="connsiteX3" fmla="*/ 4025825 w 4025825"/>
              <a:gd name="connsiteY3" fmla="*/ 2632918 h 2632918"/>
              <a:gd name="connsiteX0" fmla="*/ 0 w 3735396"/>
              <a:gd name="connsiteY0" fmla="*/ 0 h 2483792"/>
              <a:gd name="connsiteX1" fmla="*/ 371262 w 3735396"/>
              <a:gd name="connsiteY1" fmla="*/ 177893 h 2483792"/>
              <a:gd name="connsiteX2" fmla="*/ 2125995 w 3735396"/>
              <a:gd name="connsiteY2" fmla="*/ 1243589 h 2483792"/>
              <a:gd name="connsiteX3" fmla="*/ 3735396 w 3735396"/>
              <a:gd name="connsiteY3" fmla="*/ 2483792 h 2483792"/>
              <a:gd name="connsiteX0" fmla="*/ 0 w 3364134"/>
              <a:gd name="connsiteY0" fmla="*/ 0 h 2305899"/>
              <a:gd name="connsiteX1" fmla="*/ 1754733 w 3364134"/>
              <a:gd name="connsiteY1" fmla="*/ 1065696 h 2305899"/>
              <a:gd name="connsiteX2" fmla="*/ 3364134 w 3364134"/>
              <a:gd name="connsiteY2" fmla="*/ 2305899 h 2305899"/>
            </a:gdLst>
            <a:ahLst/>
            <a:cxnLst>
              <a:cxn ang="0">
                <a:pos x="connsiteX0" y="connsiteY0"/>
              </a:cxn>
              <a:cxn ang="0">
                <a:pos x="connsiteX1" y="connsiteY1"/>
              </a:cxn>
              <a:cxn ang="0">
                <a:pos x="connsiteX2" y="connsiteY2"/>
              </a:cxn>
            </a:cxnLst>
            <a:rect l="l" t="t" r="r" b="b"/>
            <a:pathLst>
              <a:path w="3364134" h="2305899">
                <a:moveTo>
                  <a:pt x="0" y="0"/>
                </a:moveTo>
                <a:cubicBezTo>
                  <a:pt x="354332" y="207265"/>
                  <a:pt x="1251733" y="775820"/>
                  <a:pt x="1754733" y="1065696"/>
                </a:cubicBezTo>
                <a:cubicBezTo>
                  <a:pt x="2257733" y="1355572"/>
                  <a:pt x="2908201" y="1921482"/>
                  <a:pt x="3364134" y="2305899"/>
                </a:cubicBezTo>
              </a:path>
            </a:pathLst>
          </a:custGeom>
          <a:noFill/>
          <a:ln w="34925">
            <a:solidFill>
              <a:srgbClr val="30303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45" name="TextBox 5">
                <a:extLst>
                  <a:ext uri="{FF2B5EF4-FFF2-40B4-BE49-F238E27FC236}">
                    <a16:creationId xmlns:a16="http://schemas.microsoft.com/office/drawing/2014/main" id="{5D9CFC32-D2FB-9546-9E85-EDBF7B933039}"/>
                  </a:ext>
                </a:extLst>
              </p:cNvPr>
              <p:cNvSpPr txBox="1"/>
              <p:nvPr/>
            </p:nvSpPr>
            <p:spPr>
              <a:xfrm>
                <a:off x="1981186" y="1286324"/>
                <a:ext cx="326656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Times New Roman"/>
                    <a:ea typeface="+mn-ea"/>
                    <a:cs typeface="+mn-cs"/>
                  </a:rPr>
                  <a:t>Demand curve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𝐷</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oMath>
                </a14:m>
                <a:endParaRPr kumimoji="0" lang="en-US" sz="2400" b="0" i="0" u="none" strike="noStrike" kern="1200" cap="none" spc="0" normalizeH="0" baseline="0" noProof="0" dirty="0">
                  <a:ln>
                    <a:noFill/>
                  </a:ln>
                  <a:solidFill>
                    <a:schemeClr val="tx1"/>
                  </a:solidFill>
                  <a:effectLst/>
                  <a:uLnTx/>
                  <a:uFillTx/>
                  <a:latin typeface="Times New Roman"/>
                  <a:ea typeface="+mn-ea"/>
                  <a:cs typeface="+mn-cs"/>
                </a:endParaRPr>
              </a:p>
            </p:txBody>
          </p:sp>
        </mc:Choice>
        <mc:Fallback xmlns="">
          <p:sp>
            <p:nvSpPr>
              <p:cNvPr id="45" name="TextBox 5">
                <a:extLst>
                  <a:ext uri="{FF2B5EF4-FFF2-40B4-BE49-F238E27FC236}">
                    <a16:creationId xmlns:a16="http://schemas.microsoft.com/office/drawing/2014/main" id="{5D9CFC32-D2FB-9546-9E85-EDBF7B933039}"/>
                  </a:ext>
                </a:extLst>
              </p:cNvPr>
              <p:cNvSpPr txBox="1">
                <a:spLocks noRot="1" noChangeAspect="1" noMove="1" noResize="1" noEditPoints="1" noAdjustHandles="1" noChangeArrowheads="1" noChangeShapeType="1" noTextEdit="1"/>
              </p:cNvSpPr>
              <p:nvPr/>
            </p:nvSpPr>
            <p:spPr>
              <a:xfrm>
                <a:off x="1981186" y="1286324"/>
                <a:ext cx="3266568" cy="461665"/>
              </a:xfrm>
              <a:prstGeom prst="rect">
                <a:avLst/>
              </a:prstGeom>
              <a:blipFill>
                <a:blip r:embed="rId3"/>
                <a:stretch>
                  <a:fillRect t="-10811"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7B15A5C9-74C7-4643-885B-12C018D2D919}"/>
                  </a:ext>
                </a:extLst>
              </p:cNvPr>
              <p:cNvSpPr txBox="1"/>
              <p:nvPr/>
            </p:nvSpPr>
            <p:spPr>
              <a:xfrm>
                <a:off x="1035034" y="2482649"/>
                <a:ext cx="129550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1035034" y="2482649"/>
                <a:ext cx="1295501" cy="36298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id="{8EF45E06-B1B2-2A49-BDF7-E740A1DE6357}"/>
                  </a:ext>
                </a:extLst>
              </p:cNvPr>
              <p:cNvSpPr txBox="1"/>
              <p:nvPr/>
            </p:nvSpPr>
            <p:spPr>
              <a:xfrm>
                <a:off x="4879209" y="6145942"/>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𝑒</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4879209" y="6145942"/>
                <a:ext cx="1611509" cy="362984"/>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id="{81443991-451D-8142-AC87-B3FEC91C4F34}"/>
                  </a:ext>
                </a:extLst>
              </p:cNvPr>
              <p:cNvSpPr txBox="1"/>
              <p:nvPr/>
            </p:nvSpPr>
            <p:spPr>
              <a:xfrm>
                <a:off x="1209876" y="4417538"/>
                <a:ext cx="757308"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𝑁</m:t>
                      </m:r>
                    </m:oMath>
                  </m:oMathPara>
                </a14:m>
                <a:endParaRPr kumimoji="0" lang="en-US" sz="1800" b="0" i="0" u="none" strike="noStrike" kern="1200" cap="none" spc="0" normalizeH="0" baseline="-25000" noProof="0" dirty="0">
                  <a:ln>
                    <a:noFill/>
                  </a:ln>
                  <a:solidFill>
                    <a:schemeClr val="tx1"/>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209876" y="4417538"/>
                <a:ext cx="757308" cy="362984"/>
              </a:xfrm>
              <a:prstGeom prst="rect">
                <a:avLst/>
              </a:prstGeom>
              <a:blipFill>
                <a:blip r:embed="rId6"/>
                <a:stretch>
                  <a:fillRect b="-17241"/>
                </a:stretch>
              </a:blipFill>
            </p:spPr>
            <p:txBody>
              <a:bodyPr/>
              <a:lstStyle/>
              <a:p>
                <a:r>
                  <a:rPr lang="en-US">
                    <a:noFill/>
                  </a:rPr>
                  <a:t> </a:t>
                </a:r>
              </a:p>
            </p:txBody>
          </p:sp>
        </mc:Fallback>
      </mc:AlternateContent>
      <p:sp>
        <p:nvSpPr>
          <p:cNvPr id="62" name="TextBox 5">
            <a:extLst>
              <a:ext uri="{FF2B5EF4-FFF2-40B4-BE49-F238E27FC236}">
                <a16:creationId xmlns:a16="http://schemas.microsoft.com/office/drawing/2014/main" id="{FFABC2C8-6B50-7D4E-A4E5-D4D3D9198239}"/>
              </a:ext>
            </a:extLst>
          </p:cNvPr>
          <p:cNvSpPr txBox="1"/>
          <p:nvPr/>
        </p:nvSpPr>
        <p:spPr>
          <a:xfrm>
            <a:off x="6386353" y="3490248"/>
            <a:ext cx="2327771"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social cost</a:t>
            </a:r>
          </a:p>
        </p:txBody>
      </p:sp>
      <mc:AlternateContent xmlns:mc="http://schemas.openxmlformats.org/markup-compatibility/2006" xmlns:a14="http://schemas.microsoft.com/office/drawing/2010/main">
        <mc:Choice Requires="a14">
          <p:sp>
            <p:nvSpPr>
              <p:cNvPr id="4" name="TextBox 5">
                <a:extLst>
                  <a:ext uri="{FF2B5EF4-FFF2-40B4-BE49-F238E27FC236}">
                    <a16:creationId xmlns:a16="http://schemas.microsoft.com/office/drawing/2014/main" id="{541A3B7C-4C14-6900-6A7A-2C97718D2164}"/>
                  </a:ext>
                </a:extLst>
              </p:cNvPr>
              <p:cNvSpPr txBox="1"/>
              <p:nvPr/>
            </p:nvSpPr>
            <p:spPr>
              <a:xfrm>
                <a:off x="3710551" y="6181835"/>
                <a:ext cx="1255181"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𝑞</m:t>
                          </m:r>
                        </m:e>
                        <m: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𝑢</m:t>
                          </m:r>
                        </m:sub>
                      </m:sSub>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4" name="TextBox 5">
                <a:extLst>
                  <a:ext uri="{FF2B5EF4-FFF2-40B4-BE49-F238E27FC236}">
                    <a16:creationId xmlns:a16="http://schemas.microsoft.com/office/drawing/2014/main" id="{541A3B7C-4C14-6900-6A7A-2C97718D2164}"/>
                  </a:ext>
                </a:extLst>
              </p:cNvPr>
              <p:cNvSpPr txBox="1">
                <a:spLocks noRot="1" noChangeAspect="1" noMove="1" noResize="1" noEditPoints="1" noAdjustHandles="1" noChangeArrowheads="1" noChangeShapeType="1" noTextEdit="1"/>
              </p:cNvSpPr>
              <p:nvPr/>
            </p:nvSpPr>
            <p:spPr>
              <a:xfrm>
                <a:off x="3710551" y="6181835"/>
                <a:ext cx="1255181" cy="362984"/>
              </a:xfrm>
              <a:prstGeom prst="rect">
                <a:avLst/>
              </a:prstGeom>
              <a:blipFill>
                <a:blip r:embed="rId7"/>
                <a:stretch>
                  <a:fillRect b="-16667"/>
                </a:stretch>
              </a:blipFill>
            </p:spPr>
            <p:txBody>
              <a:bodyPr/>
              <a:lstStyle/>
              <a:p>
                <a:r>
                  <a:rPr lang="en-US">
                    <a:noFill/>
                  </a:rPr>
                  <a:t> </a:t>
                </a:r>
              </a:p>
            </p:txBody>
          </p:sp>
        </mc:Fallback>
      </mc:AlternateContent>
      <p:sp>
        <p:nvSpPr>
          <p:cNvPr id="5" name="Line 12">
            <a:extLst>
              <a:ext uri="{FF2B5EF4-FFF2-40B4-BE49-F238E27FC236}">
                <a16:creationId xmlns:a16="http://schemas.microsoft.com/office/drawing/2014/main" id="{517E1805-167C-2960-5D2A-DFBE05988C7F}"/>
              </a:ext>
            </a:extLst>
          </p:cNvPr>
          <p:cNvSpPr>
            <a:spLocks noChangeShapeType="1"/>
          </p:cNvSpPr>
          <p:nvPr/>
        </p:nvSpPr>
        <p:spPr bwMode="auto">
          <a:xfrm flipV="1">
            <a:off x="1917859" y="2664141"/>
            <a:ext cx="4640086" cy="1058"/>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 name="TextBox 5">
            <a:extLst>
              <a:ext uri="{FF2B5EF4-FFF2-40B4-BE49-F238E27FC236}">
                <a16:creationId xmlns:a16="http://schemas.microsoft.com/office/drawing/2014/main" id="{D7562D33-2A39-5210-792C-DF09B3C9D368}"/>
              </a:ext>
            </a:extLst>
          </p:cNvPr>
          <p:cNvSpPr txBox="1"/>
          <p:nvPr/>
        </p:nvSpPr>
        <p:spPr>
          <a:xfrm>
            <a:off x="1016772" y="1237691"/>
            <a:ext cx="111196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 New Roman"/>
                <a:ea typeface="+mn-ea"/>
                <a:cs typeface="+mn-cs"/>
              </a:rPr>
              <a:t>Price</a:t>
            </a:r>
          </a:p>
        </p:txBody>
      </p:sp>
      <p:sp>
        <p:nvSpPr>
          <p:cNvPr id="7" name="TextBox 5">
            <a:extLst>
              <a:ext uri="{FF2B5EF4-FFF2-40B4-BE49-F238E27FC236}">
                <a16:creationId xmlns:a16="http://schemas.microsoft.com/office/drawing/2014/main" id="{2FB28BA3-98CF-5B4A-E71B-4B7D72AF8239}"/>
              </a:ext>
            </a:extLst>
          </p:cNvPr>
          <p:cNvSpPr txBox="1"/>
          <p:nvPr/>
        </p:nvSpPr>
        <p:spPr>
          <a:xfrm>
            <a:off x="6009620" y="1983676"/>
            <a:ext cx="155291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9900"/>
                </a:solidFill>
                <a:effectLst/>
                <a:uLnTx/>
                <a:uFillTx/>
                <a:latin typeface="Times New Roman"/>
                <a:ea typeface="+mn-ea"/>
                <a:cs typeface="+mn-cs"/>
              </a:rPr>
              <a:t>Marginal private cost</a:t>
            </a:r>
          </a:p>
        </p:txBody>
      </p:sp>
      <p:sp>
        <p:nvSpPr>
          <p:cNvPr id="10" name="Line 12">
            <a:extLst>
              <a:ext uri="{FF2B5EF4-FFF2-40B4-BE49-F238E27FC236}">
                <a16:creationId xmlns:a16="http://schemas.microsoft.com/office/drawing/2014/main" id="{39D0877C-FD04-792F-4FD3-16F39243BCE3}"/>
              </a:ext>
            </a:extLst>
          </p:cNvPr>
          <p:cNvSpPr>
            <a:spLocks noChangeShapeType="1"/>
          </p:cNvSpPr>
          <p:nvPr/>
        </p:nvSpPr>
        <p:spPr bwMode="auto">
          <a:xfrm flipH="1" flipV="1">
            <a:off x="4180404" y="2632938"/>
            <a:ext cx="1415" cy="3488385"/>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4" name="TextBox 5">
            <a:extLst>
              <a:ext uri="{FF2B5EF4-FFF2-40B4-BE49-F238E27FC236}">
                <a16:creationId xmlns:a16="http://schemas.microsoft.com/office/drawing/2014/main" id="{63ABFD6E-8A4A-B14F-0034-141887AA4B2E}"/>
              </a:ext>
            </a:extLst>
          </p:cNvPr>
          <p:cNvSpPr txBox="1"/>
          <p:nvPr/>
        </p:nvSpPr>
        <p:spPr>
          <a:xfrm>
            <a:off x="4118226" y="2235168"/>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U</a:t>
            </a:r>
          </a:p>
        </p:txBody>
      </p:sp>
      <p:sp>
        <p:nvSpPr>
          <p:cNvPr id="19" name="TextBox 5">
            <a:extLst>
              <a:ext uri="{FF2B5EF4-FFF2-40B4-BE49-F238E27FC236}">
                <a16:creationId xmlns:a16="http://schemas.microsoft.com/office/drawing/2014/main" id="{0B1434DD-3AF7-6907-A5CB-113E447F9FEF}"/>
              </a:ext>
            </a:extLst>
          </p:cNvPr>
          <p:cNvSpPr txBox="1"/>
          <p:nvPr/>
        </p:nvSpPr>
        <p:spPr>
          <a:xfrm>
            <a:off x="5986493" y="4146492"/>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dirty="0">
                <a:ln>
                  <a:noFill/>
                </a:ln>
                <a:solidFill>
                  <a:srgbClr val="000000"/>
                </a:solidFill>
                <a:effectLst/>
                <a:uLnTx/>
                <a:uFillTx/>
                <a:latin typeface="Times New Roman"/>
                <a:ea typeface="+mn-ea"/>
                <a:cs typeface="+mn-cs"/>
              </a:rPr>
              <a:t>E</a:t>
            </a:r>
            <a:r>
              <a:rPr kumimoji="0" lang="en-US" sz="2400" b="0" u="none" strike="noStrike" kern="1200" cap="none" spc="0" normalizeH="0" baseline="-25000" noProof="0" dirty="0">
                <a:ln>
                  <a:noFill/>
                </a:ln>
                <a:solidFill>
                  <a:srgbClr val="000000"/>
                </a:solidFill>
                <a:effectLst/>
                <a:uLnTx/>
                <a:uFillTx/>
                <a:latin typeface="Times New Roman"/>
                <a:ea typeface="+mn-ea"/>
                <a:cs typeface="+mn-cs"/>
              </a:rPr>
              <a:t>1</a:t>
            </a:r>
          </a:p>
        </p:txBody>
      </p:sp>
      <p:sp>
        <p:nvSpPr>
          <p:cNvPr id="15" name="Oval 14">
            <a:extLst>
              <a:ext uri="{FF2B5EF4-FFF2-40B4-BE49-F238E27FC236}">
                <a16:creationId xmlns:a16="http://schemas.microsoft.com/office/drawing/2014/main" id="{C1D5D4EC-3D4C-44B4-C72A-6E02BF3A773C}"/>
              </a:ext>
            </a:extLst>
          </p:cNvPr>
          <p:cNvSpPr>
            <a:spLocks noChangeArrowheads="1"/>
          </p:cNvSpPr>
          <p:nvPr/>
        </p:nvSpPr>
        <p:spPr bwMode="auto">
          <a:xfrm>
            <a:off x="6037805" y="4524206"/>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6" name="Line 12">
            <a:extLst>
              <a:ext uri="{FF2B5EF4-FFF2-40B4-BE49-F238E27FC236}">
                <a16:creationId xmlns:a16="http://schemas.microsoft.com/office/drawing/2014/main" id="{A42A7B91-F6F8-8611-841C-DCEB071F3D50}"/>
              </a:ext>
            </a:extLst>
          </p:cNvPr>
          <p:cNvSpPr>
            <a:spLocks noChangeShapeType="1"/>
          </p:cNvSpPr>
          <p:nvPr/>
        </p:nvSpPr>
        <p:spPr bwMode="auto">
          <a:xfrm flipV="1">
            <a:off x="4183930" y="3705622"/>
            <a:ext cx="2270471" cy="890059"/>
          </a:xfrm>
          <a:prstGeom prst="line">
            <a:avLst/>
          </a:prstGeom>
          <a:noFill/>
          <a:ln w="31750">
            <a:solidFill>
              <a:srgbClr val="0099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17" name="TextBox 5">
                <a:extLst>
                  <a:ext uri="{FF2B5EF4-FFF2-40B4-BE49-F238E27FC236}">
                    <a16:creationId xmlns:a16="http://schemas.microsoft.com/office/drawing/2014/main" id="{DE7EBB7D-4898-4FD8-9EED-6DE9B1F9D2F8}"/>
                  </a:ext>
                </a:extLst>
              </p:cNvPr>
              <p:cNvSpPr txBox="1"/>
              <p:nvPr/>
            </p:nvSpPr>
            <p:spPr>
              <a:xfrm>
                <a:off x="6127859" y="6461468"/>
                <a:ext cx="161150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𝐷</m:t>
                      </m:r>
                      <m:r>
                        <a:rPr lang="en-US" i="1">
                          <a:solidFill>
                            <a:srgbClr val="000000"/>
                          </a:solidFill>
                          <a:latin typeface="Cambria Math" panose="02040503050406030204" pitchFamily="18" charset="0"/>
                        </a:rPr>
                        <m:t>(1−</m:t>
                      </m:r>
                      <m:r>
                        <a:rPr lang="en-US" b="0" i="1">
                          <a:solidFill>
                            <a:srgbClr val="000000"/>
                          </a:solidFill>
                          <a:latin typeface="Cambria Math" panose="02040503050406030204" pitchFamily="18" charset="0"/>
                        </a:rPr>
                        <m:t>𝛿</m:t>
                      </m:r>
                      <m:r>
                        <a:rPr lang="en-US" i="1">
                          <a:solidFill>
                            <a:srgbClr val="000000"/>
                          </a:solidFill>
                          <a:latin typeface="Cambria Math" panose="02040503050406030204" pitchFamily="18" charset="0"/>
                        </a:rPr>
                        <m:t>)</m:t>
                      </m:r>
                    </m:oMath>
                  </m:oMathPara>
                </a14:m>
                <a:endParaRPr kumimoji="0" lang="en-US" b="0" i="0" u="none" strike="noStrike" kern="1200" cap="none" spc="0" normalizeH="0" baseline="-25000" noProof="0" dirty="0">
                  <a:ln>
                    <a:noFill/>
                  </a:ln>
                  <a:solidFill>
                    <a:srgbClr val="000000"/>
                  </a:solidFill>
                  <a:effectLst/>
                  <a:uLnTx/>
                  <a:uFillTx/>
                  <a:latin typeface="Times New Roman"/>
                  <a:ea typeface="+mn-ea"/>
                  <a:cs typeface="+mn-cs"/>
                </a:endParaRPr>
              </a:p>
            </p:txBody>
          </p:sp>
        </mc:Choice>
        <mc:Fallback xmlns="">
          <p:sp>
            <p:nvSpPr>
              <p:cNvPr id="17" name="TextBox 5">
                <a:extLst>
                  <a:ext uri="{FF2B5EF4-FFF2-40B4-BE49-F238E27FC236}">
                    <a16:creationId xmlns:a16="http://schemas.microsoft.com/office/drawing/2014/main" id="{DE7EBB7D-4898-4FD8-9EED-6DE9B1F9D2F8}"/>
                  </a:ext>
                </a:extLst>
              </p:cNvPr>
              <p:cNvSpPr txBox="1">
                <a:spLocks noRot="1" noChangeAspect="1" noMove="1" noResize="1" noEditPoints="1" noAdjustHandles="1" noChangeArrowheads="1" noChangeShapeType="1" noTextEdit="1"/>
              </p:cNvSpPr>
              <p:nvPr/>
            </p:nvSpPr>
            <p:spPr>
              <a:xfrm>
                <a:off x="6127859" y="6461468"/>
                <a:ext cx="1611509" cy="362984"/>
              </a:xfrm>
              <a:prstGeom prst="rect">
                <a:avLst/>
              </a:prstGeom>
              <a:blipFill>
                <a:blip r:embed="rId8"/>
                <a:stretch>
                  <a:fillRect b="-13333"/>
                </a:stretch>
              </a:blipFill>
            </p:spPr>
            <p:txBody>
              <a:bodyPr/>
              <a:lstStyle/>
              <a:p>
                <a:r>
                  <a:rPr lang="en-US">
                    <a:noFill/>
                  </a:rPr>
                  <a:t> </a:t>
                </a:r>
              </a:p>
            </p:txBody>
          </p:sp>
        </mc:Fallback>
      </mc:AlternateContent>
      <p:sp>
        <p:nvSpPr>
          <p:cNvPr id="36" name="Line 12">
            <a:extLst>
              <a:ext uri="{FF2B5EF4-FFF2-40B4-BE49-F238E27FC236}">
                <a16:creationId xmlns:a16="http://schemas.microsoft.com/office/drawing/2014/main" id="{A8361AB4-9058-1314-4607-65564738AC25}"/>
              </a:ext>
            </a:extLst>
          </p:cNvPr>
          <p:cNvSpPr>
            <a:spLocks noChangeShapeType="1"/>
          </p:cNvSpPr>
          <p:nvPr/>
        </p:nvSpPr>
        <p:spPr bwMode="auto">
          <a:xfrm>
            <a:off x="6159985" y="6171103"/>
            <a:ext cx="698015" cy="302034"/>
          </a:xfrm>
          <a:prstGeom prst="line">
            <a:avLst/>
          </a:prstGeom>
          <a:noFill/>
          <a:ln w="19050">
            <a:solidFill>
              <a:schemeClr val="tx1"/>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 name="Oval 19">
            <a:extLst>
              <a:ext uri="{FF2B5EF4-FFF2-40B4-BE49-F238E27FC236}">
                <a16:creationId xmlns:a16="http://schemas.microsoft.com/office/drawing/2014/main" id="{3D15DBA0-F6E2-D099-327F-D2F35138FDDE}"/>
              </a:ext>
            </a:extLst>
          </p:cNvPr>
          <p:cNvSpPr>
            <a:spLocks noChangeArrowheads="1"/>
          </p:cNvSpPr>
          <p:nvPr/>
        </p:nvSpPr>
        <p:spPr bwMode="auto">
          <a:xfrm>
            <a:off x="4106933" y="2594514"/>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12" name="Rectangle 11">
            <a:extLst>
              <a:ext uri="{FF2B5EF4-FFF2-40B4-BE49-F238E27FC236}">
                <a16:creationId xmlns:a16="http://schemas.microsoft.com/office/drawing/2014/main" id="{F8FD9D39-3458-0B63-5267-8E8B2FD0F2D2}"/>
              </a:ext>
            </a:extLst>
          </p:cNvPr>
          <p:cNvSpPr/>
          <p:nvPr/>
        </p:nvSpPr>
        <p:spPr>
          <a:xfrm>
            <a:off x="1207764" y="4417538"/>
            <a:ext cx="634771" cy="369332"/>
          </a:xfrm>
          <a:prstGeom prst="rect">
            <a:avLst/>
          </a:prstGeom>
          <a:no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Line 12">
            <a:extLst>
              <a:ext uri="{FF2B5EF4-FFF2-40B4-BE49-F238E27FC236}">
                <a16:creationId xmlns:a16="http://schemas.microsoft.com/office/drawing/2014/main" id="{78D27D2A-5B52-93ED-A6AC-3FC7D8005076}"/>
              </a:ext>
            </a:extLst>
          </p:cNvPr>
          <p:cNvSpPr>
            <a:spLocks noChangeShapeType="1"/>
          </p:cNvSpPr>
          <p:nvPr/>
        </p:nvSpPr>
        <p:spPr bwMode="auto">
          <a:xfrm flipH="1" flipV="1">
            <a:off x="6449210" y="3711774"/>
            <a:ext cx="3508" cy="461665"/>
          </a:xfrm>
          <a:prstGeom prst="line">
            <a:avLst/>
          </a:prstGeom>
          <a:noFill/>
          <a:ln w="31750">
            <a:solidFill>
              <a:srgbClr val="FF0000"/>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4" name="Line 12">
            <a:extLst>
              <a:ext uri="{FF2B5EF4-FFF2-40B4-BE49-F238E27FC236}">
                <a16:creationId xmlns:a16="http://schemas.microsoft.com/office/drawing/2014/main" id="{9FBB3789-8BB1-6322-7952-17F947E97D82}"/>
              </a:ext>
            </a:extLst>
          </p:cNvPr>
          <p:cNvSpPr>
            <a:spLocks noChangeShapeType="1"/>
          </p:cNvSpPr>
          <p:nvPr/>
        </p:nvSpPr>
        <p:spPr bwMode="auto">
          <a:xfrm flipH="1" flipV="1">
            <a:off x="2829200" y="4608157"/>
            <a:ext cx="3508" cy="461665"/>
          </a:xfrm>
          <a:prstGeom prst="line">
            <a:avLst/>
          </a:prstGeom>
          <a:noFill/>
          <a:ln w="31750">
            <a:solidFill>
              <a:srgbClr val="FF0000"/>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7" name="Line 12">
            <a:extLst>
              <a:ext uri="{FF2B5EF4-FFF2-40B4-BE49-F238E27FC236}">
                <a16:creationId xmlns:a16="http://schemas.microsoft.com/office/drawing/2014/main" id="{FFDAFF7C-14A2-7792-FB58-AAA71A5E5ABB}"/>
              </a:ext>
            </a:extLst>
          </p:cNvPr>
          <p:cNvSpPr>
            <a:spLocks noChangeShapeType="1"/>
          </p:cNvSpPr>
          <p:nvPr/>
        </p:nvSpPr>
        <p:spPr bwMode="auto">
          <a:xfrm flipH="1" flipV="1">
            <a:off x="5607070" y="4032663"/>
            <a:ext cx="324881" cy="345067"/>
          </a:xfrm>
          <a:prstGeom prst="line">
            <a:avLst/>
          </a:prstGeom>
          <a:noFill/>
          <a:ln w="31750">
            <a:solidFill>
              <a:srgbClr val="FF0000"/>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9" name="Line 12">
            <a:extLst>
              <a:ext uri="{FF2B5EF4-FFF2-40B4-BE49-F238E27FC236}">
                <a16:creationId xmlns:a16="http://schemas.microsoft.com/office/drawing/2014/main" id="{69D91DCF-4089-CEF8-D3E3-D5629F9B731B}"/>
              </a:ext>
            </a:extLst>
          </p:cNvPr>
          <p:cNvSpPr>
            <a:spLocks noChangeShapeType="1"/>
          </p:cNvSpPr>
          <p:nvPr/>
        </p:nvSpPr>
        <p:spPr bwMode="auto">
          <a:xfrm flipH="1">
            <a:off x="5607070" y="5685315"/>
            <a:ext cx="305038" cy="3393"/>
          </a:xfrm>
          <a:prstGeom prst="line">
            <a:avLst/>
          </a:prstGeom>
          <a:noFill/>
          <a:ln w="31750">
            <a:solidFill>
              <a:srgbClr val="FF0000"/>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40" name="TextBox 5">
            <a:extLst>
              <a:ext uri="{FF2B5EF4-FFF2-40B4-BE49-F238E27FC236}">
                <a16:creationId xmlns:a16="http://schemas.microsoft.com/office/drawing/2014/main" id="{90AB615B-AD0F-AB17-A9A3-66A4BC7C4CDB}"/>
              </a:ext>
            </a:extLst>
          </p:cNvPr>
          <p:cNvSpPr txBox="1"/>
          <p:nvPr/>
        </p:nvSpPr>
        <p:spPr>
          <a:xfrm>
            <a:off x="6481790" y="3910544"/>
            <a:ext cx="2721923" cy="3847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900" b="0" i="0" u="none" strike="noStrike" kern="1200" cap="none" spc="0" normalizeH="0" baseline="0" noProof="0" dirty="0">
                <a:ln>
                  <a:noFill/>
                </a:ln>
                <a:solidFill>
                  <a:srgbClr val="FF0000"/>
                </a:solidFill>
                <a:effectLst/>
                <a:uLnTx/>
                <a:uFillTx/>
                <a:latin typeface="Times New Roman"/>
                <a:ea typeface="+mn-ea"/>
                <a:cs typeface="+mn-cs"/>
              </a:rPr>
              <a:t>Larger group cooperating</a:t>
            </a:r>
          </a:p>
        </p:txBody>
      </p:sp>
      <p:sp>
        <p:nvSpPr>
          <p:cNvPr id="41" name="Line 12">
            <a:extLst>
              <a:ext uri="{FF2B5EF4-FFF2-40B4-BE49-F238E27FC236}">
                <a16:creationId xmlns:a16="http://schemas.microsoft.com/office/drawing/2014/main" id="{C1258F42-CD9B-0951-1756-82477DA58137}"/>
              </a:ext>
            </a:extLst>
          </p:cNvPr>
          <p:cNvSpPr>
            <a:spLocks noChangeShapeType="1"/>
          </p:cNvSpPr>
          <p:nvPr/>
        </p:nvSpPr>
        <p:spPr bwMode="auto">
          <a:xfrm>
            <a:off x="5852929" y="3490247"/>
            <a:ext cx="133563" cy="376843"/>
          </a:xfrm>
          <a:prstGeom prst="line">
            <a:avLst/>
          </a:prstGeom>
          <a:noFill/>
          <a:ln w="31750">
            <a:solidFill>
              <a:srgbClr val="FF0000"/>
            </a:solidFill>
            <a:prstDash val="solid"/>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43" name="TextBox 5">
            <a:extLst>
              <a:ext uri="{FF2B5EF4-FFF2-40B4-BE49-F238E27FC236}">
                <a16:creationId xmlns:a16="http://schemas.microsoft.com/office/drawing/2014/main" id="{67FFD0B0-8BDE-8DCF-0626-1F73E2B69452}"/>
              </a:ext>
            </a:extLst>
          </p:cNvPr>
          <p:cNvSpPr txBox="1"/>
          <p:nvPr/>
        </p:nvSpPr>
        <p:spPr>
          <a:xfrm>
            <a:off x="5607070" y="3085959"/>
            <a:ext cx="2607737"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2000" dirty="0">
                <a:solidFill>
                  <a:srgbClr val="FF0000"/>
                </a:solidFill>
                <a:latin typeface="Times New Roman"/>
              </a:rPr>
              <a:t>Diseconomies of scale?</a:t>
            </a:r>
            <a:endParaRPr kumimoji="0" lang="en-US" sz="2000" b="0" i="0" u="none" strike="noStrike" kern="1200" cap="none" spc="0" normalizeH="0" baseline="0" noProof="0" dirty="0">
              <a:ln>
                <a:noFill/>
              </a:ln>
              <a:solidFill>
                <a:srgbClr val="FF0000"/>
              </a:solidFill>
              <a:effectLst/>
              <a:uLnTx/>
              <a:uFillTx/>
              <a:latin typeface="Times New Roman"/>
            </a:endParaRPr>
          </a:p>
        </p:txBody>
      </p:sp>
    </p:spTree>
    <p:extLst>
      <p:ext uri="{BB962C8B-B14F-4D97-AF65-F5344CB8AC3E}">
        <p14:creationId xmlns:p14="http://schemas.microsoft.com/office/powerpoint/2010/main" val="1546605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3"/>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 grpId="0" animBg="1"/>
      <p:bldP spid="2" grpId="1" animBg="1"/>
      <p:bldP spid="26" grpId="0" animBg="1"/>
      <p:bldP spid="59" grpId="0" animBg="1"/>
      <p:bldP spid="55" grpId="0"/>
      <p:bldP spid="62" grpId="0"/>
      <p:bldP spid="19" grpId="0"/>
      <p:bldP spid="15" grpId="0" animBg="1"/>
      <p:bldP spid="16" grpId="0" animBg="1"/>
      <p:bldP spid="17" grpId="0"/>
      <p:bldP spid="36" grpId="0" animBg="1"/>
      <p:bldP spid="12" grpId="0" animBg="1"/>
      <p:bldP spid="31" grpId="0" animBg="1"/>
      <p:bldP spid="34" grpId="0" animBg="1"/>
      <p:bldP spid="37" grpId="0" animBg="1"/>
      <p:bldP spid="39" grpId="0" animBg="1"/>
      <p:bldP spid="40" grpId="0"/>
      <p:bldP spid="41" grpId="0" animBg="1"/>
      <p:bldP spid="43"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200" dirty="0"/>
              <a:t>Public Goods: Supply from Voluntary Associations</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dirty="0"/>
              <a:t>Group WTP is the sum of MRS among </a:t>
            </a:r>
            <a:r>
              <a:rPr lang="en-US" altLang="en-US" i="1" dirty="0"/>
              <a:t>M</a:t>
            </a:r>
            <a:r>
              <a:rPr lang="en-US" altLang="en-US" dirty="0"/>
              <a:t> &lt; </a:t>
            </a:r>
            <a:r>
              <a:rPr lang="en-US" altLang="en-US" i="1" dirty="0"/>
              <a:t>N</a:t>
            </a:r>
            <a:r>
              <a:rPr lang="en-US" altLang="en-US" dirty="0"/>
              <a:t> members only</a:t>
            </a:r>
          </a:p>
          <a:p>
            <a:pPr lvl="1" eaLnBrk="1" hangingPunct="1">
              <a:lnSpc>
                <a:spcPct val="80000"/>
              </a:lnSpc>
            </a:pPr>
            <a:r>
              <a:rPr lang="en-US" altLang="en-US" dirty="0"/>
              <a:t>E.g., might enforce matching contributions</a:t>
            </a:r>
          </a:p>
          <a:p>
            <a:pPr lvl="1" eaLnBrk="1" hangingPunct="1">
              <a:lnSpc>
                <a:spcPct val="80000"/>
              </a:lnSpc>
            </a:pPr>
            <a:r>
              <a:rPr lang="en-US" altLang="en-US" dirty="0"/>
              <a:t>May supply nearly the efficient quantity</a:t>
            </a:r>
          </a:p>
          <a:p>
            <a:pPr lvl="1" eaLnBrk="1" hangingPunct="1">
              <a:lnSpc>
                <a:spcPct val="80000"/>
              </a:lnSpc>
            </a:pPr>
            <a:r>
              <a:rPr lang="en-US" altLang="en-US" dirty="0"/>
              <a:t>Even better if some excludability.  Infectious disease!</a:t>
            </a:r>
          </a:p>
          <a:p>
            <a:pPr eaLnBrk="1" hangingPunct="1">
              <a:lnSpc>
                <a:spcPct val="80000"/>
              </a:lnSpc>
            </a:pPr>
            <a:endParaRPr lang="en-US" altLang="en-US" dirty="0"/>
          </a:p>
          <a:p>
            <a:pPr eaLnBrk="1" hangingPunct="1">
              <a:lnSpc>
                <a:spcPct val="80000"/>
              </a:lnSpc>
            </a:pPr>
            <a:r>
              <a:rPr lang="en-US" altLang="en-US" dirty="0"/>
              <a:t>Group acts like an individual with WTP scaled up, or MC scaled down, by </a:t>
            </a:r>
            <a:r>
              <a:rPr lang="en-US" altLang="en-US" i="1" dirty="0"/>
              <a:t>M</a:t>
            </a:r>
          </a:p>
          <a:p>
            <a:pPr lvl="1" eaLnBrk="1" hangingPunct="1">
              <a:lnSpc>
                <a:spcPct val="80000"/>
              </a:lnSpc>
            </a:pPr>
            <a:r>
              <a:rPr lang="en-US" altLang="en-US" dirty="0"/>
              <a:t>The other </a:t>
            </a:r>
            <a:r>
              <a:rPr lang="en-US" altLang="en-US" i="1" dirty="0"/>
              <a:t>N</a:t>
            </a:r>
            <a:r>
              <a:rPr lang="en-US" altLang="en-US" dirty="0"/>
              <a:t> – </a:t>
            </a:r>
            <a:r>
              <a:rPr lang="en-US" altLang="en-US" i="1" dirty="0"/>
              <a:t>M</a:t>
            </a:r>
            <a:r>
              <a:rPr lang="en-US" altLang="en-US" dirty="0"/>
              <a:t> unilateral actors may contribute nothing</a:t>
            </a:r>
          </a:p>
          <a:p>
            <a:pPr lvl="1" eaLnBrk="1" hangingPunct="1">
              <a:lnSpc>
                <a:spcPct val="80000"/>
              </a:lnSpc>
            </a:pPr>
            <a:r>
              <a:rPr lang="en-US" altLang="en-US" dirty="0"/>
              <a:t>i.e., the unilateral actors will free ride</a:t>
            </a:r>
          </a:p>
          <a:p>
            <a:pPr eaLnBrk="1" hangingPunct="1">
              <a:lnSpc>
                <a:spcPct val="80000"/>
              </a:lnSpc>
            </a:pPr>
            <a:endParaRPr lang="en-US" altLang="en-US" dirty="0"/>
          </a:p>
          <a:p>
            <a:pPr marL="0" indent="0" eaLnBrk="1" hangingPunct="1">
              <a:lnSpc>
                <a:spcPct val="80000"/>
              </a:lnSpc>
              <a:buNone/>
            </a:pPr>
            <a:endParaRPr lang="en-US" altLang="en-US" dirty="0"/>
          </a:p>
        </p:txBody>
      </p:sp>
    </p:spTree>
    <p:extLst>
      <p:ext uri="{BB962C8B-B14F-4D97-AF65-F5344CB8AC3E}">
        <p14:creationId xmlns:p14="http://schemas.microsoft.com/office/powerpoint/2010/main" val="170555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200" dirty="0"/>
              <a:t>Public Goods: Supply from Voluntary Associations</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dirty="0"/>
              <a:t>Group WTP is the sum of MRS among </a:t>
            </a:r>
            <a:r>
              <a:rPr lang="en-US" altLang="en-US" i="1" dirty="0"/>
              <a:t>M</a:t>
            </a:r>
            <a:r>
              <a:rPr lang="en-US" altLang="en-US" dirty="0"/>
              <a:t> &lt; </a:t>
            </a:r>
            <a:r>
              <a:rPr lang="en-US" altLang="en-US" i="1" dirty="0"/>
              <a:t>N</a:t>
            </a:r>
            <a:r>
              <a:rPr lang="en-US" altLang="en-US" dirty="0"/>
              <a:t> members only</a:t>
            </a:r>
          </a:p>
          <a:p>
            <a:pPr lvl="1" eaLnBrk="1" hangingPunct="1">
              <a:lnSpc>
                <a:spcPct val="80000"/>
              </a:lnSpc>
            </a:pPr>
            <a:r>
              <a:rPr lang="en-US" altLang="en-US" dirty="0"/>
              <a:t>E.g., might enforce matching contributions</a:t>
            </a:r>
          </a:p>
          <a:p>
            <a:pPr lvl="1" eaLnBrk="1" hangingPunct="1">
              <a:lnSpc>
                <a:spcPct val="80000"/>
              </a:lnSpc>
            </a:pPr>
            <a:r>
              <a:rPr lang="en-US" altLang="en-US" dirty="0"/>
              <a:t>May supply nearly the efficient quantity</a:t>
            </a:r>
          </a:p>
          <a:p>
            <a:pPr lvl="1" eaLnBrk="1" hangingPunct="1">
              <a:lnSpc>
                <a:spcPct val="80000"/>
              </a:lnSpc>
            </a:pPr>
            <a:r>
              <a:rPr lang="en-US" altLang="en-US" dirty="0"/>
              <a:t>Even better if some excludability.  Infectious disease!</a:t>
            </a:r>
          </a:p>
          <a:p>
            <a:pPr eaLnBrk="1" hangingPunct="1">
              <a:lnSpc>
                <a:spcPct val="80000"/>
              </a:lnSpc>
            </a:pPr>
            <a:endParaRPr lang="en-US" altLang="en-US" dirty="0"/>
          </a:p>
          <a:p>
            <a:pPr eaLnBrk="1" hangingPunct="1">
              <a:lnSpc>
                <a:spcPct val="80000"/>
              </a:lnSpc>
            </a:pPr>
            <a:r>
              <a:rPr lang="en-US" altLang="en-US" dirty="0"/>
              <a:t>Group acts like an individual with WTP scaled up, or MC scaled down, by </a:t>
            </a:r>
            <a:r>
              <a:rPr lang="en-US" altLang="en-US" i="1" dirty="0"/>
              <a:t>M</a:t>
            </a:r>
          </a:p>
          <a:p>
            <a:pPr lvl="1" eaLnBrk="1" hangingPunct="1">
              <a:lnSpc>
                <a:spcPct val="80000"/>
              </a:lnSpc>
            </a:pPr>
            <a:r>
              <a:rPr lang="en-US" altLang="en-US" dirty="0"/>
              <a:t>The other </a:t>
            </a:r>
            <a:r>
              <a:rPr lang="en-US" altLang="en-US" i="1" dirty="0"/>
              <a:t>N</a:t>
            </a:r>
            <a:r>
              <a:rPr lang="en-US" altLang="en-US" dirty="0"/>
              <a:t> – </a:t>
            </a:r>
            <a:r>
              <a:rPr lang="en-US" altLang="en-US" i="1" dirty="0"/>
              <a:t>M</a:t>
            </a:r>
            <a:r>
              <a:rPr lang="en-US" altLang="en-US" dirty="0"/>
              <a:t> unilateral actors may contribute nothing</a:t>
            </a:r>
          </a:p>
          <a:p>
            <a:pPr lvl="1" eaLnBrk="1" hangingPunct="1">
              <a:lnSpc>
                <a:spcPct val="80000"/>
              </a:lnSpc>
            </a:pPr>
            <a:r>
              <a:rPr lang="en-US" altLang="en-US" dirty="0"/>
              <a:t>i.e., the unilateral actors will free ride</a:t>
            </a:r>
          </a:p>
          <a:p>
            <a:pPr eaLnBrk="1" hangingPunct="1">
              <a:lnSpc>
                <a:spcPct val="80000"/>
              </a:lnSpc>
            </a:pPr>
            <a:endParaRPr lang="en-US" altLang="en-US" dirty="0"/>
          </a:p>
          <a:p>
            <a:pPr eaLnBrk="1" hangingPunct="1">
              <a:lnSpc>
                <a:spcPct val="80000"/>
              </a:lnSpc>
            </a:pPr>
            <a:r>
              <a:rPr lang="en-US" altLang="en-US" sz="2400" dirty="0"/>
              <a:t>“the business enterprise … made possible more elaborate specialization and machinery, more perfect coordination of effort and greater reduction of waste than could be attained by the family.”</a:t>
            </a:r>
          </a:p>
          <a:p>
            <a:pPr marL="0" indent="0" eaLnBrk="1" hangingPunct="1">
              <a:lnSpc>
                <a:spcPct val="80000"/>
              </a:lnSpc>
              <a:buNone/>
            </a:pPr>
            <a:endParaRPr lang="en-US" altLang="en-US" dirty="0"/>
          </a:p>
        </p:txBody>
      </p:sp>
    </p:spTree>
    <p:extLst>
      <p:ext uri="{BB962C8B-B14F-4D97-AF65-F5344CB8AC3E}">
        <p14:creationId xmlns:p14="http://schemas.microsoft.com/office/powerpoint/2010/main" val="4232237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a:t>Fighting Infectious Disease at Work</a:t>
            </a:r>
          </a:p>
        </p:txBody>
      </p:sp>
      <p:sp>
        <p:nvSpPr>
          <p:cNvPr id="18435" name="Rectangle 3"/>
          <p:cNvSpPr>
            <a:spLocks noGrp="1" noChangeArrowheads="1"/>
          </p:cNvSpPr>
          <p:nvPr>
            <p:ph type="body" idx="1"/>
          </p:nvPr>
        </p:nvSpPr>
        <p:spPr>
          <a:xfrm>
            <a:off x="0" y="914400"/>
            <a:ext cx="9144000" cy="5105400"/>
          </a:xfrm>
        </p:spPr>
        <p:txBody>
          <a:bodyPr/>
          <a:lstStyle/>
          <a:p>
            <a:pPr eaLnBrk="1" hangingPunct="1">
              <a:lnSpc>
                <a:spcPct val="80000"/>
              </a:lnSpc>
            </a:pPr>
            <a:r>
              <a:rPr lang="en-US" altLang="en-US"/>
              <a:t>60-70 percent of employers offer on-site flu shot</a:t>
            </a:r>
          </a:p>
          <a:p>
            <a:pPr lvl="1" eaLnBrk="1" hangingPunct="1">
              <a:lnSpc>
                <a:spcPct val="80000"/>
              </a:lnSpc>
            </a:pPr>
            <a:r>
              <a:rPr lang="en-US" altLang="en-US"/>
              <a:t>Among employed persons, the workplace is the most common place to receive it (doctor office close second)</a:t>
            </a:r>
          </a:p>
          <a:p>
            <a:pPr lvl="1" eaLnBrk="1" hangingPunct="1">
              <a:lnSpc>
                <a:spcPct val="80000"/>
              </a:lnSpc>
            </a:pPr>
            <a:r>
              <a:rPr lang="en-US" altLang="en-US"/>
              <a:t>Hardly any self-employed (= small business?) receive at work</a:t>
            </a:r>
          </a:p>
          <a:p>
            <a:pPr lvl="1" eaLnBrk="1" hangingPunct="1">
              <a:lnSpc>
                <a:spcPct val="80000"/>
              </a:lnSpc>
            </a:pPr>
            <a:r>
              <a:rPr lang="en-US" altLang="en-US"/>
              <a:t>Self employed much less likely to vax than employees</a:t>
            </a:r>
          </a:p>
          <a:p>
            <a:pPr eaLnBrk="1" hangingPunct="1">
              <a:lnSpc>
                <a:spcPct val="80000"/>
              </a:lnSpc>
            </a:pPr>
            <a:endParaRPr lang="en-US" altLang="en-US"/>
          </a:p>
          <a:p>
            <a:pPr eaLnBrk="1" hangingPunct="1">
              <a:lnSpc>
                <a:spcPct val="80000"/>
              </a:lnSpc>
            </a:pPr>
            <a:r>
              <a:rPr lang="en-US" altLang="en-US"/>
              <a:t>61 percent of workers have paid sick leave</a:t>
            </a:r>
            <a:endParaRPr lang="en-US" altLang="en-US" i="1"/>
          </a:p>
          <a:p>
            <a:pPr lvl="1" eaLnBrk="1" hangingPunct="1">
              <a:lnSpc>
                <a:spcPct val="80000"/>
              </a:lnSpc>
            </a:pPr>
            <a:r>
              <a:rPr lang="en-US" altLang="en-US"/>
              <a:t>50 percent at small businesses (&lt; 50)</a:t>
            </a:r>
          </a:p>
          <a:p>
            <a:pPr lvl="1" eaLnBrk="1" hangingPunct="1">
              <a:lnSpc>
                <a:spcPct val="80000"/>
              </a:lnSpc>
            </a:pPr>
            <a:r>
              <a:rPr lang="en-US" altLang="en-US"/>
              <a:t>81 percent at large businesses (&gt;499)</a:t>
            </a:r>
          </a:p>
          <a:p>
            <a:pPr lvl="1" eaLnBrk="1" hangingPunct="1">
              <a:lnSpc>
                <a:spcPct val="80000"/>
              </a:lnSpc>
            </a:pPr>
            <a:endParaRPr lang="en-US" altLang="en-US"/>
          </a:p>
          <a:p>
            <a:pPr eaLnBrk="1" hangingPunct="1">
              <a:lnSpc>
                <a:spcPct val="80000"/>
              </a:lnSpc>
            </a:pPr>
            <a:r>
              <a:rPr lang="en-US" altLang="en-US"/>
              <a:t>The firm-size gradient: scale economies in provision? accumulated MRS (Samuelson)? Disease severity?</a:t>
            </a:r>
          </a:p>
          <a:p>
            <a:pPr eaLnBrk="1" hangingPunct="1">
              <a:lnSpc>
                <a:spcPct val="80000"/>
              </a:lnSpc>
            </a:pPr>
            <a:endParaRPr lang="en-US" altLang="en-US"/>
          </a:p>
          <a:p>
            <a:pPr marL="0" indent="0" eaLnBrk="1" hangingPunct="1">
              <a:lnSpc>
                <a:spcPct val="80000"/>
              </a:lnSpc>
              <a:buNone/>
            </a:pPr>
            <a:endParaRPr lang="en-US" altLang="en-US"/>
          </a:p>
        </p:txBody>
      </p:sp>
    </p:spTree>
    <p:extLst>
      <p:ext uri="{BB962C8B-B14F-4D97-AF65-F5344CB8AC3E}">
        <p14:creationId xmlns:p14="http://schemas.microsoft.com/office/powerpoint/2010/main" val="9178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EBDD6B-D3B3-EF48-97B5-8B25873D6A89}"/>
              </a:ext>
            </a:extLst>
          </p:cNvPr>
          <p:cNvSpPr/>
          <p:nvPr/>
        </p:nvSpPr>
        <p:spPr>
          <a:xfrm>
            <a:off x="6096000" y="5867400"/>
            <a:ext cx="30480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noGrp="1"/>
          </p:cNvGraphicFramePr>
          <p:nvPr/>
        </p:nvGraphicFramePr>
        <p:xfrm>
          <a:off x="0" y="152400"/>
          <a:ext cx="9144000" cy="6553199"/>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B38CFB-12BC-B647-A1F7-3F97262E5759}"/>
                  </a:ext>
                </a:extLst>
              </p:cNvPr>
              <p:cNvSpPr txBox="1"/>
              <p:nvPr/>
            </p:nvSpPr>
            <p:spPr>
              <a:xfrm>
                <a:off x="3505200" y="1371600"/>
                <a:ext cx="4935967" cy="8592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𝑖𝑛𝑓𝑒𝑐𝑡𝑖𝑜𝑛𝑠</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𝑝𝑒𝑟</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h𝑜𝑢𝑟</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𝑎𝑡</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𝑤𝑜𝑟𝑘𝑝𝑙𝑎𝑐𝑒</m:t>
                          </m:r>
                          <m:r>
                            <m:rPr>
                              <m:nor/>
                            </m:rPr>
                            <a:rPr kumimoji="0" lang="en-US" sz="2400" b="0" i="0" u="none" strike="noStrike" kern="1200" cap="none" spc="0" normalizeH="0" baseline="0" noProof="0" dirty="0">
                              <a:ln>
                                <a:noFill/>
                              </a:ln>
                              <a:solidFill>
                                <a:prstClr val="black"/>
                              </a:solidFill>
                              <a:effectLst/>
                              <a:uLnTx/>
                              <a:uFillTx/>
                              <a:latin typeface="Times New Roman"/>
                              <a:ea typeface="+mn-ea"/>
                              <a:cs typeface="+mn-cs"/>
                            </a:rPr>
                            <m:t> </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𝑖𝑛𝑓𝑒𝑐𝑡𝑖𝑜𝑛𝑠</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𝑝𝑒𝑟</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h𝑜𝑢𝑟</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𝑜𝑢𝑡𝑠𝑖𝑑𝑒</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𝑤𝑜𝑟𝑘</m:t>
                          </m:r>
                        </m:den>
                      </m:f>
                    </m:oMath>
                  </m:oMathPara>
                </a14:m>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p:txBody>
          </p:sp>
        </mc:Choice>
        <mc:Fallback xmlns="">
          <p:sp>
            <p:nvSpPr>
              <p:cNvPr id="6" name="TextBox 5">
                <a:extLst>
                  <a:ext uri="{FF2B5EF4-FFF2-40B4-BE49-F238E27FC236}">
                    <a16:creationId xmlns:a16="http://schemas.microsoft.com/office/drawing/2014/main" id="{1EB38CFB-12BC-B647-A1F7-3F97262E5759}"/>
                  </a:ext>
                </a:extLst>
              </p:cNvPr>
              <p:cNvSpPr txBox="1">
                <a:spLocks noRot="1" noChangeAspect="1" noMove="1" noResize="1" noEditPoints="1" noAdjustHandles="1" noChangeArrowheads="1" noChangeShapeType="1" noTextEdit="1"/>
              </p:cNvSpPr>
              <p:nvPr/>
            </p:nvSpPr>
            <p:spPr>
              <a:xfrm>
                <a:off x="3505200" y="1371600"/>
                <a:ext cx="4935967" cy="859210"/>
              </a:xfrm>
              <a:prstGeom prst="rect">
                <a:avLst/>
              </a:prstGeom>
              <a:blipFill>
                <a:blip r:embed="rId4"/>
                <a:stretch>
                  <a:fillRect t="-5882" b="-13235"/>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83045495-16E3-5842-8D17-3A9ADD3C6B2E}"/>
              </a:ext>
            </a:extLst>
          </p:cNvPr>
          <p:cNvSpPr/>
          <p:nvPr/>
        </p:nvSpPr>
        <p:spPr>
          <a:xfrm>
            <a:off x="609600" y="838200"/>
            <a:ext cx="84582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Tree>
    <p:extLst>
      <p:ext uri="{BB962C8B-B14F-4D97-AF65-F5344CB8AC3E}">
        <p14:creationId xmlns:p14="http://schemas.microsoft.com/office/powerpoint/2010/main" val="2062015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600"/>
              <a:t>Externalities in Centrally-Planned Economies</a:t>
            </a:r>
          </a:p>
        </p:txBody>
      </p:sp>
      <p:sp>
        <p:nvSpPr>
          <p:cNvPr id="18435" name="Rectangle 3"/>
          <p:cNvSpPr>
            <a:spLocks noGrp="1" noChangeArrowheads="1"/>
          </p:cNvSpPr>
          <p:nvPr>
            <p:ph type="body" idx="1"/>
          </p:nvPr>
        </p:nvSpPr>
        <p:spPr>
          <a:xfrm>
            <a:off x="457200" y="838200"/>
            <a:ext cx="8686800" cy="5791200"/>
          </a:xfrm>
        </p:spPr>
        <p:txBody>
          <a:bodyPr/>
          <a:lstStyle/>
          <a:p>
            <a:pPr eaLnBrk="1" hangingPunct="1">
              <a:lnSpc>
                <a:spcPct val="80000"/>
              </a:lnSpc>
            </a:pPr>
            <a:r>
              <a:rPr lang="en-US" altLang="en-US" sz="2800" dirty="0"/>
              <a:t>Central planning/management did not alleviate externalities</a:t>
            </a:r>
          </a:p>
          <a:p>
            <a:pPr lvl="1" eaLnBrk="1" hangingPunct="1">
              <a:lnSpc>
                <a:spcPct val="80000"/>
              </a:lnSpc>
            </a:pPr>
            <a:r>
              <a:rPr lang="en-US" altLang="en-US" sz="2400" dirty="0"/>
              <a:t>Much pollution</a:t>
            </a:r>
          </a:p>
          <a:p>
            <a:pPr lvl="1" eaLnBrk="1" hangingPunct="1">
              <a:lnSpc>
                <a:spcPct val="80000"/>
              </a:lnSpc>
            </a:pPr>
            <a:r>
              <a:rPr lang="en-US" altLang="en-US" sz="2400" dirty="0"/>
              <a:t>Hierarchical structure undermines impromptu cooperation</a:t>
            </a:r>
          </a:p>
          <a:p>
            <a:pPr lvl="1" eaLnBrk="1" hangingPunct="1">
              <a:lnSpc>
                <a:spcPct val="80000"/>
              </a:lnSpc>
            </a:pPr>
            <a:r>
              <a:rPr lang="en-US" altLang="en-US" sz="2400" dirty="0"/>
              <a:t>Lack of a reliable price system makes externalities worse</a:t>
            </a:r>
          </a:p>
          <a:p>
            <a:pPr lvl="1" eaLnBrk="1" hangingPunct="1">
              <a:lnSpc>
                <a:spcPct val="80000"/>
              </a:lnSpc>
            </a:pPr>
            <a:r>
              <a:rPr lang="en-US" altLang="en-US" sz="2400" dirty="0"/>
              <a:t>Each seller “tends to neglect the requirements of the user, </a:t>
            </a:r>
            <a:r>
              <a:rPr lang="en-US" altLang="en-US" sz="2400" i="1" dirty="0"/>
              <a:t>and</a:t>
            </a:r>
            <a:r>
              <a:rPr lang="en-US" altLang="en-US" sz="2400" dirty="0"/>
              <a:t> finds that it is actually beneficial to do so.”</a:t>
            </a:r>
            <a:endParaRPr lang="en-US" altLang="en-US" sz="2800" dirty="0"/>
          </a:p>
          <a:p>
            <a:pPr lvl="1" eaLnBrk="1" hangingPunct="1">
              <a:lnSpc>
                <a:spcPct val="80000"/>
              </a:lnSpc>
            </a:pPr>
            <a:endParaRPr lang="en-US" altLang="en-US" sz="2400" dirty="0"/>
          </a:p>
          <a:p>
            <a:pPr eaLnBrk="1" hangingPunct="1">
              <a:lnSpc>
                <a:spcPct val="80000"/>
              </a:lnSpc>
            </a:pPr>
            <a:r>
              <a:rPr lang="en-US" altLang="en-US" sz="2400" dirty="0"/>
              <a:t>Source: </a:t>
            </a:r>
            <a:r>
              <a:rPr lang="en-US" altLang="en-US" sz="2400" dirty="0" err="1"/>
              <a:t>Nove</a:t>
            </a:r>
            <a:r>
              <a:rPr lang="en-US" altLang="en-US" sz="2400" dirty="0"/>
              <a:t>, Alec. “Socialism and the Soviet Experience.” in </a:t>
            </a:r>
            <a:r>
              <a:rPr lang="en-US" altLang="en-US" sz="2400" i="1" dirty="0"/>
              <a:t>The Economics of Feasible Socialism Revisited</a:t>
            </a:r>
            <a:r>
              <a:rPr lang="en-US" altLang="en-US" sz="2400" dirty="0"/>
              <a:t>.</a:t>
            </a:r>
          </a:p>
          <a:p>
            <a:pPr eaLnBrk="1" hangingPunct="1">
              <a:lnSpc>
                <a:spcPct val="80000"/>
              </a:lnSpc>
            </a:pPr>
            <a:endParaRPr lang="en-US" altLang="en-US" sz="2400" dirty="0"/>
          </a:p>
          <a:p>
            <a:pPr eaLnBrk="1" hangingPunct="1">
              <a:lnSpc>
                <a:spcPct val="80000"/>
              </a:lnSpc>
            </a:pPr>
            <a:r>
              <a:rPr lang="en-US" altLang="en-US" sz="2800" dirty="0"/>
              <a:t>“Externalities refers to situations when the effect of production or consumption of goods and services imposes costs or benefits on others which are </a:t>
            </a:r>
            <a:r>
              <a:rPr lang="en-US" altLang="en-US" sz="2800" u="sng" dirty="0">
                <a:solidFill>
                  <a:schemeClr val="tx2"/>
                </a:solidFill>
              </a:rPr>
              <a:t>not reflected in the prices charged</a:t>
            </a:r>
            <a:r>
              <a:rPr lang="en-US" altLang="en-US" sz="2800" dirty="0"/>
              <a:t> for the goods and services being provided.”</a:t>
            </a:r>
          </a:p>
          <a:p>
            <a:pPr lvl="1" eaLnBrk="1" hangingPunct="1">
              <a:lnSpc>
                <a:spcPct val="80000"/>
              </a:lnSpc>
            </a:pPr>
            <a:r>
              <a:rPr lang="en-US" altLang="en-US" sz="2000" dirty="0"/>
              <a:t>Quote from OECD</a:t>
            </a:r>
          </a:p>
        </p:txBody>
      </p:sp>
    </p:spTree>
    <p:extLst>
      <p:ext uri="{BB962C8B-B14F-4D97-AF65-F5344CB8AC3E}">
        <p14:creationId xmlns:p14="http://schemas.microsoft.com/office/powerpoint/2010/main" val="45801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43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dirty="0"/>
              <a:t>Main lessons</a:t>
            </a:r>
          </a:p>
        </p:txBody>
      </p:sp>
      <p:sp>
        <p:nvSpPr>
          <p:cNvPr id="18435" name="Rectangle 3"/>
          <p:cNvSpPr>
            <a:spLocks noGrp="1" noChangeArrowheads="1"/>
          </p:cNvSpPr>
          <p:nvPr>
            <p:ph type="body" idx="1"/>
          </p:nvPr>
        </p:nvSpPr>
        <p:spPr>
          <a:xfrm>
            <a:off x="0" y="838200"/>
            <a:ext cx="9144000" cy="4876800"/>
          </a:xfrm>
        </p:spPr>
        <p:txBody>
          <a:bodyPr/>
          <a:lstStyle/>
          <a:p>
            <a:pPr eaLnBrk="1" hangingPunct="1">
              <a:lnSpc>
                <a:spcPct val="80000"/>
              </a:lnSpc>
            </a:pPr>
            <a:r>
              <a:rPr lang="en-US" altLang="en-US" dirty="0"/>
              <a:t>Individual action vs state action is a false dichotomy</a:t>
            </a:r>
          </a:p>
          <a:p>
            <a:pPr lvl="1" eaLnBrk="1" hangingPunct="1">
              <a:lnSpc>
                <a:spcPct val="80000"/>
              </a:lnSpc>
            </a:pPr>
            <a:r>
              <a:rPr lang="en-US" altLang="en-US" dirty="0"/>
              <a:t>An externality is an opportunity for cooperative institutions</a:t>
            </a:r>
          </a:p>
          <a:p>
            <a:pPr eaLnBrk="1" hangingPunct="1">
              <a:lnSpc>
                <a:spcPct val="80000"/>
              </a:lnSpc>
            </a:pPr>
            <a:endParaRPr lang="en-US" altLang="en-US" dirty="0"/>
          </a:p>
          <a:p>
            <a:pPr eaLnBrk="1" hangingPunct="1">
              <a:lnSpc>
                <a:spcPct val="80000"/>
              </a:lnSpc>
            </a:pPr>
            <a:r>
              <a:rPr lang="en-US" altLang="en-US" dirty="0"/>
              <a:t>The third way can be analyzed with the supply and demand framework</a:t>
            </a:r>
          </a:p>
          <a:p>
            <a:pPr marL="457200" lvl="1" indent="0" eaLnBrk="1" hangingPunct="1">
              <a:lnSpc>
                <a:spcPct val="80000"/>
              </a:lnSpc>
              <a:buNone/>
            </a:pPr>
            <a:endParaRPr lang="en-US" altLang="en-US" dirty="0"/>
          </a:p>
          <a:p>
            <a:pPr eaLnBrk="1" hangingPunct="1">
              <a:lnSpc>
                <a:spcPct val="80000"/>
              </a:lnSpc>
            </a:pPr>
            <a:r>
              <a:rPr lang="en-US" altLang="en-US" dirty="0"/>
              <a:t>Cooperation has a far different incidence than state action</a:t>
            </a:r>
          </a:p>
          <a:p>
            <a:pPr eaLnBrk="1" hangingPunct="1">
              <a:lnSpc>
                <a:spcPct val="80000"/>
              </a:lnSpc>
            </a:pPr>
            <a:endParaRPr lang="en-US" altLang="en-US" dirty="0"/>
          </a:p>
          <a:p>
            <a:pPr eaLnBrk="1" hangingPunct="1">
              <a:lnSpc>
                <a:spcPct val="80000"/>
              </a:lnSpc>
            </a:pPr>
            <a:r>
              <a:rPr lang="en-US" altLang="en-US" dirty="0"/>
              <a:t>Policy analysis is, at best, incomplete if it fails to consider voluntary cooperation</a:t>
            </a:r>
          </a:p>
          <a:p>
            <a:pPr marL="0" indent="0" eaLnBrk="1" hangingPunct="1">
              <a:lnSpc>
                <a:spcPct val="80000"/>
              </a:lnSpc>
              <a:buNone/>
            </a:pPr>
            <a:endParaRPr lang="en-US" altLang="en-US" dirty="0"/>
          </a:p>
        </p:txBody>
      </p:sp>
    </p:spTree>
    <p:extLst>
      <p:ext uri="{BB962C8B-B14F-4D97-AF65-F5344CB8AC3E}">
        <p14:creationId xmlns:p14="http://schemas.microsoft.com/office/powerpoint/2010/main" val="420421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theme/theme1.xml><?xml version="1.0" encoding="utf-8"?>
<a:theme xmlns:a="http://schemas.openxmlformats.org/drawingml/2006/main" name="Default Design">
  <a:themeElements>
    <a:clrScheme name="">
      <a:dk1>
        <a:srgbClr val="000000"/>
      </a:dk1>
      <a:lt1>
        <a:srgbClr val="FFFFFF"/>
      </a:lt1>
      <a:dk2>
        <a:srgbClr val="3399FF"/>
      </a:dk2>
      <a:lt2>
        <a:srgbClr val="FFFF00"/>
      </a:lt2>
      <a:accent1>
        <a:srgbClr val="FF9900"/>
      </a:accent1>
      <a:accent2>
        <a:srgbClr val="00FFFF"/>
      </a:accent2>
      <a:accent3>
        <a:srgbClr val="ADCAFF"/>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Default Design">
  <a:themeElements>
    <a:clrScheme name="">
      <a:dk1>
        <a:srgbClr val="000000"/>
      </a:dk1>
      <a:lt1>
        <a:srgbClr val="FFFFFF"/>
      </a:lt1>
      <a:dk2>
        <a:srgbClr val="3399FF"/>
      </a:dk2>
      <a:lt2>
        <a:srgbClr val="FFFF00"/>
      </a:lt2>
      <a:accent1>
        <a:srgbClr val="FF9900"/>
      </a:accent1>
      <a:accent2>
        <a:srgbClr val="00FFFF"/>
      </a:accent2>
      <a:accent3>
        <a:srgbClr val="ADCAFF"/>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BMThemeTR">
      <a:majorFont>
        <a:latin typeface="Cambri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4296</TotalTime>
  <Words>1906</Words>
  <Application>Microsoft Office PowerPoint</Application>
  <PresentationFormat>On-screen Show (4:3)</PresentationFormat>
  <Paragraphs>351</Paragraphs>
  <Slides>29</Slides>
  <Notes>29</Notes>
  <HiddenSlides>8</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29</vt:i4>
      </vt:variant>
    </vt:vector>
  </HeadingPairs>
  <TitlesOfParts>
    <vt:vector size="38" baseType="lpstr">
      <vt:lpstr>Arial</vt:lpstr>
      <vt:lpstr>Calibri</vt:lpstr>
      <vt:lpstr>Cambria</vt:lpstr>
      <vt:lpstr>Cambria Math</vt:lpstr>
      <vt:lpstr>Times New Roman</vt:lpstr>
      <vt:lpstr>Default Design</vt:lpstr>
      <vt:lpstr>3_Default Design</vt:lpstr>
      <vt:lpstr>4_Default Design</vt:lpstr>
      <vt:lpstr>1_Office Theme</vt:lpstr>
      <vt:lpstr>Not Pigou: Externalities and civil society in the supply-demand framework</vt:lpstr>
      <vt:lpstr>Externality?</vt:lpstr>
      <vt:lpstr>Externality?</vt:lpstr>
      <vt:lpstr>Outline</vt:lpstr>
      <vt:lpstr>Figure 1.  A Negative Production Externality</vt:lpstr>
      <vt:lpstr>Conclusions about Pigouvian taxes</vt:lpstr>
      <vt:lpstr>Figure 1.  A Negative Production Externality</vt:lpstr>
      <vt:lpstr>Figure 2.  Pareto Improving Externality Management (negative externality, without cooperation costs)</vt:lpstr>
      <vt:lpstr>Conclusions about Pigouvian taxes</vt:lpstr>
      <vt:lpstr>Nudge: moving q a little bit off the demand curve is easy</vt:lpstr>
      <vt:lpstr>The Core</vt:lpstr>
      <vt:lpstr>The Core</vt:lpstr>
      <vt:lpstr>The Coase Theorem</vt:lpstr>
      <vt:lpstr>The Coase Theorem also goes too far</vt:lpstr>
      <vt:lpstr>Figure 3.  Equilibrium cooperation (positive externality, with cooperation costs)</vt:lpstr>
      <vt:lpstr>Figure 3b.  Public policy may be overkill</vt:lpstr>
      <vt:lpstr>Figure 3b.  Public policy may be overkill</vt:lpstr>
      <vt:lpstr>Figure 3c.  Public policy may undermine cooperation</vt:lpstr>
      <vt:lpstr>Four prices in one market</vt:lpstr>
      <vt:lpstr>Figure 3.  Equilibrium cooperation (positive externality, with cooperation costs)</vt:lpstr>
      <vt:lpstr>Prices created by volume discounts</vt:lpstr>
      <vt:lpstr>Public Goods</vt:lpstr>
      <vt:lpstr>Figure 4.  Voluntary supply of a public good</vt:lpstr>
      <vt:lpstr>Public Goods: Supply from Voluntary Associations</vt:lpstr>
      <vt:lpstr>Public Goods: Supply from Voluntary Associations</vt:lpstr>
      <vt:lpstr>Fighting Infectious Disease at Work</vt:lpstr>
      <vt:lpstr>PowerPoint Presentation</vt:lpstr>
      <vt:lpstr>Externalities in Centrally-Planned Economies</vt:lpstr>
      <vt:lpstr>Main lessons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Economics of Socialism</dc:title>
  <dc:creator>Casey Mulligan</dc:creator>
  <cp:lastModifiedBy>Casey Mulligan</cp:lastModifiedBy>
  <cp:revision>21</cp:revision>
  <dcterms:created xsi:type="dcterms:W3CDTF">2020-05-16T18:04:24Z</dcterms:created>
  <dcterms:modified xsi:type="dcterms:W3CDTF">2023-10-05T18:20:04Z</dcterms:modified>
</cp:coreProperties>
</file>